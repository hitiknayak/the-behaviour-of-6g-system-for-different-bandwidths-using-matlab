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019300"/>
            <a:ext cx="12192000" cy="410527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124577"/>
            <a:ext cx="12191999" cy="73152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4763" y="6122987"/>
            <a:ext cx="12187555" cy="12700"/>
          </a:xfrm>
          <a:custGeom>
            <a:avLst/>
            <a:gdLst/>
            <a:ahLst/>
            <a:cxnLst/>
            <a:rect l="l" t="t" r="r" b="b"/>
            <a:pathLst>
              <a:path w="12187555" h="12700">
                <a:moveTo>
                  <a:pt x="12187236" y="0"/>
                </a:moveTo>
                <a:lnTo>
                  <a:pt x="0" y="0"/>
                </a:lnTo>
                <a:lnTo>
                  <a:pt x="0" y="12700"/>
                </a:lnTo>
                <a:lnTo>
                  <a:pt x="12187236" y="12700"/>
                </a:lnTo>
                <a:lnTo>
                  <a:pt x="12187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685800" y="1023015"/>
            <a:ext cx="11338560" cy="4629150"/>
          </a:xfrm>
          <a:custGeom>
            <a:avLst/>
            <a:gdLst/>
            <a:ahLst/>
            <a:cxnLst/>
            <a:rect l="l" t="t" r="r" b="b"/>
            <a:pathLst>
              <a:path w="11338560" h="4629150">
                <a:moveTo>
                  <a:pt x="11338560" y="0"/>
                </a:moveTo>
                <a:lnTo>
                  <a:pt x="0" y="0"/>
                </a:lnTo>
                <a:lnTo>
                  <a:pt x="0" y="4628562"/>
                </a:lnTo>
                <a:lnTo>
                  <a:pt x="11338560" y="4628562"/>
                </a:lnTo>
                <a:lnTo>
                  <a:pt x="113385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685800" y="1022994"/>
            <a:ext cx="1134110" cy="4629150"/>
          </a:xfrm>
          <a:custGeom>
            <a:avLst/>
            <a:gdLst/>
            <a:ahLst/>
            <a:cxnLst/>
            <a:rect l="l" t="t" r="r" b="b"/>
            <a:pathLst>
              <a:path w="1134110" h="4629150">
                <a:moveTo>
                  <a:pt x="0" y="4628582"/>
                </a:moveTo>
                <a:lnTo>
                  <a:pt x="0" y="0"/>
                </a:lnTo>
              </a:path>
              <a:path w="1134110" h="4629150">
                <a:moveTo>
                  <a:pt x="1133856" y="4628582"/>
                </a:moveTo>
                <a:lnTo>
                  <a:pt x="1133856" y="0"/>
                </a:lnTo>
              </a:path>
            </a:pathLst>
          </a:custGeom>
          <a:ln w="5729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2953512" y="1022994"/>
            <a:ext cx="1134110" cy="4629150"/>
          </a:xfrm>
          <a:custGeom>
            <a:avLst/>
            <a:gdLst/>
            <a:ahLst/>
            <a:cxnLst/>
            <a:rect l="l" t="t" r="r" b="b"/>
            <a:pathLst>
              <a:path w="1134110" h="4629150">
                <a:moveTo>
                  <a:pt x="0" y="1103498"/>
                </a:moveTo>
                <a:lnTo>
                  <a:pt x="0" y="4628582"/>
                </a:lnTo>
              </a:path>
              <a:path w="1134110" h="4629150">
                <a:moveTo>
                  <a:pt x="0" y="0"/>
                </a:moveTo>
                <a:lnTo>
                  <a:pt x="0" y="588532"/>
                </a:lnTo>
              </a:path>
              <a:path w="1134110" h="4629150">
                <a:moveTo>
                  <a:pt x="1133855" y="1103498"/>
                </a:moveTo>
                <a:lnTo>
                  <a:pt x="1133855" y="4628582"/>
                </a:lnTo>
              </a:path>
              <a:path w="1134110" h="4629150">
                <a:moveTo>
                  <a:pt x="1133855" y="0"/>
                </a:moveTo>
                <a:lnTo>
                  <a:pt x="1133855" y="588532"/>
                </a:lnTo>
              </a:path>
            </a:pathLst>
          </a:custGeom>
          <a:ln w="635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685800" y="1022994"/>
            <a:ext cx="11338560" cy="4629150"/>
          </a:xfrm>
          <a:custGeom>
            <a:avLst/>
            <a:gdLst/>
            <a:ahLst/>
            <a:cxnLst/>
            <a:rect l="l" t="t" r="r" b="b"/>
            <a:pathLst>
              <a:path w="11338560" h="4629150">
                <a:moveTo>
                  <a:pt x="4535424" y="4628582"/>
                </a:moveTo>
                <a:lnTo>
                  <a:pt x="4535424" y="0"/>
                </a:lnTo>
              </a:path>
              <a:path w="11338560" h="4629150">
                <a:moveTo>
                  <a:pt x="5669280" y="4628582"/>
                </a:moveTo>
                <a:lnTo>
                  <a:pt x="5669280" y="0"/>
                </a:lnTo>
              </a:path>
              <a:path w="11338560" h="4629150">
                <a:moveTo>
                  <a:pt x="6803135" y="4628582"/>
                </a:moveTo>
                <a:lnTo>
                  <a:pt x="6803135" y="0"/>
                </a:lnTo>
              </a:path>
              <a:path w="11338560" h="4629150">
                <a:moveTo>
                  <a:pt x="7936992" y="4628582"/>
                </a:moveTo>
                <a:lnTo>
                  <a:pt x="7936992" y="0"/>
                </a:lnTo>
              </a:path>
              <a:path w="11338560" h="4629150">
                <a:moveTo>
                  <a:pt x="9070848" y="4628582"/>
                </a:moveTo>
                <a:lnTo>
                  <a:pt x="9070848" y="0"/>
                </a:lnTo>
              </a:path>
              <a:path w="11338560" h="4629150">
                <a:moveTo>
                  <a:pt x="10204704" y="4628582"/>
                </a:moveTo>
                <a:lnTo>
                  <a:pt x="10204704" y="0"/>
                </a:lnTo>
              </a:path>
              <a:path w="11338560" h="4629150">
                <a:moveTo>
                  <a:pt x="11338560" y="4628582"/>
                </a:moveTo>
                <a:lnTo>
                  <a:pt x="11338560" y="0"/>
                </a:lnTo>
              </a:path>
              <a:path w="11338560" h="4629150">
                <a:moveTo>
                  <a:pt x="11338560" y="4628582"/>
                </a:moveTo>
                <a:lnTo>
                  <a:pt x="0" y="4628582"/>
                </a:lnTo>
              </a:path>
              <a:path w="11338560" h="4629150">
                <a:moveTo>
                  <a:pt x="11338560" y="4114311"/>
                </a:moveTo>
                <a:lnTo>
                  <a:pt x="0" y="4114311"/>
                </a:lnTo>
              </a:path>
              <a:path w="11338560" h="4629150">
                <a:moveTo>
                  <a:pt x="11338560" y="3599958"/>
                </a:moveTo>
                <a:lnTo>
                  <a:pt x="0" y="3599958"/>
                </a:lnTo>
              </a:path>
              <a:path w="11338560" h="4629150">
                <a:moveTo>
                  <a:pt x="11338560" y="3085708"/>
                </a:moveTo>
                <a:lnTo>
                  <a:pt x="0" y="3085708"/>
                </a:lnTo>
              </a:path>
              <a:path w="11338560" h="4629150">
                <a:moveTo>
                  <a:pt x="11338560" y="2571457"/>
                </a:moveTo>
                <a:lnTo>
                  <a:pt x="0" y="2571457"/>
                </a:lnTo>
              </a:path>
              <a:path w="11338560" h="4629150">
                <a:moveTo>
                  <a:pt x="11338560" y="2057104"/>
                </a:moveTo>
                <a:lnTo>
                  <a:pt x="0" y="2057104"/>
                </a:lnTo>
              </a:path>
              <a:path w="11338560" h="4629150">
                <a:moveTo>
                  <a:pt x="11338560" y="1542854"/>
                </a:moveTo>
                <a:lnTo>
                  <a:pt x="0" y="1542854"/>
                </a:lnTo>
              </a:path>
            </a:pathLst>
          </a:custGeom>
          <a:ln w="5729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685800" y="2051598"/>
            <a:ext cx="11338560" cy="0"/>
          </a:xfrm>
          <a:custGeom>
            <a:avLst/>
            <a:gdLst/>
            <a:ahLst/>
            <a:cxnLst/>
            <a:rect l="l" t="t" r="r" b="b"/>
            <a:pathLst>
              <a:path w="11338560" h="0">
                <a:moveTo>
                  <a:pt x="0" y="0"/>
                </a:moveTo>
                <a:lnTo>
                  <a:pt x="1546860" y="0"/>
                </a:lnTo>
              </a:path>
              <a:path w="11338560" h="0">
                <a:moveTo>
                  <a:pt x="3482340" y="0"/>
                </a:moveTo>
                <a:lnTo>
                  <a:pt x="11338560" y="0"/>
                </a:lnTo>
              </a:path>
            </a:pathLst>
          </a:custGeom>
          <a:ln w="5108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685800" y="1022994"/>
            <a:ext cx="11338560" cy="514350"/>
          </a:xfrm>
          <a:custGeom>
            <a:avLst/>
            <a:gdLst/>
            <a:ahLst/>
            <a:cxnLst/>
            <a:rect l="l" t="t" r="r" b="b"/>
            <a:pathLst>
              <a:path w="11338560" h="514350">
                <a:moveTo>
                  <a:pt x="11338560" y="514250"/>
                </a:moveTo>
                <a:lnTo>
                  <a:pt x="0" y="514250"/>
                </a:lnTo>
              </a:path>
              <a:path w="11338560" h="514350">
                <a:moveTo>
                  <a:pt x="11338560" y="0"/>
                </a:moveTo>
                <a:lnTo>
                  <a:pt x="0" y="0"/>
                </a:lnTo>
              </a:path>
            </a:pathLst>
          </a:custGeom>
          <a:ln w="5729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563880" y="1020444"/>
            <a:ext cx="11463655" cy="4775200"/>
          </a:xfrm>
          <a:custGeom>
            <a:avLst/>
            <a:gdLst/>
            <a:ahLst/>
            <a:cxnLst/>
            <a:rect l="l" t="t" r="r" b="b"/>
            <a:pathLst>
              <a:path w="11463655" h="4775200">
                <a:moveTo>
                  <a:pt x="57531" y="4626229"/>
                </a:moveTo>
                <a:lnTo>
                  <a:pt x="56997" y="4621606"/>
                </a:lnTo>
                <a:lnTo>
                  <a:pt x="56896" y="4620641"/>
                </a:lnTo>
                <a:lnTo>
                  <a:pt x="55626" y="4616488"/>
                </a:lnTo>
                <a:lnTo>
                  <a:pt x="54229" y="4612335"/>
                </a:lnTo>
                <a:lnTo>
                  <a:pt x="52451" y="4608817"/>
                </a:lnTo>
                <a:lnTo>
                  <a:pt x="50165" y="4605921"/>
                </a:lnTo>
                <a:lnTo>
                  <a:pt x="48729" y="4604207"/>
                </a:lnTo>
                <a:lnTo>
                  <a:pt x="47752" y="4603026"/>
                </a:lnTo>
                <a:lnTo>
                  <a:pt x="46482" y="4602073"/>
                </a:lnTo>
                <a:lnTo>
                  <a:pt x="46482" y="4621606"/>
                </a:lnTo>
                <a:lnTo>
                  <a:pt x="46469" y="4644923"/>
                </a:lnTo>
                <a:lnTo>
                  <a:pt x="33782" y="4662335"/>
                </a:lnTo>
                <a:lnTo>
                  <a:pt x="23876" y="4662335"/>
                </a:lnTo>
                <a:lnTo>
                  <a:pt x="19685" y="4660404"/>
                </a:lnTo>
                <a:lnTo>
                  <a:pt x="12827" y="4652683"/>
                </a:lnTo>
                <a:lnTo>
                  <a:pt x="11176" y="4644923"/>
                </a:lnTo>
                <a:lnTo>
                  <a:pt x="11176" y="4621606"/>
                </a:lnTo>
                <a:lnTo>
                  <a:pt x="23749" y="4604207"/>
                </a:lnTo>
                <a:lnTo>
                  <a:pt x="33782" y="4604207"/>
                </a:lnTo>
                <a:lnTo>
                  <a:pt x="37973" y="4606125"/>
                </a:lnTo>
                <a:lnTo>
                  <a:pt x="41402" y="4609973"/>
                </a:lnTo>
                <a:lnTo>
                  <a:pt x="44704" y="4613808"/>
                </a:lnTo>
                <a:lnTo>
                  <a:pt x="46482" y="4621606"/>
                </a:lnTo>
                <a:lnTo>
                  <a:pt x="46482" y="4602073"/>
                </a:lnTo>
                <a:lnTo>
                  <a:pt x="44831" y="4600829"/>
                </a:lnTo>
                <a:lnTo>
                  <a:pt x="37719" y="4597755"/>
                </a:lnTo>
                <a:lnTo>
                  <a:pt x="33528" y="4596993"/>
                </a:lnTo>
                <a:lnTo>
                  <a:pt x="22352" y="4596993"/>
                </a:lnTo>
                <a:lnTo>
                  <a:pt x="17018" y="4598378"/>
                </a:lnTo>
                <a:lnTo>
                  <a:pt x="8636" y="4603928"/>
                </a:lnTo>
                <a:lnTo>
                  <a:pt x="5334" y="4607877"/>
                </a:lnTo>
                <a:lnTo>
                  <a:pt x="3035" y="4613618"/>
                </a:lnTo>
                <a:lnTo>
                  <a:pt x="1143" y="4618113"/>
                </a:lnTo>
                <a:lnTo>
                  <a:pt x="0" y="4624870"/>
                </a:lnTo>
                <a:lnTo>
                  <a:pt x="0" y="4633265"/>
                </a:lnTo>
                <a:lnTo>
                  <a:pt x="20320" y="4669498"/>
                </a:lnTo>
                <a:lnTo>
                  <a:pt x="35306" y="4669498"/>
                </a:lnTo>
                <a:lnTo>
                  <a:pt x="40640" y="4668101"/>
                </a:lnTo>
                <a:lnTo>
                  <a:pt x="49022" y="4662513"/>
                </a:lnTo>
                <a:lnTo>
                  <a:pt x="49161" y="4662335"/>
                </a:lnTo>
                <a:lnTo>
                  <a:pt x="52197" y="4658563"/>
                </a:lnTo>
                <a:lnTo>
                  <a:pt x="56515" y="4648327"/>
                </a:lnTo>
                <a:lnTo>
                  <a:pt x="57531" y="4641596"/>
                </a:lnTo>
                <a:lnTo>
                  <a:pt x="57531" y="4626229"/>
                </a:lnTo>
                <a:close/>
              </a:path>
              <a:path w="11463655" h="4775200">
                <a:moveTo>
                  <a:pt x="146431" y="4731461"/>
                </a:moveTo>
                <a:lnTo>
                  <a:pt x="145897" y="4726851"/>
                </a:lnTo>
                <a:lnTo>
                  <a:pt x="145796" y="4725873"/>
                </a:lnTo>
                <a:lnTo>
                  <a:pt x="144526" y="4721733"/>
                </a:lnTo>
                <a:lnTo>
                  <a:pt x="143129" y="4717580"/>
                </a:lnTo>
                <a:lnTo>
                  <a:pt x="141351" y="4714049"/>
                </a:lnTo>
                <a:lnTo>
                  <a:pt x="139065" y="4711166"/>
                </a:lnTo>
                <a:lnTo>
                  <a:pt x="137629" y="4709452"/>
                </a:lnTo>
                <a:lnTo>
                  <a:pt x="136652" y="4708271"/>
                </a:lnTo>
                <a:lnTo>
                  <a:pt x="135382" y="4707318"/>
                </a:lnTo>
                <a:lnTo>
                  <a:pt x="135382" y="4726851"/>
                </a:lnTo>
                <a:lnTo>
                  <a:pt x="135369" y="4750168"/>
                </a:lnTo>
                <a:lnTo>
                  <a:pt x="122682" y="4767580"/>
                </a:lnTo>
                <a:lnTo>
                  <a:pt x="112776" y="4767580"/>
                </a:lnTo>
                <a:lnTo>
                  <a:pt x="108585" y="4765637"/>
                </a:lnTo>
                <a:lnTo>
                  <a:pt x="101727" y="4757928"/>
                </a:lnTo>
                <a:lnTo>
                  <a:pt x="100076" y="4750168"/>
                </a:lnTo>
                <a:lnTo>
                  <a:pt x="100076" y="4726851"/>
                </a:lnTo>
                <a:lnTo>
                  <a:pt x="112649" y="4709452"/>
                </a:lnTo>
                <a:lnTo>
                  <a:pt x="122682" y="4709452"/>
                </a:lnTo>
                <a:lnTo>
                  <a:pt x="126873" y="4711370"/>
                </a:lnTo>
                <a:lnTo>
                  <a:pt x="130302" y="4715205"/>
                </a:lnTo>
                <a:lnTo>
                  <a:pt x="133604" y="4719053"/>
                </a:lnTo>
                <a:lnTo>
                  <a:pt x="135382" y="4726851"/>
                </a:lnTo>
                <a:lnTo>
                  <a:pt x="135382" y="4707318"/>
                </a:lnTo>
                <a:lnTo>
                  <a:pt x="133731" y="4706061"/>
                </a:lnTo>
                <a:lnTo>
                  <a:pt x="126619" y="4703000"/>
                </a:lnTo>
                <a:lnTo>
                  <a:pt x="122428" y="4702238"/>
                </a:lnTo>
                <a:lnTo>
                  <a:pt x="111252" y="4702238"/>
                </a:lnTo>
                <a:lnTo>
                  <a:pt x="105918" y="4703623"/>
                </a:lnTo>
                <a:lnTo>
                  <a:pt x="97536" y="4709172"/>
                </a:lnTo>
                <a:lnTo>
                  <a:pt x="94234" y="4713122"/>
                </a:lnTo>
                <a:lnTo>
                  <a:pt x="91935" y="4718863"/>
                </a:lnTo>
                <a:lnTo>
                  <a:pt x="90043" y="4723358"/>
                </a:lnTo>
                <a:lnTo>
                  <a:pt x="88900" y="4730115"/>
                </a:lnTo>
                <a:lnTo>
                  <a:pt x="88900" y="4738509"/>
                </a:lnTo>
                <a:lnTo>
                  <a:pt x="109220" y="4774743"/>
                </a:lnTo>
                <a:lnTo>
                  <a:pt x="124206" y="4774743"/>
                </a:lnTo>
                <a:lnTo>
                  <a:pt x="129540" y="4773346"/>
                </a:lnTo>
                <a:lnTo>
                  <a:pt x="137922" y="4767758"/>
                </a:lnTo>
                <a:lnTo>
                  <a:pt x="138061" y="4767580"/>
                </a:lnTo>
                <a:lnTo>
                  <a:pt x="141097" y="4763808"/>
                </a:lnTo>
                <a:lnTo>
                  <a:pt x="145415" y="4753572"/>
                </a:lnTo>
                <a:lnTo>
                  <a:pt x="146431" y="4746841"/>
                </a:lnTo>
                <a:lnTo>
                  <a:pt x="146431" y="4731461"/>
                </a:lnTo>
                <a:close/>
              </a:path>
              <a:path w="11463655" h="4775200">
                <a:moveTo>
                  <a:pt x="11463655" y="4537354"/>
                </a:moveTo>
                <a:lnTo>
                  <a:pt x="11457305" y="4537354"/>
                </a:lnTo>
                <a:lnTo>
                  <a:pt x="11457305" y="4628578"/>
                </a:lnTo>
                <a:lnTo>
                  <a:pt x="10329799" y="4628578"/>
                </a:lnTo>
                <a:lnTo>
                  <a:pt x="10329799" y="4537354"/>
                </a:lnTo>
                <a:lnTo>
                  <a:pt x="10323449" y="4537354"/>
                </a:lnTo>
                <a:lnTo>
                  <a:pt x="10323449" y="4628578"/>
                </a:lnTo>
                <a:lnTo>
                  <a:pt x="9195943" y="4628578"/>
                </a:lnTo>
                <a:lnTo>
                  <a:pt x="9195943" y="4537354"/>
                </a:lnTo>
                <a:lnTo>
                  <a:pt x="9189593" y="4537354"/>
                </a:lnTo>
                <a:lnTo>
                  <a:pt x="9189593" y="4628578"/>
                </a:lnTo>
                <a:lnTo>
                  <a:pt x="8062087" y="4628578"/>
                </a:lnTo>
                <a:lnTo>
                  <a:pt x="8062087" y="4537354"/>
                </a:lnTo>
                <a:lnTo>
                  <a:pt x="8055737" y="4537354"/>
                </a:lnTo>
                <a:lnTo>
                  <a:pt x="8055737" y="4628578"/>
                </a:lnTo>
                <a:lnTo>
                  <a:pt x="6928231" y="4628578"/>
                </a:lnTo>
                <a:lnTo>
                  <a:pt x="6928231" y="4537354"/>
                </a:lnTo>
                <a:lnTo>
                  <a:pt x="6921881" y="4537354"/>
                </a:lnTo>
                <a:lnTo>
                  <a:pt x="6921881" y="4628578"/>
                </a:lnTo>
                <a:lnTo>
                  <a:pt x="5794362" y="4628578"/>
                </a:lnTo>
                <a:lnTo>
                  <a:pt x="5794362" y="4537354"/>
                </a:lnTo>
                <a:lnTo>
                  <a:pt x="5788025" y="4537354"/>
                </a:lnTo>
                <a:lnTo>
                  <a:pt x="5788025" y="4628578"/>
                </a:lnTo>
                <a:lnTo>
                  <a:pt x="4660519" y="4628578"/>
                </a:lnTo>
                <a:lnTo>
                  <a:pt x="4660519" y="4537354"/>
                </a:lnTo>
                <a:lnTo>
                  <a:pt x="4654169" y="4537354"/>
                </a:lnTo>
                <a:lnTo>
                  <a:pt x="4654169" y="4628578"/>
                </a:lnTo>
                <a:lnTo>
                  <a:pt x="3526650" y="4628578"/>
                </a:lnTo>
                <a:lnTo>
                  <a:pt x="3526650" y="4537354"/>
                </a:lnTo>
                <a:lnTo>
                  <a:pt x="3520313" y="4537354"/>
                </a:lnTo>
                <a:lnTo>
                  <a:pt x="3520313" y="4628578"/>
                </a:lnTo>
                <a:lnTo>
                  <a:pt x="2392794" y="4628578"/>
                </a:lnTo>
                <a:lnTo>
                  <a:pt x="2392794" y="4537354"/>
                </a:lnTo>
                <a:lnTo>
                  <a:pt x="2386457" y="4537354"/>
                </a:lnTo>
                <a:lnTo>
                  <a:pt x="2386457" y="4628578"/>
                </a:lnTo>
                <a:lnTo>
                  <a:pt x="1258951" y="4628578"/>
                </a:lnTo>
                <a:lnTo>
                  <a:pt x="1258951" y="4537354"/>
                </a:lnTo>
                <a:lnTo>
                  <a:pt x="1252601" y="4537354"/>
                </a:lnTo>
                <a:lnTo>
                  <a:pt x="1252601" y="4628578"/>
                </a:lnTo>
                <a:lnTo>
                  <a:pt x="238480" y="4628578"/>
                </a:lnTo>
                <a:lnTo>
                  <a:pt x="125095" y="4628578"/>
                </a:lnTo>
                <a:lnTo>
                  <a:pt x="125095" y="4537354"/>
                </a:lnTo>
                <a:lnTo>
                  <a:pt x="125095" y="4119422"/>
                </a:lnTo>
                <a:lnTo>
                  <a:pt x="238480" y="4119422"/>
                </a:lnTo>
                <a:lnTo>
                  <a:pt x="238480" y="4114317"/>
                </a:lnTo>
                <a:lnTo>
                  <a:pt x="125095" y="4114317"/>
                </a:lnTo>
                <a:lnTo>
                  <a:pt x="125095" y="3605072"/>
                </a:lnTo>
                <a:lnTo>
                  <a:pt x="238480" y="3605072"/>
                </a:lnTo>
                <a:lnTo>
                  <a:pt x="238480" y="3599954"/>
                </a:lnTo>
                <a:lnTo>
                  <a:pt x="125095" y="3599954"/>
                </a:lnTo>
                <a:lnTo>
                  <a:pt x="125095" y="3090824"/>
                </a:lnTo>
                <a:lnTo>
                  <a:pt x="238480" y="3090824"/>
                </a:lnTo>
                <a:lnTo>
                  <a:pt x="238480" y="3085706"/>
                </a:lnTo>
                <a:lnTo>
                  <a:pt x="125095" y="3085706"/>
                </a:lnTo>
                <a:lnTo>
                  <a:pt x="125095" y="2576563"/>
                </a:lnTo>
                <a:lnTo>
                  <a:pt x="238480" y="2576563"/>
                </a:lnTo>
                <a:lnTo>
                  <a:pt x="238480" y="2571458"/>
                </a:lnTo>
                <a:lnTo>
                  <a:pt x="125095" y="2571458"/>
                </a:lnTo>
                <a:lnTo>
                  <a:pt x="125095" y="2062213"/>
                </a:lnTo>
                <a:lnTo>
                  <a:pt x="238480" y="2062213"/>
                </a:lnTo>
                <a:lnTo>
                  <a:pt x="238480" y="2057107"/>
                </a:lnTo>
                <a:lnTo>
                  <a:pt x="125095" y="2057107"/>
                </a:lnTo>
                <a:lnTo>
                  <a:pt x="125095" y="1547964"/>
                </a:lnTo>
                <a:lnTo>
                  <a:pt x="238480" y="1547964"/>
                </a:lnTo>
                <a:lnTo>
                  <a:pt x="238480" y="1542859"/>
                </a:lnTo>
                <a:lnTo>
                  <a:pt x="125095" y="1542859"/>
                </a:lnTo>
                <a:lnTo>
                  <a:pt x="125095" y="1033716"/>
                </a:lnTo>
                <a:lnTo>
                  <a:pt x="238480" y="1033716"/>
                </a:lnTo>
                <a:lnTo>
                  <a:pt x="238480" y="1028611"/>
                </a:lnTo>
                <a:lnTo>
                  <a:pt x="125095" y="1028611"/>
                </a:lnTo>
                <a:lnTo>
                  <a:pt x="125095" y="519366"/>
                </a:lnTo>
                <a:lnTo>
                  <a:pt x="238480" y="519366"/>
                </a:lnTo>
                <a:lnTo>
                  <a:pt x="238480" y="514248"/>
                </a:lnTo>
                <a:lnTo>
                  <a:pt x="125095" y="514248"/>
                </a:lnTo>
                <a:lnTo>
                  <a:pt x="125095" y="5105"/>
                </a:lnTo>
                <a:lnTo>
                  <a:pt x="238480" y="5105"/>
                </a:lnTo>
                <a:lnTo>
                  <a:pt x="238480" y="0"/>
                </a:lnTo>
                <a:lnTo>
                  <a:pt x="121920" y="0"/>
                </a:lnTo>
                <a:lnTo>
                  <a:pt x="118745" y="12"/>
                </a:lnTo>
                <a:lnTo>
                  <a:pt x="118745" y="4537354"/>
                </a:lnTo>
                <a:lnTo>
                  <a:pt x="118745" y="4631131"/>
                </a:lnTo>
                <a:lnTo>
                  <a:pt x="121920" y="4631131"/>
                </a:lnTo>
                <a:lnTo>
                  <a:pt x="121920" y="4633684"/>
                </a:lnTo>
                <a:lnTo>
                  <a:pt x="238480" y="4633684"/>
                </a:lnTo>
                <a:lnTo>
                  <a:pt x="11463655" y="4633684"/>
                </a:lnTo>
                <a:lnTo>
                  <a:pt x="11463655" y="4631131"/>
                </a:lnTo>
                <a:lnTo>
                  <a:pt x="11463655" y="4628578"/>
                </a:lnTo>
                <a:lnTo>
                  <a:pt x="11463655" y="453735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7" name="bg 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02022" y="859922"/>
            <a:ext cx="3696970" cy="130274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685800" y="1575970"/>
            <a:ext cx="11338560" cy="4076065"/>
          </a:xfrm>
          <a:custGeom>
            <a:avLst/>
            <a:gdLst/>
            <a:ahLst/>
            <a:cxnLst/>
            <a:rect l="l" t="t" r="r" b="b"/>
            <a:pathLst>
              <a:path w="11338560" h="4076065">
                <a:moveTo>
                  <a:pt x="0" y="4075607"/>
                </a:moveTo>
                <a:lnTo>
                  <a:pt x="1133856" y="3399183"/>
                </a:lnTo>
                <a:lnTo>
                  <a:pt x="2267712" y="2827407"/>
                </a:lnTo>
                <a:lnTo>
                  <a:pt x="3401567" y="2331957"/>
                </a:lnTo>
                <a:lnTo>
                  <a:pt x="4535424" y="1895053"/>
                </a:lnTo>
                <a:lnTo>
                  <a:pt x="5669280" y="1504129"/>
                </a:lnTo>
                <a:lnTo>
                  <a:pt x="6803135" y="1150601"/>
                </a:lnTo>
                <a:lnTo>
                  <a:pt x="7936992" y="827828"/>
                </a:lnTo>
                <a:lnTo>
                  <a:pt x="9070848" y="530905"/>
                </a:lnTo>
                <a:lnTo>
                  <a:pt x="10204704" y="255950"/>
                </a:lnTo>
                <a:lnTo>
                  <a:pt x="11338560" y="0"/>
                </a:lnTo>
              </a:path>
            </a:pathLst>
          </a:custGeom>
          <a:ln w="525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647700" y="1545317"/>
            <a:ext cx="11414760" cy="4137025"/>
          </a:xfrm>
          <a:custGeom>
            <a:avLst/>
            <a:gdLst/>
            <a:ahLst/>
            <a:cxnLst/>
            <a:rect l="l" t="t" r="r" b="b"/>
            <a:pathLst>
              <a:path w="11414760" h="4137025">
                <a:moveTo>
                  <a:pt x="38100" y="4075597"/>
                </a:moveTo>
                <a:lnTo>
                  <a:pt x="38100" y="4136902"/>
                </a:lnTo>
              </a:path>
              <a:path w="11414760" h="4137025">
                <a:moveTo>
                  <a:pt x="0" y="4106249"/>
                </a:moveTo>
                <a:lnTo>
                  <a:pt x="76200" y="4106249"/>
                </a:lnTo>
              </a:path>
              <a:path w="11414760" h="4137025">
                <a:moveTo>
                  <a:pt x="11175" y="4084578"/>
                </a:moveTo>
                <a:lnTo>
                  <a:pt x="65024" y="4127931"/>
                </a:lnTo>
              </a:path>
              <a:path w="11414760" h="4137025">
                <a:moveTo>
                  <a:pt x="11175" y="4127931"/>
                </a:moveTo>
                <a:lnTo>
                  <a:pt x="65024" y="4084578"/>
                </a:lnTo>
              </a:path>
              <a:path w="11414760" h="4137025">
                <a:moveTo>
                  <a:pt x="1171956" y="3399183"/>
                </a:moveTo>
                <a:lnTo>
                  <a:pt x="1171956" y="3460488"/>
                </a:lnTo>
              </a:path>
              <a:path w="11414760" h="4137025">
                <a:moveTo>
                  <a:pt x="1133856" y="3429836"/>
                </a:moveTo>
                <a:lnTo>
                  <a:pt x="1210056" y="3429836"/>
                </a:lnTo>
              </a:path>
              <a:path w="11414760" h="4137025">
                <a:moveTo>
                  <a:pt x="1145032" y="3408174"/>
                </a:moveTo>
                <a:lnTo>
                  <a:pt x="1198880" y="3451599"/>
                </a:lnTo>
              </a:path>
              <a:path w="11414760" h="4137025">
                <a:moveTo>
                  <a:pt x="1145032" y="3451599"/>
                </a:moveTo>
                <a:lnTo>
                  <a:pt x="1198880" y="3408174"/>
                </a:lnTo>
              </a:path>
              <a:path w="11414760" h="4137025">
                <a:moveTo>
                  <a:pt x="2305812" y="2827407"/>
                </a:moveTo>
                <a:lnTo>
                  <a:pt x="2305812" y="2888713"/>
                </a:lnTo>
              </a:path>
              <a:path w="11414760" h="4137025">
                <a:moveTo>
                  <a:pt x="2267712" y="2858060"/>
                </a:moveTo>
                <a:lnTo>
                  <a:pt x="2343912" y="2858060"/>
                </a:lnTo>
              </a:path>
              <a:path w="11414760" h="4137025">
                <a:moveTo>
                  <a:pt x="2278888" y="2836297"/>
                </a:moveTo>
                <a:lnTo>
                  <a:pt x="2332736" y="2879721"/>
                </a:lnTo>
              </a:path>
              <a:path w="11414760" h="4137025">
                <a:moveTo>
                  <a:pt x="2278888" y="2879721"/>
                </a:moveTo>
                <a:lnTo>
                  <a:pt x="2332736" y="2836297"/>
                </a:lnTo>
              </a:path>
              <a:path w="11414760" h="4137025">
                <a:moveTo>
                  <a:pt x="3439667" y="2331957"/>
                </a:moveTo>
                <a:lnTo>
                  <a:pt x="3439667" y="2393262"/>
                </a:lnTo>
              </a:path>
              <a:path w="11414760" h="4137025">
                <a:moveTo>
                  <a:pt x="3401567" y="2362610"/>
                </a:moveTo>
                <a:lnTo>
                  <a:pt x="3477767" y="2362610"/>
                </a:lnTo>
              </a:path>
              <a:path w="11414760" h="4137025">
                <a:moveTo>
                  <a:pt x="3412744" y="2340949"/>
                </a:moveTo>
                <a:lnTo>
                  <a:pt x="3466591" y="2384271"/>
                </a:lnTo>
              </a:path>
              <a:path w="11414760" h="4137025">
                <a:moveTo>
                  <a:pt x="3412744" y="2384271"/>
                </a:moveTo>
                <a:lnTo>
                  <a:pt x="3466591" y="2340949"/>
                </a:lnTo>
              </a:path>
              <a:path w="11414760" h="4137025">
                <a:moveTo>
                  <a:pt x="4573524" y="1895053"/>
                </a:moveTo>
                <a:lnTo>
                  <a:pt x="4573524" y="1956359"/>
                </a:lnTo>
              </a:path>
              <a:path w="11414760" h="4137025">
                <a:moveTo>
                  <a:pt x="4535424" y="1925706"/>
                </a:moveTo>
                <a:lnTo>
                  <a:pt x="4611624" y="1925706"/>
                </a:lnTo>
              </a:path>
              <a:path w="11414760" h="4137025">
                <a:moveTo>
                  <a:pt x="4546600" y="1904045"/>
                </a:moveTo>
                <a:lnTo>
                  <a:pt x="4600448" y="1947367"/>
                </a:lnTo>
              </a:path>
              <a:path w="11414760" h="4137025">
                <a:moveTo>
                  <a:pt x="4546600" y="1947367"/>
                </a:moveTo>
                <a:lnTo>
                  <a:pt x="4600448" y="1904045"/>
                </a:lnTo>
              </a:path>
              <a:path w="11414760" h="4137025">
                <a:moveTo>
                  <a:pt x="5707380" y="1504129"/>
                </a:moveTo>
                <a:lnTo>
                  <a:pt x="5707380" y="1565434"/>
                </a:lnTo>
              </a:path>
              <a:path w="11414760" h="4137025">
                <a:moveTo>
                  <a:pt x="5669280" y="1534782"/>
                </a:moveTo>
                <a:lnTo>
                  <a:pt x="5745480" y="1534782"/>
                </a:lnTo>
              </a:path>
              <a:path w="11414760" h="4137025">
                <a:moveTo>
                  <a:pt x="5680456" y="1513120"/>
                </a:moveTo>
                <a:lnTo>
                  <a:pt x="5734304" y="1556545"/>
                </a:lnTo>
              </a:path>
              <a:path w="11414760" h="4137025">
                <a:moveTo>
                  <a:pt x="5680456" y="1556545"/>
                </a:moveTo>
                <a:lnTo>
                  <a:pt x="5734304" y="1513120"/>
                </a:lnTo>
              </a:path>
              <a:path w="11414760" h="4137025">
                <a:moveTo>
                  <a:pt x="6841235" y="1150601"/>
                </a:moveTo>
                <a:lnTo>
                  <a:pt x="6841235" y="1211906"/>
                </a:lnTo>
              </a:path>
              <a:path w="11414760" h="4137025">
                <a:moveTo>
                  <a:pt x="6803135" y="1181254"/>
                </a:moveTo>
                <a:lnTo>
                  <a:pt x="6879335" y="1181254"/>
                </a:lnTo>
              </a:path>
              <a:path w="11414760" h="4137025">
                <a:moveTo>
                  <a:pt x="6814311" y="1159592"/>
                </a:moveTo>
                <a:lnTo>
                  <a:pt x="6868159" y="1202915"/>
                </a:lnTo>
              </a:path>
              <a:path w="11414760" h="4137025">
                <a:moveTo>
                  <a:pt x="6814311" y="1202915"/>
                </a:moveTo>
                <a:lnTo>
                  <a:pt x="6868159" y="1159592"/>
                </a:lnTo>
              </a:path>
              <a:path w="11414760" h="4137025">
                <a:moveTo>
                  <a:pt x="7975092" y="827828"/>
                </a:moveTo>
                <a:lnTo>
                  <a:pt x="7975092" y="889133"/>
                </a:lnTo>
              </a:path>
              <a:path w="11414760" h="4137025">
                <a:moveTo>
                  <a:pt x="7936992" y="858480"/>
                </a:moveTo>
                <a:lnTo>
                  <a:pt x="8013192" y="858480"/>
                </a:lnTo>
              </a:path>
              <a:path w="11414760" h="4137025">
                <a:moveTo>
                  <a:pt x="7948168" y="836819"/>
                </a:moveTo>
                <a:lnTo>
                  <a:pt x="8002016" y="880142"/>
                </a:lnTo>
              </a:path>
              <a:path w="11414760" h="4137025">
                <a:moveTo>
                  <a:pt x="7948168" y="880142"/>
                </a:moveTo>
                <a:lnTo>
                  <a:pt x="8002016" y="836819"/>
                </a:lnTo>
              </a:path>
              <a:path w="11414760" h="4137025">
                <a:moveTo>
                  <a:pt x="9108948" y="530905"/>
                </a:moveTo>
                <a:lnTo>
                  <a:pt x="9108948" y="592210"/>
                </a:lnTo>
              </a:path>
              <a:path w="11414760" h="4137025">
                <a:moveTo>
                  <a:pt x="9070848" y="561558"/>
                </a:moveTo>
                <a:lnTo>
                  <a:pt x="9147048" y="561558"/>
                </a:lnTo>
              </a:path>
              <a:path w="11414760" h="4137025">
                <a:moveTo>
                  <a:pt x="9082024" y="539794"/>
                </a:moveTo>
                <a:lnTo>
                  <a:pt x="9135872" y="583219"/>
                </a:lnTo>
              </a:path>
              <a:path w="11414760" h="4137025">
                <a:moveTo>
                  <a:pt x="9082024" y="583219"/>
                </a:moveTo>
                <a:lnTo>
                  <a:pt x="9135872" y="539794"/>
                </a:lnTo>
              </a:path>
              <a:path w="11414760" h="4137025">
                <a:moveTo>
                  <a:pt x="10242804" y="255950"/>
                </a:moveTo>
                <a:lnTo>
                  <a:pt x="10242804" y="317255"/>
                </a:lnTo>
              </a:path>
              <a:path w="11414760" h="4137025">
                <a:moveTo>
                  <a:pt x="10204704" y="286603"/>
                </a:moveTo>
                <a:lnTo>
                  <a:pt x="10280904" y="286603"/>
                </a:lnTo>
              </a:path>
              <a:path w="11414760" h="4137025">
                <a:moveTo>
                  <a:pt x="10215880" y="264941"/>
                </a:moveTo>
                <a:lnTo>
                  <a:pt x="10269728" y="308264"/>
                </a:lnTo>
              </a:path>
              <a:path w="11414760" h="4137025">
                <a:moveTo>
                  <a:pt x="10215880" y="308264"/>
                </a:moveTo>
                <a:lnTo>
                  <a:pt x="10269728" y="264941"/>
                </a:lnTo>
              </a:path>
              <a:path w="11414760" h="4137025">
                <a:moveTo>
                  <a:pt x="11376660" y="0"/>
                </a:moveTo>
                <a:lnTo>
                  <a:pt x="11376660" y="61305"/>
                </a:lnTo>
              </a:path>
              <a:path w="11414760" h="4137025">
                <a:moveTo>
                  <a:pt x="11338560" y="30652"/>
                </a:moveTo>
                <a:lnTo>
                  <a:pt x="11414760" y="30652"/>
                </a:lnTo>
              </a:path>
              <a:path w="11414760" h="4137025">
                <a:moveTo>
                  <a:pt x="11349736" y="8991"/>
                </a:moveTo>
                <a:lnTo>
                  <a:pt x="11403584" y="52313"/>
                </a:lnTo>
              </a:path>
              <a:path w="11414760" h="4137025">
                <a:moveTo>
                  <a:pt x="11349736" y="52313"/>
                </a:moveTo>
                <a:lnTo>
                  <a:pt x="11403584" y="8991"/>
                </a:lnTo>
              </a:path>
            </a:pathLst>
          </a:custGeom>
          <a:ln w="572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685800" y="1336572"/>
            <a:ext cx="11338560" cy="4315460"/>
          </a:xfrm>
          <a:custGeom>
            <a:avLst/>
            <a:gdLst/>
            <a:ahLst/>
            <a:cxnLst/>
            <a:rect l="l" t="t" r="r" b="b"/>
            <a:pathLst>
              <a:path w="11338560" h="4315460">
                <a:moveTo>
                  <a:pt x="0" y="4315005"/>
                </a:moveTo>
                <a:lnTo>
                  <a:pt x="1133856" y="3577275"/>
                </a:lnTo>
                <a:lnTo>
                  <a:pt x="2267712" y="2962279"/>
                </a:lnTo>
                <a:lnTo>
                  <a:pt x="3401567" y="2434848"/>
                </a:lnTo>
                <a:lnTo>
                  <a:pt x="4535424" y="1973116"/>
                </a:lnTo>
                <a:lnTo>
                  <a:pt x="5669280" y="1562574"/>
                </a:lnTo>
                <a:lnTo>
                  <a:pt x="6803135" y="1193004"/>
                </a:lnTo>
                <a:lnTo>
                  <a:pt x="7936992" y="856845"/>
                </a:lnTo>
                <a:lnTo>
                  <a:pt x="9070848" y="548683"/>
                </a:lnTo>
                <a:lnTo>
                  <a:pt x="10204704" y="264226"/>
                </a:lnTo>
                <a:lnTo>
                  <a:pt x="11338560" y="0"/>
                </a:lnTo>
              </a:path>
            </a:pathLst>
          </a:custGeom>
          <a:ln w="526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1" name="bg 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4525" y="5618360"/>
            <a:ext cx="82550" cy="6641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78380" y="4880640"/>
            <a:ext cx="82550" cy="66414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12237" y="4265645"/>
            <a:ext cx="82550" cy="66414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046093" y="3738213"/>
            <a:ext cx="82550" cy="66414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179949" y="3276481"/>
            <a:ext cx="82550" cy="66414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13805" y="2865939"/>
            <a:ext cx="82550" cy="66414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447661" y="2496369"/>
            <a:ext cx="82550" cy="66414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581516" y="2160211"/>
            <a:ext cx="82550" cy="66414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715373" y="1852048"/>
            <a:ext cx="82550" cy="66414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849228" y="1567591"/>
            <a:ext cx="82550" cy="66414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983085" y="1303365"/>
            <a:ext cx="82550" cy="66414"/>
          </a:xfrm>
          <a:prstGeom prst="rect">
            <a:avLst/>
          </a:prstGeom>
        </p:spPr>
      </p:pic>
      <p:sp>
        <p:nvSpPr>
          <p:cNvPr id="42" name="bg object 42"/>
          <p:cNvSpPr/>
          <p:nvPr/>
        </p:nvSpPr>
        <p:spPr>
          <a:xfrm>
            <a:off x="685800" y="1111683"/>
            <a:ext cx="11338560" cy="4540250"/>
          </a:xfrm>
          <a:custGeom>
            <a:avLst/>
            <a:gdLst/>
            <a:ahLst/>
            <a:cxnLst/>
            <a:rect l="l" t="t" r="r" b="b"/>
            <a:pathLst>
              <a:path w="11338560" h="4540250">
                <a:moveTo>
                  <a:pt x="0" y="4539894"/>
                </a:moveTo>
                <a:lnTo>
                  <a:pt x="1133856" y="3741880"/>
                </a:lnTo>
                <a:lnTo>
                  <a:pt x="2267712" y="3085503"/>
                </a:lnTo>
                <a:lnTo>
                  <a:pt x="3401567" y="2528032"/>
                </a:lnTo>
                <a:lnTo>
                  <a:pt x="4535424" y="2043413"/>
                </a:lnTo>
                <a:lnTo>
                  <a:pt x="5669280" y="1614888"/>
                </a:lnTo>
                <a:lnTo>
                  <a:pt x="6803135" y="1230809"/>
                </a:lnTo>
                <a:lnTo>
                  <a:pt x="7936992" y="882696"/>
                </a:lnTo>
                <a:lnTo>
                  <a:pt x="9070848" y="564521"/>
                </a:lnTo>
                <a:lnTo>
                  <a:pt x="10204704" y="271481"/>
                </a:lnTo>
                <a:lnTo>
                  <a:pt x="11338560" y="0"/>
                </a:lnTo>
              </a:path>
            </a:pathLst>
          </a:custGeom>
          <a:ln w="528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g object 43"/>
          <p:cNvSpPr/>
          <p:nvPr/>
        </p:nvSpPr>
        <p:spPr>
          <a:xfrm>
            <a:off x="647700" y="1081030"/>
            <a:ext cx="11414760" cy="4601210"/>
          </a:xfrm>
          <a:custGeom>
            <a:avLst/>
            <a:gdLst/>
            <a:ahLst/>
            <a:cxnLst/>
            <a:rect l="l" t="t" r="r" b="b"/>
            <a:pathLst>
              <a:path w="11414760" h="4601210">
                <a:moveTo>
                  <a:pt x="38100" y="4539883"/>
                </a:moveTo>
                <a:lnTo>
                  <a:pt x="38100" y="4601189"/>
                </a:lnTo>
              </a:path>
              <a:path w="11414760" h="4601210">
                <a:moveTo>
                  <a:pt x="0" y="4570536"/>
                </a:moveTo>
                <a:lnTo>
                  <a:pt x="76200" y="4570536"/>
                </a:lnTo>
              </a:path>
              <a:path w="11414760" h="4601210">
                <a:moveTo>
                  <a:pt x="1171956" y="3741880"/>
                </a:moveTo>
                <a:lnTo>
                  <a:pt x="1171956" y="3803186"/>
                </a:lnTo>
              </a:path>
              <a:path w="11414760" h="4601210">
                <a:moveTo>
                  <a:pt x="1133856" y="3772533"/>
                </a:moveTo>
                <a:lnTo>
                  <a:pt x="1210056" y="3772533"/>
                </a:lnTo>
              </a:path>
              <a:path w="11414760" h="4601210">
                <a:moveTo>
                  <a:pt x="2305812" y="3085503"/>
                </a:moveTo>
                <a:lnTo>
                  <a:pt x="2305812" y="3146809"/>
                </a:lnTo>
              </a:path>
              <a:path w="11414760" h="4601210">
                <a:moveTo>
                  <a:pt x="2267712" y="3116156"/>
                </a:moveTo>
                <a:lnTo>
                  <a:pt x="2343912" y="3116156"/>
                </a:lnTo>
              </a:path>
              <a:path w="11414760" h="4601210">
                <a:moveTo>
                  <a:pt x="3439667" y="2528032"/>
                </a:moveTo>
                <a:lnTo>
                  <a:pt x="3439667" y="2589338"/>
                </a:lnTo>
              </a:path>
              <a:path w="11414760" h="4601210">
                <a:moveTo>
                  <a:pt x="3401567" y="2558685"/>
                </a:moveTo>
                <a:lnTo>
                  <a:pt x="3477767" y="2558685"/>
                </a:lnTo>
              </a:path>
              <a:path w="11414760" h="4601210">
                <a:moveTo>
                  <a:pt x="4573524" y="2043413"/>
                </a:moveTo>
                <a:lnTo>
                  <a:pt x="4573524" y="2104718"/>
                </a:lnTo>
              </a:path>
              <a:path w="11414760" h="4601210">
                <a:moveTo>
                  <a:pt x="4535424" y="2074065"/>
                </a:moveTo>
                <a:lnTo>
                  <a:pt x="4611624" y="2074065"/>
                </a:lnTo>
              </a:path>
              <a:path w="11414760" h="4601210">
                <a:moveTo>
                  <a:pt x="5707380" y="1614888"/>
                </a:moveTo>
                <a:lnTo>
                  <a:pt x="5707380" y="1676193"/>
                </a:lnTo>
              </a:path>
              <a:path w="11414760" h="4601210">
                <a:moveTo>
                  <a:pt x="5669280" y="1645540"/>
                </a:moveTo>
                <a:lnTo>
                  <a:pt x="5745480" y="1645540"/>
                </a:lnTo>
              </a:path>
              <a:path w="11414760" h="4601210">
                <a:moveTo>
                  <a:pt x="6841235" y="1230809"/>
                </a:moveTo>
                <a:lnTo>
                  <a:pt x="6841235" y="1292114"/>
                </a:lnTo>
              </a:path>
              <a:path w="11414760" h="4601210">
                <a:moveTo>
                  <a:pt x="6803135" y="1261462"/>
                </a:moveTo>
                <a:lnTo>
                  <a:pt x="6879335" y="1261462"/>
                </a:lnTo>
              </a:path>
              <a:path w="11414760" h="4601210">
                <a:moveTo>
                  <a:pt x="7975092" y="882696"/>
                </a:moveTo>
                <a:lnTo>
                  <a:pt x="7975092" y="944001"/>
                </a:lnTo>
              </a:path>
              <a:path w="11414760" h="4601210">
                <a:moveTo>
                  <a:pt x="7936992" y="913349"/>
                </a:moveTo>
                <a:lnTo>
                  <a:pt x="8013192" y="913349"/>
                </a:lnTo>
              </a:path>
              <a:path w="11414760" h="4601210">
                <a:moveTo>
                  <a:pt x="9108948" y="564521"/>
                </a:moveTo>
                <a:lnTo>
                  <a:pt x="9108948" y="625826"/>
                </a:lnTo>
              </a:path>
              <a:path w="11414760" h="4601210">
                <a:moveTo>
                  <a:pt x="9070848" y="595173"/>
                </a:moveTo>
                <a:lnTo>
                  <a:pt x="9147048" y="595173"/>
                </a:lnTo>
              </a:path>
              <a:path w="11414760" h="4601210">
                <a:moveTo>
                  <a:pt x="10242804" y="271481"/>
                </a:moveTo>
                <a:lnTo>
                  <a:pt x="10242804" y="332786"/>
                </a:lnTo>
              </a:path>
              <a:path w="11414760" h="4601210">
                <a:moveTo>
                  <a:pt x="10204704" y="302133"/>
                </a:moveTo>
                <a:lnTo>
                  <a:pt x="10280904" y="302133"/>
                </a:lnTo>
              </a:path>
              <a:path w="11414760" h="4601210">
                <a:moveTo>
                  <a:pt x="11376660" y="0"/>
                </a:moveTo>
                <a:lnTo>
                  <a:pt x="11376660" y="61305"/>
                </a:lnTo>
              </a:path>
              <a:path w="11414760" h="4601210">
                <a:moveTo>
                  <a:pt x="11338560" y="30652"/>
                </a:moveTo>
                <a:lnTo>
                  <a:pt x="11414760" y="30652"/>
                </a:lnTo>
              </a:path>
            </a:pathLst>
          </a:custGeom>
          <a:ln w="572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g object 44"/>
          <p:cNvSpPr/>
          <p:nvPr/>
        </p:nvSpPr>
        <p:spPr>
          <a:xfrm>
            <a:off x="685800" y="2508324"/>
            <a:ext cx="11338560" cy="3143250"/>
          </a:xfrm>
          <a:custGeom>
            <a:avLst/>
            <a:gdLst/>
            <a:ahLst/>
            <a:cxnLst/>
            <a:rect l="l" t="t" r="r" b="b"/>
            <a:pathLst>
              <a:path w="11338560" h="3143250">
                <a:moveTo>
                  <a:pt x="0" y="3143253"/>
                </a:moveTo>
                <a:lnTo>
                  <a:pt x="1133856" y="2678946"/>
                </a:lnTo>
                <a:lnTo>
                  <a:pt x="2267712" y="2266258"/>
                </a:lnTo>
                <a:lnTo>
                  <a:pt x="3401567" y="1895053"/>
                </a:lnTo>
                <a:lnTo>
                  <a:pt x="4535424" y="1557567"/>
                </a:lnTo>
                <a:lnTo>
                  <a:pt x="5669280" y="1248179"/>
                </a:lnTo>
                <a:lnTo>
                  <a:pt x="6803135" y="962700"/>
                </a:lnTo>
                <a:lnTo>
                  <a:pt x="7936992" y="697553"/>
                </a:lnTo>
                <a:lnTo>
                  <a:pt x="9070848" y="450186"/>
                </a:lnTo>
                <a:lnTo>
                  <a:pt x="10204704" y="218247"/>
                </a:lnTo>
                <a:lnTo>
                  <a:pt x="11338560" y="0"/>
                </a:lnTo>
              </a:path>
            </a:pathLst>
          </a:custGeom>
          <a:ln w="5197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g object 45"/>
          <p:cNvSpPr/>
          <p:nvPr/>
        </p:nvSpPr>
        <p:spPr>
          <a:xfrm>
            <a:off x="647700" y="2477671"/>
            <a:ext cx="11414760" cy="3204845"/>
          </a:xfrm>
          <a:custGeom>
            <a:avLst/>
            <a:gdLst/>
            <a:ahLst/>
            <a:cxnLst/>
            <a:rect l="l" t="t" r="r" b="b"/>
            <a:pathLst>
              <a:path w="11414760" h="3204845">
                <a:moveTo>
                  <a:pt x="38100" y="3143243"/>
                </a:moveTo>
                <a:lnTo>
                  <a:pt x="38100" y="3204548"/>
                </a:lnTo>
              </a:path>
              <a:path w="11414760" h="3204845">
                <a:moveTo>
                  <a:pt x="0" y="3173896"/>
                </a:moveTo>
                <a:lnTo>
                  <a:pt x="76200" y="3173896"/>
                </a:lnTo>
              </a:path>
              <a:path w="11414760" h="3204845">
                <a:moveTo>
                  <a:pt x="11175" y="3152224"/>
                </a:moveTo>
                <a:lnTo>
                  <a:pt x="65024" y="3195577"/>
                </a:lnTo>
              </a:path>
              <a:path w="11414760" h="3204845">
                <a:moveTo>
                  <a:pt x="11175" y="3195577"/>
                </a:moveTo>
                <a:lnTo>
                  <a:pt x="65024" y="3152224"/>
                </a:lnTo>
              </a:path>
              <a:path w="11414760" h="3204845">
                <a:moveTo>
                  <a:pt x="1171956" y="2678946"/>
                </a:moveTo>
                <a:lnTo>
                  <a:pt x="1171956" y="2740251"/>
                </a:lnTo>
              </a:path>
              <a:path w="11414760" h="3204845">
                <a:moveTo>
                  <a:pt x="1133856" y="2709599"/>
                </a:moveTo>
                <a:lnTo>
                  <a:pt x="1210056" y="2709599"/>
                </a:lnTo>
              </a:path>
              <a:path w="11414760" h="3204845">
                <a:moveTo>
                  <a:pt x="1145032" y="2687937"/>
                </a:moveTo>
                <a:lnTo>
                  <a:pt x="1198880" y="2731260"/>
                </a:lnTo>
              </a:path>
              <a:path w="11414760" h="3204845">
                <a:moveTo>
                  <a:pt x="1145032" y="2731260"/>
                </a:moveTo>
                <a:lnTo>
                  <a:pt x="1198880" y="2687937"/>
                </a:lnTo>
              </a:path>
              <a:path w="11414760" h="3204845">
                <a:moveTo>
                  <a:pt x="2305812" y="2266258"/>
                </a:moveTo>
                <a:lnTo>
                  <a:pt x="2305812" y="2327563"/>
                </a:lnTo>
              </a:path>
              <a:path w="11414760" h="3204845">
                <a:moveTo>
                  <a:pt x="2267712" y="2296911"/>
                </a:moveTo>
                <a:lnTo>
                  <a:pt x="2343912" y="2296911"/>
                </a:lnTo>
              </a:path>
              <a:path w="11414760" h="3204845">
                <a:moveTo>
                  <a:pt x="2278888" y="2275249"/>
                </a:moveTo>
                <a:lnTo>
                  <a:pt x="2332736" y="2318674"/>
                </a:lnTo>
              </a:path>
              <a:path w="11414760" h="3204845">
                <a:moveTo>
                  <a:pt x="2278888" y="2318674"/>
                </a:moveTo>
                <a:lnTo>
                  <a:pt x="2332736" y="2275249"/>
                </a:lnTo>
              </a:path>
              <a:path w="11414760" h="3204845">
                <a:moveTo>
                  <a:pt x="3439667" y="1895053"/>
                </a:moveTo>
                <a:lnTo>
                  <a:pt x="3439667" y="1956359"/>
                </a:lnTo>
              </a:path>
              <a:path w="11414760" h="3204845">
                <a:moveTo>
                  <a:pt x="3401567" y="1925706"/>
                </a:moveTo>
                <a:lnTo>
                  <a:pt x="3477767" y="1925706"/>
                </a:lnTo>
              </a:path>
              <a:path w="11414760" h="3204845">
                <a:moveTo>
                  <a:pt x="3412744" y="1903943"/>
                </a:moveTo>
                <a:lnTo>
                  <a:pt x="3466591" y="1947367"/>
                </a:lnTo>
              </a:path>
              <a:path w="11414760" h="3204845">
                <a:moveTo>
                  <a:pt x="3412744" y="1947367"/>
                </a:moveTo>
                <a:lnTo>
                  <a:pt x="3466591" y="1903943"/>
                </a:lnTo>
              </a:path>
              <a:path w="11414760" h="3204845">
                <a:moveTo>
                  <a:pt x="4573524" y="1557567"/>
                </a:moveTo>
                <a:lnTo>
                  <a:pt x="4573524" y="1618872"/>
                </a:lnTo>
              </a:path>
              <a:path w="11414760" h="3204845">
                <a:moveTo>
                  <a:pt x="4535424" y="1588220"/>
                </a:moveTo>
                <a:lnTo>
                  <a:pt x="4611624" y="1588220"/>
                </a:lnTo>
              </a:path>
              <a:path w="11414760" h="3204845">
                <a:moveTo>
                  <a:pt x="4546600" y="1566456"/>
                </a:moveTo>
                <a:lnTo>
                  <a:pt x="4600448" y="1609881"/>
                </a:lnTo>
              </a:path>
              <a:path w="11414760" h="3204845">
                <a:moveTo>
                  <a:pt x="4546600" y="1609881"/>
                </a:moveTo>
                <a:lnTo>
                  <a:pt x="4600448" y="1566456"/>
                </a:lnTo>
              </a:path>
              <a:path w="11414760" h="3204845">
                <a:moveTo>
                  <a:pt x="5707380" y="1248179"/>
                </a:moveTo>
                <a:lnTo>
                  <a:pt x="5707380" y="1309484"/>
                </a:lnTo>
              </a:path>
              <a:path w="11414760" h="3204845">
                <a:moveTo>
                  <a:pt x="5669280" y="1278831"/>
                </a:moveTo>
                <a:lnTo>
                  <a:pt x="5745480" y="1278831"/>
                </a:lnTo>
              </a:path>
              <a:path w="11414760" h="3204845">
                <a:moveTo>
                  <a:pt x="5680456" y="1257170"/>
                </a:moveTo>
                <a:lnTo>
                  <a:pt x="5734304" y="1300493"/>
                </a:lnTo>
              </a:path>
              <a:path w="11414760" h="3204845">
                <a:moveTo>
                  <a:pt x="5680456" y="1300493"/>
                </a:moveTo>
                <a:lnTo>
                  <a:pt x="5734304" y="1257170"/>
                </a:lnTo>
              </a:path>
              <a:path w="11414760" h="3204845">
                <a:moveTo>
                  <a:pt x="6841235" y="962700"/>
                </a:moveTo>
                <a:lnTo>
                  <a:pt x="6841235" y="1024005"/>
                </a:lnTo>
              </a:path>
              <a:path w="11414760" h="3204845">
                <a:moveTo>
                  <a:pt x="6803135" y="993352"/>
                </a:moveTo>
                <a:lnTo>
                  <a:pt x="6879335" y="993352"/>
                </a:lnTo>
              </a:path>
              <a:path w="11414760" h="3204845">
                <a:moveTo>
                  <a:pt x="6814311" y="971691"/>
                </a:moveTo>
                <a:lnTo>
                  <a:pt x="6868159" y="1015014"/>
                </a:lnTo>
              </a:path>
              <a:path w="11414760" h="3204845">
                <a:moveTo>
                  <a:pt x="6814311" y="1015014"/>
                </a:moveTo>
                <a:lnTo>
                  <a:pt x="6868159" y="971691"/>
                </a:lnTo>
              </a:path>
              <a:path w="11414760" h="3204845">
                <a:moveTo>
                  <a:pt x="7975092" y="697553"/>
                </a:moveTo>
                <a:lnTo>
                  <a:pt x="7975092" y="758859"/>
                </a:lnTo>
              </a:path>
              <a:path w="11414760" h="3204845">
                <a:moveTo>
                  <a:pt x="7936992" y="728206"/>
                </a:moveTo>
                <a:lnTo>
                  <a:pt x="8013192" y="728206"/>
                </a:lnTo>
              </a:path>
              <a:path w="11414760" h="3204845">
                <a:moveTo>
                  <a:pt x="7948168" y="706545"/>
                </a:moveTo>
                <a:lnTo>
                  <a:pt x="8002016" y="749970"/>
                </a:lnTo>
              </a:path>
              <a:path w="11414760" h="3204845">
                <a:moveTo>
                  <a:pt x="7948168" y="749970"/>
                </a:moveTo>
                <a:lnTo>
                  <a:pt x="8002016" y="706545"/>
                </a:lnTo>
              </a:path>
              <a:path w="11414760" h="3204845">
                <a:moveTo>
                  <a:pt x="9108948" y="450186"/>
                </a:moveTo>
                <a:lnTo>
                  <a:pt x="9108948" y="511491"/>
                </a:lnTo>
              </a:path>
              <a:path w="11414760" h="3204845">
                <a:moveTo>
                  <a:pt x="9070848" y="480839"/>
                </a:moveTo>
                <a:lnTo>
                  <a:pt x="9147048" y="480839"/>
                </a:lnTo>
              </a:path>
              <a:path w="11414760" h="3204845">
                <a:moveTo>
                  <a:pt x="9082024" y="459177"/>
                </a:moveTo>
                <a:lnTo>
                  <a:pt x="9135872" y="502500"/>
                </a:lnTo>
              </a:path>
              <a:path w="11414760" h="3204845">
                <a:moveTo>
                  <a:pt x="9082024" y="502500"/>
                </a:moveTo>
                <a:lnTo>
                  <a:pt x="9135872" y="459177"/>
                </a:lnTo>
              </a:path>
              <a:path w="11414760" h="3204845">
                <a:moveTo>
                  <a:pt x="10242804" y="218247"/>
                </a:moveTo>
                <a:lnTo>
                  <a:pt x="10242804" y="279552"/>
                </a:lnTo>
              </a:path>
              <a:path w="11414760" h="3204845">
                <a:moveTo>
                  <a:pt x="10204704" y="248900"/>
                </a:moveTo>
                <a:lnTo>
                  <a:pt x="10280904" y="248900"/>
                </a:lnTo>
              </a:path>
              <a:path w="11414760" h="3204845">
                <a:moveTo>
                  <a:pt x="10215880" y="227238"/>
                </a:moveTo>
                <a:lnTo>
                  <a:pt x="10269728" y="270561"/>
                </a:lnTo>
              </a:path>
              <a:path w="11414760" h="3204845">
                <a:moveTo>
                  <a:pt x="10215880" y="270561"/>
                </a:moveTo>
                <a:lnTo>
                  <a:pt x="10269728" y="227238"/>
                </a:lnTo>
              </a:path>
              <a:path w="11414760" h="3204845">
                <a:moveTo>
                  <a:pt x="11376660" y="0"/>
                </a:moveTo>
                <a:lnTo>
                  <a:pt x="11376660" y="61305"/>
                </a:lnTo>
              </a:path>
              <a:path w="11414760" h="3204845">
                <a:moveTo>
                  <a:pt x="11338560" y="30652"/>
                </a:moveTo>
                <a:lnTo>
                  <a:pt x="11414760" y="30652"/>
                </a:lnTo>
              </a:path>
              <a:path w="11414760" h="3204845">
                <a:moveTo>
                  <a:pt x="11349736" y="8889"/>
                </a:moveTo>
                <a:lnTo>
                  <a:pt x="11403584" y="52313"/>
                </a:lnTo>
              </a:path>
              <a:path w="11414760" h="3204845">
                <a:moveTo>
                  <a:pt x="11349736" y="52313"/>
                </a:moveTo>
                <a:lnTo>
                  <a:pt x="11403584" y="8889"/>
                </a:lnTo>
              </a:path>
            </a:pathLst>
          </a:custGeom>
          <a:ln w="572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g object 46"/>
          <p:cNvSpPr/>
          <p:nvPr/>
        </p:nvSpPr>
        <p:spPr>
          <a:xfrm>
            <a:off x="685800" y="2302133"/>
            <a:ext cx="11338560" cy="3349625"/>
          </a:xfrm>
          <a:custGeom>
            <a:avLst/>
            <a:gdLst/>
            <a:ahLst/>
            <a:cxnLst/>
            <a:rect l="l" t="t" r="r" b="b"/>
            <a:pathLst>
              <a:path w="11338560" h="3349625">
                <a:moveTo>
                  <a:pt x="0" y="3349444"/>
                </a:moveTo>
                <a:lnTo>
                  <a:pt x="1133856" y="2841712"/>
                </a:lnTo>
                <a:lnTo>
                  <a:pt x="2267712" y="2395204"/>
                </a:lnTo>
                <a:lnTo>
                  <a:pt x="3401567" y="1996718"/>
                </a:lnTo>
                <a:lnTo>
                  <a:pt x="4535424" y="1636855"/>
                </a:lnTo>
                <a:lnTo>
                  <a:pt x="5669280" y="1308871"/>
                </a:lnTo>
                <a:lnTo>
                  <a:pt x="6803135" y="1007555"/>
                </a:lnTo>
                <a:lnTo>
                  <a:pt x="7936992" y="728921"/>
                </a:lnTo>
                <a:lnTo>
                  <a:pt x="9070848" y="469702"/>
                </a:lnTo>
                <a:lnTo>
                  <a:pt x="10204704" y="227443"/>
                </a:lnTo>
                <a:lnTo>
                  <a:pt x="11338560" y="0"/>
                </a:lnTo>
              </a:path>
            </a:pathLst>
          </a:custGeom>
          <a:ln w="520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7" name="bg object 4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44525" y="5618360"/>
            <a:ext cx="82550" cy="66414"/>
          </a:xfrm>
          <a:prstGeom prst="rect">
            <a:avLst/>
          </a:prstGeom>
        </p:spPr>
      </p:pic>
      <p:pic>
        <p:nvPicPr>
          <p:cNvPr id="48" name="bg object 4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78380" y="5110638"/>
            <a:ext cx="82550" cy="66414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12237" y="4664130"/>
            <a:ext cx="82550" cy="66414"/>
          </a:xfrm>
          <a:prstGeom prst="rect">
            <a:avLst/>
          </a:prstGeom>
        </p:spPr>
      </p:pic>
      <p:pic>
        <p:nvPicPr>
          <p:cNvPr id="50" name="bg object 5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046093" y="4265645"/>
            <a:ext cx="82550" cy="66414"/>
          </a:xfrm>
          <a:prstGeom prst="rect">
            <a:avLst/>
          </a:prstGeom>
        </p:spPr>
      </p:pic>
      <p:pic>
        <p:nvPicPr>
          <p:cNvPr id="51" name="bg object 5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179949" y="3905781"/>
            <a:ext cx="82550" cy="66414"/>
          </a:xfrm>
          <a:prstGeom prst="rect">
            <a:avLst/>
          </a:prstGeom>
        </p:spPr>
      </p:pic>
      <p:pic>
        <p:nvPicPr>
          <p:cNvPr id="52" name="bg object 5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447661" y="3276481"/>
            <a:ext cx="82550" cy="66414"/>
          </a:xfrm>
          <a:prstGeom prst="rect">
            <a:avLst/>
          </a:prstGeom>
        </p:spPr>
      </p:pic>
      <p:pic>
        <p:nvPicPr>
          <p:cNvPr id="53" name="bg object 5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13805" y="3577797"/>
            <a:ext cx="82550" cy="66414"/>
          </a:xfrm>
          <a:prstGeom prst="rect">
            <a:avLst/>
          </a:prstGeom>
        </p:spPr>
      </p:pic>
      <p:pic>
        <p:nvPicPr>
          <p:cNvPr id="54" name="bg object 5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581516" y="2997848"/>
            <a:ext cx="82550" cy="66414"/>
          </a:xfrm>
          <a:prstGeom prst="rect">
            <a:avLst/>
          </a:prstGeom>
        </p:spPr>
      </p:pic>
      <p:pic>
        <p:nvPicPr>
          <p:cNvPr id="55" name="bg object 5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715373" y="2738628"/>
            <a:ext cx="82550" cy="66414"/>
          </a:xfrm>
          <a:prstGeom prst="rect">
            <a:avLst/>
          </a:prstGeom>
        </p:spPr>
      </p:pic>
      <p:pic>
        <p:nvPicPr>
          <p:cNvPr id="56" name="bg object 5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983085" y="2268926"/>
            <a:ext cx="82550" cy="66414"/>
          </a:xfrm>
          <a:prstGeom prst="rect">
            <a:avLst/>
          </a:prstGeom>
        </p:spPr>
      </p:pic>
      <p:pic>
        <p:nvPicPr>
          <p:cNvPr id="57" name="bg object 5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849228" y="2496369"/>
            <a:ext cx="82550" cy="66414"/>
          </a:xfrm>
          <a:prstGeom prst="rect">
            <a:avLst/>
          </a:prstGeom>
        </p:spPr>
      </p:pic>
      <p:sp>
        <p:nvSpPr>
          <p:cNvPr id="58" name="bg object 58"/>
          <p:cNvSpPr/>
          <p:nvPr/>
        </p:nvSpPr>
        <p:spPr>
          <a:xfrm>
            <a:off x="685800" y="2106875"/>
            <a:ext cx="11338560" cy="3545204"/>
          </a:xfrm>
          <a:custGeom>
            <a:avLst/>
            <a:gdLst/>
            <a:ahLst/>
            <a:cxnLst/>
            <a:rect l="l" t="t" r="r" b="b"/>
            <a:pathLst>
              <a:path w="11338560" h="3545204">
                <a:moveTo>
                  <a:pt x="0" y="3544702"/>
                </a:moveTo>
                <a:lnTo>
                  <a:pt x="1133856" y="2994056"/>
                </a:lnTo>
                <a:lnTo>
                  <a:pt x="2267712" y="2514749"/>
                </a:lnTo>
                <a:lnTo>
                  <a:pt x="3401567" y="2090311"/>
                </a:lnTo>
                <a:lnTo>
                  <a:pt x="4535424" y="1709502"/>
                </a:lnTo>
                <a:lnTo>
                  <a:pt x="5669280" y="1364148"/>
                </a:lnTo>
                <a:lnTo>
                  <a:pt x="6803135" y="1048221"/>
                </a:lnTo>
                <a:lnTo>
                  <a:pt x="7936992" y="757122"/>
                </a:lnTo>
                <a:lnTo>
                  <a:pt x="9070848" y="487174"/>
                </a:lnTo>
                <a:lnTo>
                  <a:pt x="10204704" y="235617"/>
                </a:lnTo>
                <a:lnTo>
                  <a:pt x="11338560" y="0"/>
                </a:lnTo>
              </a:path>
            </a:pathLst>
          </a:custGeom>
          <a:ln w="521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g object 59"/>
          <p:cNvSpPr/>
          <p:nvPr/>
        </p:nvSpPr>
        <p:spPr>
          <a:xfrm>
            <a:off x="647700" y="2076222"/>
            <a:ext cx="11414760" cy="3606165"/>
          </a:xfrm>
          <a:custGeom>
            <a:avLst/>
            <a:gdLst/>
            <a:ahLst/>
            <a:cxnLst/>
            <a:rect l="l" t="t" r="r" b="b"/>
            <a:pathLst>
              <a:path w="11414760" h="3606165">
                <a:moveTo>
                  <a:pt x="38100" y="3544691"/>
                </a:moveTo>
                <a:lnTo>
                  <a:pt x="38100" y="3605997"/>
                </a:lnTo>
              </a:path>
              <a:path w="11414760" h="3606165">
                <a:moveTo>
                  <a:pt x="0" y="3575344"/>
                </a:moveTo>
                <a:lnTo>
                  <a:pt x="76200" y="3575344"/>
                </a:lnTo>
              </a:path>
              <a:path w="11414760" h="3606165">
                <a:moveTo>
                  <a:pt x="1171956" y="2994056"/>
                </a:moveTo>
                <a:lnTo>
                  <a:pt x="1171956" y="3055361"/>
                </a:lnTo>
              </a:path>
              <a:path w="11414760" h="3606165">
                <a:moveTo>
                  <a:pt x="1133856" y="3024709"/>
                </a:moveTo>
                <a:lnTo>
                  <a:pt x="1210056" y="3024709"/>
                </a:lnTo>
              </a:path>
              <a:path w="11414760" h="3606165">
                <a:moveTo>
                  <a:pt x="2305812" y="2514749"/>
                </a:moveTo>
                <a:lnTo>
                  <a:pt x="2305812" y="2576055"/>
                </a:lnTo>
              </a:path>
              <a:path w="11414760" h="3606165">
                <a:moveTo>
                  <a:pt x="2267712" y="2545402"/>
                </a:moveTo>
                <a:lnTo>
                  <a:pt x="2343912" y="2545402"/>
                </a:lnTo>
              </a:path>
              <a:path w="11414760" h="3606165">
                <a:moveTo>
                  <a:pt x="3439667" y="2090311"/>
                </a:moveTo>
                <a:lnTo>
                  <a:pt x="3439667" y="2151617"/>
                </a:lnTo>
              </a:path>
              <a:path w="11414760" h="3606165">
                <a:moveTo>
                  <a:pt x="3401567" y="2120964"/>
                </a:moveTo>
                <a:lnTo>
                  <a:pt x="3477767" y="2120964"/>
                </a:lnTo>
              </a:path>
              <a:path w="11414760" h="3606165">
                <a:moveTo>
                  <a:pt x="4573524" y="1709502"/>
                </a:moveTo>
                <a:lnTo>
                  <a:pt x="4573524" y="1770808"/>
                </a:lnTo>
              </a:path>
              <a:path w="11414760" h="3606165">
                <a:moveTo>
                  <a:pt x="4535424" y="1740155"/>
                </a:moveTo>
                <a:lnTo>
                  <a:pt x="4611624" y="1740155"/>
                </a:lnTo>
              </a:path>
              <a:path w="11414760" h="3606165">
                <a:moveTo>
                  <a:pt x="5707380" y="1364148"/>
                </a:moveTo>
                <a:lnTo>
                  <a:pt x="5707380" y="1425454"/>
                </a:lnTo>
              </a:path>
              <a:path w="11414760" h="3606165">
                <a:moveTo>
                  <a:pt x="5669280" y="1394801"/>
                </a:moveTo>
                <a:lnTo>
                  <a:pt x="5745480" y="1394801"/>
                </a:lnTo>
              </a:path>
              <a:path w="11414760" h="3606165">
                <a:moveTo>
                  <a:pt x="6841235" y="1048221"/>
                </a:moveTo>
                <a:lnTo>
                  <a:pt x="6841235" y="1109526"/>
                </a:lnTo>
              </a:path>
              <a:path w="11414760" h="3606165">
                <a:moveTo>
                  <a:pt x="6803135" y="1078873"/>
                </a:moveTo>
                <a:lnTo>
                  <a:pt x="6879335" y="1078873"/>
                </a:lnTo>
              </a:path>
              <a:path w="11414760" h="3606165">
                <a:moveTo>
                  <a:pt x="7975092" y="757122"/>
                </a:moveTo>
                <a:lnTo>
                  <a:pt x="7975092" y="818427"/>
                </a:lnTo>
              </a:path>
              <a:path w="11414760" h="3606165">
                <a:moveTo>
                  <a:pt x="7936992" y="787775"/>
                </a:moveTo>
                <a:lnTo>
                  <a:pt x="8013192" y="787775"/>
                </a:lnTo>
              </a:path>
              <a:path w="11414760" h="3606165">
                <a:moveTo>
                  <a:pt x="9108948" y="487174"/>
                </a:moveTo>
                <a:lnTo>
                  <a:pt x="9108948" y="548479"/>
                </a:lnTo>
              </a:path>
              <a:path w="11414760" h="3606165">
                <a:moveTo>
                  <a:pt x="9070848" y="517826"/>
                </a:moveTo>
                <a:lnTo>
                  <a:pt x="9147048" y="517826"/>
                </a:lnTo>
              </a:path>
              <a:path w="11414760" h="3606165">
                <a:moveTo>
                  <a:pt x="10242804" y="235617"/>
                </a:moveTo>
                <a:lnTo>
                  <a:pt x="10242804" y="296922"/>
                </a:lnTo>
              </a:path>
              <a:path w="11414760" h="3606165">
                <a:moveTo>
                  <a:pt x="10204704" y="266270"/>
                </a:moveTo>
                <a:lnTo>
                  <a:pt x="10280904" y="266270"/>
                </a:lnTo>
              </a:path>
              <a:path w="11414760" h="3606165">
                <a:moveTo>
                  <a:pt x="11376660" y="0"/>
                </a:moveTo>
                <a:lnTo>
                  <a:pt x="11376660" y="61305"/>
                </a:lnTo>
              </a:path>
              <a:path w="11414760" h="3606165">
                <a:moveTo>
                  <a:pt x="11338560" y="30652"/>
                </a:moveTo>
                <a:lnTo>
                  <a:pt x="11414760" y="30652"/>
                </a:lnTo>
              </a:path>
            </a:pathLst>
          </a:custGeom>
          <a:ln w="572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g object 60"/>
          <p:cNvSpPr/>
          <p:nvPr/>
        </p:nvSpPr>
        <p:spPr>
          <a:xfrm>
            <a:off x="2232659" y="1611527"/>
            <a:ext cx="1935480" cy="514984"/>
          </a:xfrm>
          <a:custGeom>
            <a:avLst/>
            <a:gdLst/>
            <a:ahLst/>
            <a:cxnLst/>
            <a:rect l="l" t="t" r="r" b="b"/>
            <a:pathLst>
              <a:path w="1935479" h="514985">
                <a:moveTo>
                  <a:pt x="1935480" y="0"/>
                </a:moveTo>
                <a:lnTo>
                  <a:pt x="0" y="0"/>
                </a:lnTo>
                <a:lnTo>
                  <a:pt x="0" y="514965"/>
                </a:lnTo>
                <a:lnTo>
                  <a:pt x="1935480" y="514965"/>
                </a:lnTo>
                <a:lnTo>
                  <a:pt x="19354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1" name="bg object 6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687447" y="1665476"/>
            <a:ext cx="1428114" cy="111678"/>
          </a:xfrm>
          <a:prstGeom prst="rect">
            <a:avLst/>
          </a:prstGeom>
        </p:spPr>
      </p:pic>
      <p:sp>
        <p:nvSpPr>
          <p:cNvPr id="62" name="bg object 62"/>
          <p:cNvSpPr/>
          <p:nvPr/>
        </p:nvSpPr>
        <p:spPr>
          <a:xfrm>
            <a:off x="2270759" y="1706244"/>
            <a:ext cx="381635" cy="0"/>
          </a:xfrm>
          <a:custGeom>
            <a:avLst/>
            <a:gdLst/>
            <a:ahLst/>
            <a:cxnLst/>
            <a:rect l="l" t="t" r="r" b="b"/>
            <a:pathLst>
              <a:path w="381635" h="0">
                <a:moveTo>
                  <a:pt x="0" y="0"/>
                </a:moveTo>
                <a:lnTo>
                  <a:pt x="381380" y="0"/>
                </a:lnTo>
              </a:path>
            </a:pathLst>
          </a:custGeom>
          <a:ln w="510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g object 63"/>
          <p:cNvSpPr/>
          <p:nvPr/>
        </p:nvSpPr>
        <p:spPr>
          <a:xfrm>
            <a:off x="2423413" y="1675591"/>
            <a:ext cx="76200" cy="61594"/>
          </a:xfrm>
          <a:custGeom>
            <a:avLst/>
            <a:gdLst/>
            <a:ahLst/>
            <a:cxnLst/>
            <a:rect l="l" t="t" r="r" b="b"/>
            <a:pathLst>
              <a:path w="76200" h="61594">
                <a:moveTo>
                  <a:pt x="38100" y="0"/>
                </a:moveTo>
                <a:lnTo>
                  <a:pt x="38100" y="61305"/>
                </a:lnTo>
              </a:path>
              <a:path w="76200" h="61594">
                <a:moveTo>
                  <a:pt x="0" y="30652"/>
                </a:moveTo>
                <a:lnTo>
                  <a:pt x="76200" y="30652"/>
                </a:lnTo>
              </a:path>
              <a:path w="76200" h="61594">
                <a:moveTo>
                  <a:pt x="11175" y="8991"/>
                </a:moveTo>
                <a:lnTo>
                  <a:pt x="65024" y="52416"/>
                </a:lnTo>
              </a:path>
              <a:path w="76200" h="61594">
                <a:moveTo>
                  <a:pt x="11175" y="52416"/>
                </a:moveTo>
                <a:lnTo>
                  <a:pt x="65024" y="8991"/>
                </a:lnTo>
              </a:path>
            </a:pathLst>
          </a:custGeom>
          <a:ln w="572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4" name="bg object 6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687447" y="1828139"/>
            <a:ext cx="1427352" cy="111780"/>
          </a:xfrm>
          <a:prstGeom prst="rect">
            <a:avLst/>
          </a:prstGeom>
        </p:spPr>
      </p:pic>
      <p:sp>
        <p:nvSpPr>
          <p:cNvPr id="65" name="bg object 65"/>
          <p:cNvSpPr/>
          <p:nvPr/>
        </p:nvSpPr>
        <p:spPr>
          <a:xfrm>
            <a:off x="2270759" y="1869010"/>
            <a:ext cx="381635" cy="0"/>
          </a:xfrm>
          <a:custGeom>
            <a:avLst/>
            <a:gdLst/>
            <a:ahLst/>
            <a:cxnLst/>
            <a:rect l="l" t="t" r="r" b="b"/>
            <a:pathLst>
              <a:path w="381635" h="0">
                <a:moveTo>
                  <a:pt x="0" y="0"/>
                </a:moveTo>
                <a:lnTo>
                  <a:pt x="381380" y="0"/>
                </a:lnTo>
              </a:path>
            </a:pathLst>
          </a:custGeom>
          <a:ln w="510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6" name="bg object 6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420238" y="1835803"/>
            <a:ext cx="82550" cy="66414"/>
          </a:xfrm>
          <a:prstGeom prst="rect">
            <a:avLst/>
          </a:prstGeom>
        </p:spPr>
      </p:pic>
      <p:pic>
        <p:nvPicPr>
          <p:cNvPr id="67" name="bg object 6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687447" y="1990905"/>
            <a:ext cx="1427988" cy="111678"/>
          </a:xfrm>
          <a:prstGeom prst="rect">
            <a:avLst/>
          </a:prstGeom>
        </p:spPr>
      </p:pic>
      <p:sp>
        <p:nvSpPr>
          <p:cNvPr id="68" name="bg object 68"/>
          <p:cNvSpPr/>
          <p:nvPr/>
        </p:nvSpPr>
        <p:spPr>
          <a:xfrm>
            <a:off x="2270759" y="2031776"/>
            <a:ext cx="381635" cy="0"/>
          </a:xfrm>
          <a:custGeom>
            <a:avLst/>
            <a:gdLst/>
            <a:ahLst/>
            <a:cxnLst/>
            <a:rect l="l" t="t" r="r" b="b"/>
            <a:pathLst>
              <a:path w="381635" h="0">
                <a:moveTo>
                  <a:pt x="0" y="0"/>
                </a:moveTo>
                <a:lnTo>
                  <a:pt x="381380" y="0"/>
                </a:lnTo>
              </a:path>
            </a:pathLst>
          </a:custGeom>
          <a:ln w="5108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bg object 69"/>
          <p:cNvSpPr/>
          <p:nvPr/>
        </p:nvSpPr>
        <p:spPr>
          <a:xfrm>
            <a:off x="2423413" y="2001123"/>
            <a:ext cx="76200" cy="61594"/>
          </a:xfrm>
          <a:custGeom>
            <a:avLst/>
            <a:gdLst/>
            <a:ahLst/>
            <a:cxnLst/>
            <a:rect l="l" t="t" r="r" b="b"/>
            <a:pathLst>
              <a:path w="76200" h="61594">
                <a:moveTo>
                  <a:pt x="38100" y="0"/>
                </a:moveTo>
                <a:lnTo>
                  <a:pt x="38100" y="61305"/>
                </a:lnTo>
              </a:path>
              <a:path w="76200" h="61594">
                <a:moveTo>
                  <a:pt x="0" y="30652"/>
                </a:moveTo>
                <a:lnTo>
                  <a:pt x="76200" y="30652"/>
                </a:lnTo>
              </a:path>
            </a:pathLst>
          </a:custGeom>
          <a:ln w="572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bg object 70"/>
          <p:cNvSpPr/>
          <p:nvPr/>
        </p:nvSpPr>
        <p:spPr>
          <a:xfrm>
            <a:off x="2232659" y="1611527"/>
            <a:ext cx="1935480" cy="514984"/>
          </a:xfrm>
          <a:custGeom>
            <a:avLst/>
            <a:gdLst/>
            <a:ahLst/>
            <a:cxnLst/>
            <a:rect l="l" t="t" r="r" b="b"/>
            <a:pathLst>
              <a:path w="1935479" h="514985">
                <a:moveTo>
                  <a:pt x="0" y="514965"/>
                </a:moveTo>
                <a:lnTo>
                  <a:pt x="1935480" y="514965"/>
                </a:lnTo>
                <a:lnTo>
                  <a:pt x="1935480" y="0"/>
                </a:lnTo>
                <a:lnTo>
                  <a:pt x="0" y="0"/>
                </a:lnTo>
                <a:lnTo>
                  <a:pt x="0" y="514965"/>
                </a:lnTo>
                <a:close/>
              </a:path>
            </a:pathLst>
          </a:custGeom>
          <a:ln w="519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1" name="bg object 7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980270" y="3325179"/>
            <a:ext cx="1842734" cy="1200931"/>
          </a:xfrm>
          <a:prstGeom prst="rect">
            <a:avLst/>
          </a:prstGeom>
        </p:spPr>
      </p:pic>
      <p:sp>
        <p:nvSpPr>
          <p:cNvPr id="72" name="bg object 72"/>
          <p:cNvSpPr/>
          <p:nvPr/>
        </p:nvSpPr>
        <p:spPr>
          <a:xfrm>
            <a:off x="7680324" y="2034534"/>
            <a:ext cx="389255" cy="135255"/>
          </a:xfrm>
          <a:custGeom>
            <a:avLst/>
            <a:gdLst/>
            <a:ahLst/>
            <a:cxnLst/>
            <a:rect l="l" t="t" r="r" b="b"/>
            <a:pathLst>
              <a:path w="389254" h="135255">
                <a:moveTo>
                  <a:pt x="0" y="134872"/>
                </a:moveTo>
                <a:lnTo>
                  <a:pt x="389229" y="134872"/>
                </a:lnTo>
                <a:lnTo>
                  <a:pt x="389229" y="0"/>
                </a:lnTo>
                <a:lnTo>
                  <a:pt x="0" y="0"/>
                </a:lnTo>
                <a:lnTo>
                  <a:pt x="0" y="134872"/>
                </a:lnTo>
                <a:close/>
              </a:path>
            </a:pathLst>
          </a:custGeom>
          <a:ln w="52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3" name="bg object 7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748905" y="2095431"/>
            <a:ext cx="234061" cy="72544"/>
          </a:xfrm>
          <a:prstGeom prst="rect">
            <a:avLst/>
          </a:prstGeom>
        </p:spPr>
      </p:pic>
      <p:sp>
        <p:nvSpPr>
          <p:cNvPr id="74" name="bg object 74"/>
          <p:cNvSpPr/>
          <p:nvPr/>
        </p:nvSpPr>
        <p:spPr>
          <a:xfrm>
            <a:off x="7832724" y="2322670"/>
            <a:ext cx="328295" cy="160020"/>
          </a:xfrm>
          <a:custGeom>
            <a:avLst/>
            <a:gdLst/>
            <a:ahLst/>
            <a:cxnLst/>
            <a:rect l="l" t="t" r="r" b="b"/>
            <a:pathLst>
              <a:path w="328295" h="160019">
                <a:moveTo>
                  <a:pt x="0" y="159394"/>
                </a:moveTo>
                <a:lnTo>
                  <a:pt x="328269" y="159394"/>
                </a:lnTo>
                <a:lnTo>
                  <a:pt x="328269" y="0"/>
                </a:lnTo>
                <a:lnTo>
                  <a:pt x="0" y="0"/>
                </a:lnTo>
                <a:lnTo>
                  <a:pt x="0" y="159394"/>
                </a:lnTo>
                <a:close/>
              </a:path>
            </a:pathLst>
          </a:custGeom>
          <a:ln w="53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5" name="bg object 7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901305" y="2383567"/>
            <a:ext cx="233552" cy="72544"/>
          </a:xfrm>
          <a:prstGeom prst="rect">
            <a:avLst/>
          </a:prstGeom>
        </p:spPr>
      </p:pic>
      <p:sp>
        <p:nvSpPr>
          <p:cNvPr id="76" name="bg object 76"/>
          <p:cNvSpPr/>
          <p:nvPr/>
        </p:nvSpPr>
        <p:spPr>
          <a:xfrm>
            <a:off x="7940039" y="2567892"/>
            <a:ext cx="350520" cy="153670"/>
          </a:xfrm>
          <a:custGeom>
            <a:avLst/>
            <a:gdLst/>
            <a:ahLst/>
            <a:cxnLst/>
            <a:rect l="l" t="t" r="r" b="b"/>
            <a:pathLst>
              <a:path w="350520" h="153669">
                <a:moveTo>
                  <a:pt x="0" y="153263"/>
                </a:moveTo>
                <a:lnTo>
                  <a:pt x="350520" y="153263"/>
                </a:lnTo>
                <a:lnTo>
                  <a:pt x="350520" y="0"/>
                </a:lnTo>
                <a:lnTo>
                  <a:pt x="0" y="0"/>
                </a:lnTo>
                <a:lnTo>
                  <a:pt x="0" y="153263"/>
                </a:lnTo>
                <a:close/>
              </a:path>
            </a:pathLst>
          </a:custGeom>
          <a:ln w="53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7" name="bg object 7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008620" y="2628789"/>
            <a:ext cx="234060" cy="72544"/>
          </a:xfrm>
          <a:prstGeom prst="rect">
            <a:avLst/>
          </a:prstGeom>
        </p:spPr>
      </p:pic>
      <p:sp>
        <p:nvSpPr>
          <p:cNvPr id="78" name="bg object 78"/>
          <p:cNvSpPr/>
          <p:nvPr/>
        </p:nvSpPr>
        <p:spPr>
          <a:xfrm>
            <a:off x="8541385" y="2708894"/>
            <a:ext cx="313055" cy="177800"/>
          </a:xfrm>
          <a:custGeom>
            <a:avLst/>
            <a:gdLst/>
            <a:ahLst/>
            <a:cxnLst/>
            <a:rect l="l" t="t" r="r" b="b"/>
            <a:pathLst>
              <a:path w="313054" h="177800">
                <a:moveTo>
                  <a:pt x="0" y="177785"/>
                </a:moveTo>
                <a:lnTo>
                  <a:pt x="313029" y="177785"/>
                </a:lnTo>
                <a:lnTo>
                  <a:pt x="313029" y="0"/>
                </a:lnTo>
                <a:lnTo>
                  <a:pt x="0" y="0"/>
                </a:lnTo>
                <a:lnTo>
                  <a:pt x="0" y="177785"/>
                </a:lnTo>
                <a:close/>
              </a:path>
            </a:pathLst>
          </a:custGeom>
          <a:ln w="54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9" name="bg object 7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609964" y="2769791"/>
            <a:ext cx="234060" cy="72544"/>
          </a:xfrm>
          <a:prstGeom prst="rect">
            <a:avLst/>
          </a:prstGeom>
        </p:spPr>
      </p:pic>
      <p:sp>
        <p:nvSpPr>
          <p:cNvPr id="80" name="bg object 80"/>
          <p:cNvSpPr/>
          <p:nvPr/>
        </p:nvSpPr>
        <p:spPr>
          <a:xfrm>
            <a:off x="8670924" y="2911202"/>
            <a:ext cx="351155" cy="165735"/>
          </a:xfrm>
          <a:custGeom>
            <a:avLst/>
            <a:gdLst/>
            <a:ahLst/>
            <a:cxnLst/>
            <a:rect l="l" t="t" r="r" b="b"/>
            <a:pathLst>
              <a:path w="351154" h="165735">
                <a:moveTo>
                  <a:pt x="0" y="165524"/>
                </a:moveTo>
                <a:lnTo>
                  <a:pt x="351129" y="165524"/>
                </a:lnTo>
                <a:lnTo>
                  <a:pt x="351129" y="0"/>
                </a:lnTo>
                <a:lnTo>
                  <a:pt x="0" y="0"/>
                </a:lnTo>
                <a:lnTo>
                  <a:pt x="0" y="165524"/>
                </a:lnTo>
                <a:close/>
              </a:path>
            </a:pathLst>
          </a:custGeom>
          <a:ln w="53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1" name="bg object 81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739505" y="2972099"/>
            <a:ext cx="233552" cy="72544"/>
          </a:xfrm>
          <a:prstGeom prst="rect">
            <a:avLst/>
          </a:prstGeom>
        </p:spPr>
      </p:pic>
      <p:sp>
        <p:nvSpPr>
          <p:cNvPr id="82" name="bg object 82"/>
          <p:cNvSpPr/>
          <p:nvPr/>
        </p:nvSpPr>
        <p:spPr>
          <a:xfrm>
            <a:off x="8762364" y="3162555"/>
            <a:ext cx="351155" cy="172085"/>
          </a:xfrm>
          <a:custGeom>
            <a:avLst/>
            <a:gdLst/>
            <a:ahLst/>
            <a:cxnLst/>
            <a:rect l="l" t="t" r="r" b="b"/>
            <a:pathLst>
              <a:path w="351154" h="172085">
                <a:moveTo>
                  <a:pt x="0" y="171655"/>
                </a:moveTo>
                <a:lnTo>
                  <a:pt x="351129" y="171655"/>
                </a:lnTo>
                <a:lnTo>
                  <a:pt x="351129" y="0"/>
                </a:lnTo>
                <a:lnTo>
                  <a:pt x="0" y="0"/>
                </a:lnTo>
                <a:lnTo>
                  <a:pt x="0" y="171655"/>
                </a:lnTo>
                <a:close/>
              </a:path>
            </a:pathLst>
          </a:custGeom>
          <a:ln w="53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3" name="bg object 83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830945" y="3223452"/>
            <a:ext cx="234060" cy="72544"/>
          </a:xfrm>
          <a:prstGeom prst="rect">
            <a:avLst/>
          </a:prstGeom>
        </p:spPr>
      </p:pic>
      <p:sp>
        <p:nvSpPr>
          <p:cNvPr id="84" name="bg object 84"/>
          <p:cNvSpPr/>
          <p:nvPr/>
        </p:nvSpPr>
        <p:spPr>
          <a:xfrm>
            <a:off x="5829553" y="2580460"/>
            <a:ext cx="800100" cy="539115"/>
          </a:xfrm>
          <a:custGeom>
            <a:avLst/>
            <a:gdLst/>
            <a:ahLst/>
            <a:cxnLst/>
            <a:rect l="l" t="t" r="r" b="b"/>
            <a:pathLst>
              <a:path w="800100" h="539114">
                <a:moveTo>
                  <a:pt x="799846" y="269437"/>
                </a:moveTo>
                <a:lnTo>
                  <a:pt x="798449" y="223867"/>
                </a:lnTo>
                <a:lnTo>
                  <a:pt x="794385" y="179624"/>
                </a:lnTo>
                <a:lnTo>
                  <a:pt x="787653" y="137937"/>
                </a:lnTo>
                <a:lnTo>
                  <a:pt x="778637" y="100030"/>
                </a:lnTo>
                <a:lnTo>
                  <a:pt x="761111" y="52620"/>
                </a:lnTo>
                <a:lnTo>
                  <a:pt x="739901" y="19209"/>
                </a:lnTo>
                <a:lnTo>
                  <a:pt x="708405" y="0"/>
                </a:lnTo>
                <a:lnTo>
                  <a:pt x="700277" y="0"/>
                </a:lnTo>
                <a:lnTo>
                  <a:pt x="661289" y="28609"/>
                </a:lnTo>
                <a:lnTo>
                  <a:pt x="641223" y="66925"/>
                </a:lnTo>
                <a:lnTo>
                  <a:pt x="625094" y="118421"/>
                </a:lnTo>
                <a:lnTo>
                  <a:pt x="617220" y="158372"/>
                </a:lnTo>
                <a:lnTo>
                  <a:pt x="611759" y="201490"/>
                </a:lnTo>
                <a:lnTo>
                  <a:pt x="609092" y="246550"/>
                </a:lnTo>
                <a:lnTo>
                  <a:pt x="608711" y="269437"/>
                </a:lnTo>
                <a:lnTo>
                  <a:pt x="609092" y="292324"/>
                </a:lnTo>
                <a:lnTo>
                  <a:pt x="611759" y="337384"/>
                </a:lnTo>
                <a:lnTo>
                  <a:pt x="617220" y="380604"/>
                </a:lnTo>
                <a:lnTo>
                  <a:pt x="625094" y="420453"/>
                </a:lnTo>
                <a:lnTo>
                  <a:pt x="641223" y="471949"/>
                </a:lnTo>
                <a:lnTo>
                  <a:pt x="661289" y="510265"/>
                </a:lnTo>
                <a:lnTo>
                  <a:pt x="692150" y="537035"/>
                </a:lnTo>
                <a:lnTo>
                  <a:pt x="700277" y="538977"/>
                </a:lnTo>
                <a:lnTo>
                  <a:pt x="708405" y="538977"/>
                </a:lnTo>
                <a:lnTo>
                  <a:pt x="747268" y="510265"/>
                </a:lnTo>
                <a:lnTo>
                  <a:pt x="767461" y="471949"/>
                </a:lnTo>
                <a:lnTo>
                  <a:pt x="783463" y="420453"/>
                </a:lnTo>
                <a:lnTo>
                  <a:pt x="791337" y="380604"/>
                </a:lnTo>
                <a:lnTo>
                  <a:pt x="796798" y="337384"/>
                </a:lnTo>
                <a:lnTo>
                  <a:pt x="799465" y="292324"/>
                </a:lnTo>
                <a:lnTo>
                  <a:pt x="799846" y="269437"/>
                </a:lnTo>
                <a:close/>
              </a:path>
              <a:path w="800100" h="539114">
                <a:moveTo>
                  <a:pt x="594105" y="318481"/>
                </a:moveTo>
                <a:lnTo>
                  <a:pt x="0" y="122917"/>
                </a:lnTo>
              </a:path>
            </a:pathLst>
          </a:custGeom>
          <a:ln w="57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5" name="bg object 8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750259" y="2675401"/>
            <a:ext cx="141062" cy="79861"/>
          </a:xfrm>
          <a:prstGeom prst="rect">
            <a:avLst/>
          </a:prstGeom>
        </p:spPr>
      </p:pic>
      <p:sp>
        <p:nvSpPr>
          <p:cNvPr id="86" name="bg object 86"/>
          <p:cNvSpPr/>
          <p:nvPr/>
        </p:nvSpPr>
        <p:spPr>
          <a:xfrm>
            <a:off x="3977639" y="2506586"/>
            <a:ext cx="1737360" cy="239395"/>
          </a:xfrm>
          <a:custGeom>
            <a:avLst/>
            <a:gdLst/>
            <a:ahLst/>
            <a:cxnLst/>
            <a:rect l="l" t="t" r="r" b="b"/>
            <a:pathLst>
              <a:path w="1737360" h="239394">
                <a:moveTo>
                  <a:pt x="0" y="239091"/>
                </a:moveTo>
                <a:lnTo>
                  <a:pt x="1737360" y="239091"/>
                </a:lnTo>
                <a:lnTo>
                  <a:pt x="1737360" y="0"/>
                </a:lnTo>
                <a:lnTo>
                  <a:pt x="0" y="0"/>
                </a:lnTo>
                <a:lnTo>
                  <a:pt x="0" y="239091"/>
                </a:lnTo>
                <a:close/>
              </a:path>
            </a:pathLst>
          </a:custGeom>
          <a:ln w="51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bg object 87"/>
          <p:cNvSpPr/>
          <p:nvPr/>
        </p:nvSpPr>
        <p:spPr>
          <a:xfrm>
            <a:off x="4051934" y="2577190"/>
            <a:ext cx="1428115" cy="87630"/>
          </a:xfrm>
          <a:custGeom>
            <a:avLst/>
            <a:gdLst/>
            <a:ahLst/>
            <a:cxnLst/>
            <a:rect l="l" t="t" r="r" b="b"/>
            <a:pathLst>
              <a:path w="1428114" h="87630">
                <a:moveTo>
                  <a:pt x="47878" y="408"/>
                </a:moveTo>
                <a:lnTo>
                  <a:pt x="0" y="408"/>
                </a:lnTo>
                <a:lnTo>
                  <a:pt x="0" y="85623"/>
                </a:lnTo>
                <a:lnTo>
                  <a:pt x="47116" y="85623"/>
                </a:lnTo>
                <a:lnTo>
                  <a:pt x="52831" y="85112"/>
                </a:lnTo>
                <a:lnTo>
                  <a:pt x="57530" y="84192"/>
                </a:lnTo>
                <a:lnTo>
                  <a:pt x="62102" y="83171"/>
                </a:lnTo>
                <a:lnTo>
                  <a:pt x="66039" y="81842"/>
                </a:lnTo>
                <a:lnTo>
                  <a:pt x="69087" y="79901"/>
                </a:lnTo>
                <a:lnTo>
                  <a:pt x="72136" y="78062"/>
                </a:lnTo>
                <a:lnTo>
                  <a:pt x="74700" y="75507"/>
                </a:lnTo>
                <a:lnTo>
                  <a:pt x="14097" y="75507"/>
                </a:lnTo>
                <a:lnTo>
                  <a:pt x="14097" y="46183"/>
                </a:lnTo>
                <a:lnTo>
                  <a:pt x="73137" y="46183"/>
                </a:lnTo>
                <a:lnTo>
                  <a:pt x="71374" y="44344"/>
                </a:lnTo>
                <a:lnTo>
                  <a:pt x="66420" y="41789"/>
                </a:lnTo>
                <a:lnTo>
                  <a:pt x="60070" y="40257"/>
                </a:lnTo>
                <a:lnTo>
                  <a:pt x="65024" y="38213"/>
                </a:lnTo>
                <a:lnTo>
                  <a:pt x="67970" y="36170"/>
                </a:lnTo>
                <a:lnTo>
                  <a:pt x="14097" y="36170"/>
                </a:lnTo>
                <a:lnTo>
                  <a:pt x="14097" y="10421"/>
                </a:lnTo>
                <a:lnTo>
                  <a:pt x="70339" y="10421"/>
                </a:lnTo>
                <a:lnTo>
                  <a:pt x="67944" y="7356"/>
                </a:lnTo>
                <a:lnTo>
                  <a:pt x="64135" y="4700"/>
                </a:lnTo>
                <a:lnTo>
                  <a:pt x="54355" y="1226"/>
                </a:lnTo>
                <a:lnTo>
                  <a:pt x="47878" y="408"/>
                </a:lnTo>
                <a:close/>
              </a:path>
              <a:path w="1428114" h="87630">
                <a:moveTo>
                  <a:pt x="73137" y="46183"/>
                </a:moveTo>
                <a:lnTo>
                  <a:pt x="45212" y="46183"/>
                </a:lnTo>
                <a:lnTo>
                  <a:pt x="50418" y="46694"/>
                </a:lnTo>
                <a:lnTo>
                  <a:pt x="53975" y="47613"/>
                </a:lnTo>
                <a:lnTo>
                  <a:pt x="57657" y="48635"/>
                </a:lnTo>
                <a:lnTo>
                  <a:pt x="60451" y="50270"/>
                </a:lnTo>
                <a:lnTo>
                  <a:pt x="64515" y="54970"/>
                </a:lnTo>
                <a:lnTo>
                  <a:pt x="65531" y="57729"/>
                </a:lnTo>
                <a:lnTo>
                  <a:pt x="65531" y="63553"/>
                </a:lnTo>
                <a:lnTo>
                  <a:pt x="64769" y="66005"/>
                </a:lnTo>
                <a:lnTo>
                  <a:pt x="61975" y="70092"/>
                </a:lnTo>
                <a:lnTo>
                  <a:pt x="60198" y="71727"/>
                </a:lnTo>
                <a:lnTo>
                  <a:pt x="58038" y="72749"/>
                </a:lnTo>
                <a:lnTo>
                  <a:pt x="55879" y="73873"/>
                </a:lnTo>
                <a:lnTo>
                  <a:pt x="53212" y="74690"/>
                </a:lnTo>
                <a:lnTo>
                  <a:pt x="49911" y="75099"/>
                </a:lnTo>
                <a:lnTo>
                  <a:pt x="47540" y="75507"/>
                </a:lnTo>
                <a:lnTo>
                  <a:pt x="74741" y="75507"/>
                </a:lnTo>
                <a:lnTo>
                  <a:pt x="76835" y="72033"/>
                </a:lnTo>
                <a:lnTo>
                  <a:pt x="78993" y="68559"/>
                </a:lnTo>
                <a:lnTo>
                  <a:pt x="80010" y="64881"/>
                </a:lnTo>
                <a:lnTo>
                  <a:pt x="80010" y="55890"/>
                </a:lnTo>
                <a:lnTo>
                  <a:pt x="78231" y="51598"/>
                </a:lnTo>
                <a:lnTo>
                  <a:pt x="74802" y="47920"/>
                </a:lnTo>
                <a:lnTo>
                  <a:pt x="73137" y="46183"/>
                </a:lnTo>
                <a:close/>
              </a:path>
              <a:path w="1428114" h="87630">
                <a:moveTo>
                  <a:pt x="70339" y="10421"/>
                </a:moveTo>
                <a:lnTo>
                  <a:pt x="42799" y="10421"/>
                </a:lnTo>
                <a:lnTo>
                  <a:pt x="48132" y="10830"/>
                </a:lnTo>
                <a:lnTo>
                  <a:pt x="51307" y="11648"/>
                </a:lnTo>
                <a:lnTo>
                  <a:pt x="54482" y="12363"/>
                </a:lnTo>
                <a:lnTo>
                  <a:pt x="56895" y="13895"/>
                </a:lnTo>
                <a:lnTo>
                  <a:pt x="60235" y="18289"/>
                </a:lnTo>
                <a:lnTo>
                  <a:pt x="61087" y="20639"/>
                </a:lnTo>
                <a:lnTo>
                  <a:pt x="61087" y="26463"/>
                </a:lnTo>
                <a:lnTo>
                  <a:pt x="50291" y="35148"/>
                </a:lnTo>
                <a:lnTo>
                  <a:pt x="47625" y="35863"/>
                </a:lnTo>
                <a:lnTo>
                  <a:pt x="43179" y="36170"/>
                </a:lnTo>
                <a:lnTo>
                  <a:pt x="67970" y="36170"/>
                </a:lnTo>
                <a:lnTo>
                  <a:pt x="68706" y="35659"/>
                </a:lnTo>
                <a:lnTo>
                  <a:pt x="71119" y="32491"/>
                </a:lnTo>
                <a:lnTo>
                  <a:pt x="73660" y="29222"/>
                </a:lnTo>
                <a:lnTo>
                  <a:pt x="74802" y="25850"/>
                </a:lnTo>
                <a:lnTo>
                  <a:pt x="74802" y="18289"/>
                </a:lnTo>
                <a:lnTo>
                  <a:pt x="73532" y="14508"/>
                </a:lnTo>
                <a:lnTo>
                  <a:pt x="70339" y="10421"/>
                </a:lnTo>
                <a:close/>
              </a:path>
              <a:path w="1428114" h="87630">
                <a:moveTo>
                  <a:pt x="160014" y="31061"/>
                </a:moveTo>
                <a:lnTo>
                  <a:pt x="137667" y="31061"/>
                </a:lnTo>
                <a:lnTo>
                  <a:pt x="142620" y="32287"/>
                </a:lnTo>
                <a:lnTo>
                  <a:pt x="145923" y="34637"/>
                </a:lnTo>
                <a:lnTo>
                  <a:pt x="148462" y="36374"/>
                </a:lnTo>
                <a:lnTo>
                  <a:pt x="149605" y="39439"/>
                </a:lnTo>
                <a:lnTo>
                  <a:pt x="149605" y="46387"/>
                </a:lnTo>
                <a:lnTo>
                  <a:pt x="144652" y="47818"/>
                </a:lnTo>
                <a:lnTo>
                  <a:pt x="136905" y="48942"/>
                </a:lnTo>
                <a:lnTo>
                  <a:pt x="121285" y="50474"/>
                </a:lnTo>
                <a:lnTo>
                  <a:pt x="117348" y="50985"/>
                </a:lnTo>
                <a:lnTo>
                  <a:pt x="114807" y="51598"/>
                </a:lnTo>
                <a:lnTo>
                  <a:pt x="111378" y="52313"/>
                </a:lnTo>
                <a:lnTo>
                  <a:pt x="108203" y="53437"/>
                </a:lnTo>
                <a:lnTo>
                  <a:pt x="105410" y="54970"/>
                </a:lnTo>
                <a:lnTo>
                  <a:pt x="102742" y="56503"/>
                </a:lnTo>
                <a:lnTo>
                  <a:pt x="100456" y="58546"/>
                </a:lnTo>
                <a:lnTo>
                  <a:pt x="98805" y="60998"/>
                </a:lnTo>
                <a:lnTo>
                  <a:pt x="97027" y="63553"/>
                </a:lnTo>
                <a:lnTo>
                  <a:pt x="96138" y="66312"/>
                </a:lnTo>
                <a:lnTo>
                  <a:pt x="96138" y="74486"/>
                </a:lnTo>
                <a:lnTo>
                  <a:pt x="98034" y="77960"/>
                </a:lnTo>
                <a:lnTo>
                  <a:pt x="98146" y="78164"/>
                </a:lnTo>
                <a:lnTo>
                  <a:pt x="98563" y="78777"/>
                </a:lnTo>
                <a:lnTo>
                  <a:pt x="107441" y="85316"/>
                </a:lnTo>
                <a:lnTo>
                  <a:pt x="113918" y="86951"/>
                </a:lnTo>
                <a:lnTo>
                  <a:pt x="127507" y="86951"/>
                </a:lnTo>
                <a:lnTo>
                  <a:pt x="132334" y="86338"/>
                </a:lnTo>
                <a:lnTo>
                  <a:pt x="136778" y="84908"/>
                </a:lnTo>
                <a:lnTo>
                  <a:pt x="141224" y="83579"/>
                </a:lnTo>
                <a:lnTo>
                  <a:pt x="145795" y="81229"/>
                </a:lnTo>
                <a:lnTo>
                  <a:pt x="149415" y="78777"/>
                </a:lnTo>
                <a:lnTo>
                  <a:pt x="120395" y="78777"/>
                </a:lnTo>
                <a:lnTo>
                  <a:pt x="117009" y="77960"/>
                </a:lnTo>
                <a:lnTo>
                  <a:pt x="116726" y="77960"/>
                </a:lnTo>
                <a:lnTo>
                  <a:pt x="111378" y="74077"/>
                </a:lnTo>
                <a:lnTo>
                  <a:pt x="110166" y="71931"/>
                </a:lnTo>
                <a:lnTo>
                  <a:pt x="110109" y="67231"/>
                </a:lnTo>
                <a:lnTo>
                  <a:pt x="110616" y="65494"/>
                </a:lnTo>
                <a:lnTo>
                  <a:pt x="111887" y="64064"/>
                </a:lnTo>
                <a:lnTo>
                  <a:pt x="113029" y="62531"/>
                </a:lnTo>
                <a:lnTo>
                  <a:pt x="137794" y="57422"/>
                </a:lnTo>
                <a:lnTo>
                  <a:pt x="144906" y="56094"/>
                </a:lnTo>
                <a:lnTo>
                  <a:pt x="149605" y="54561"/>
                </a:lnTo>
                <a:lnTo>
                  <a:pt x="162626" y="54561"/>
                </a:lnTo>
                <a:lnTo>
                  <a:pt x="162560" y="37907"/>
                </a:lnTo>
                <a:lnTo>
                  <a:pt x="161372" y="33513"/>
                </a:lnTo>
                <a:lnTo>
                  <a:pt x="161289" y="33207"/>
                </a:lnTo>
                <a:lnTo>
                  <a:pt x="160014" y="31061"/>
                </a:lnTo>
                <a:close/>
              </a:path>
              <a:path w="1428114" h="87630">
                <a:moveTo>
                  <a:pt x="162626" y="54561"/>
                </a:moveTo>
                <a:lnTo>
                  <a:pt x="149605" y="54561"/>
                </a:lnTo>
                <a:lnTo>
                  <a:pt x="149493" y="63553"/>
                </a:lnTo>
                <a:lnTo>
                  <a:pt x="148888" y="66312"/>
                </a:lnTo>
                <a:lnTo>
                  <a:pt x="148843" y="66516"/>
                </a:lnTo>
                <a:lnTo>
                  <a:pt x="147447" y="68866"/>
                </a:lnTo>
                <a:lnTo>
                  <a:pt x="145668" y="71931"/>
                </a:lnTo>
                <a:lnTo>
                  <a:pt x="143113" y="74077"/>
                </a:lnTo>
                <a:lnTo>
                  <a:pt x="142523" y="74486"/>
                </a:lnTo>
                <a:lnTo>
                  <a:pt x="138937" y="76120"/>
                </a:lnTo>
                <a:lnTo>
                  <a:pt x="134769" y="77960"/>
                </a:lnTo>
                <a:lnTo>
                  <a:pt x="150622" y="77960"/>
                </a:lnTo>
                <a:lnTo>
                  <a:pt x="151002" y="80821"/>
                </a:lnTo>
                <a:lnTo>
                  <a:pt x="151820" y="83171"/>
                </a:lnTo>
                <a:lnTo>
                  <a:pt x="151891" y="83375"/>
                </a:lnTo>
                <a:lnTo>
                  <a:pt x="153288" y="85623"/>
                </a:lnTo>
                <a:lnTo>
                  <a:pt x="166877" y="85623"/>
                </a:lnTo>
                <a:lnTo>
                  <a:pt x="165226" y="83171"/>
                </a:lnTo>
                <a:lnTo>
                  <a:pt x="164131" y="80821"/>
                </a:lnTo>
                <a:lnTo>
                  <a:pt x="163697" y="78777"/>
                </a:lnTo>
                <a:lnTo>
                  <a:pt x="163575" y="78164"/>
                </a:lnTo>
                <a:lnTo>
                  <a:pt x="163067" y="76120"/>
                </a:lnTo>
                <a:lnTo>
                  <a:pt x="162940" y="75610"/>
                </a:lnTo>
                <a:lnTo>
                  <a:pt x="162877" y="74077"/>
                </a:lnTo>
                <a:lnTo>
                  <a:pt x="162788" y="71931"/>
                </a:lnTo>
                <a:lnTo>
                  <a:pt x="162663" y="63553"/>
                </a:lnTo>
                <a:lnTo>
                  <a:pt x="162626" y="54561"/>
                </a:lnTo>
                <a:close/>
              </a:path>
              <a:path w="1428114" h="87630">
                <a:moveTo>
                  <a:pt x="150622" y="77960"/>
                </a:moveTo>
                <a:lnTo>
                  <a:pt x="134507" y="77960"/>
                </a:lnTo>
                <a:lnTo>
                  <a:pt x="130555" y="78777"/>
                </a:lnTo>
                <a:lnTo>
                  <a:pt x="149415" y="78777"/>
                </a:lnTo>
                <a:lnTo>
                  <a:pt x="150622" y="77960"/>
                </a:lnTo>
                <a:close/>
              </a:path>
              <a:path w="1428114" h="87630">
                <a:moveTo>
                  <a:pt x="139573" y="22478"/>
                </a:moveTo>
                <a:lnTo>
                  <a:pt x="126364" y="22478"/>
                </a:lnTo>
                <a:lnTo>
                  <a:pt x="120650" y="23193"/>
                </a:lnTo>
                <a:lnTo>
                  <a:pt x="98425" y="41483"/>
                </a:lnTo>
                <a:lnTo>
                  <a:pt x="111125" y="42811"/>
                </a:lnTo>
                <a:lnTo>
                  <a:pt x="112522" y="38520"/>
                </a:lnTo>
                <a:lnTo>
                  <a:pt x="114680" y="35454"/>
                </a:lnTo>
                <a:lnTo>
                  <a:pt x="120523" y="31981"/>
                </a:lnTo>
                <a:lnTo>
                  <a:pt x="124967" y="31061"/>
                </a:lnTo>
                <a:lnTo>
                  <a:pt x="160014" y="31061"/>
                </a:lnTo>
                <a:lnTo>
                  <a:pt x="159892" y="30857"/>
                </a:lnTo>
                <a:lnTo>
                  <a:pt x="157987" y="29017"/>
                </a:lnTo>
                <a:lnTo>
                  <a:pt x="156082" y="27076"/>
                </a:lnTo>
                <a:lnTo>
                  <a:pt x="153035" y="25543"/>
                </a:lnTo>
                <a:lnTo>
                  <a:pt x="145245" y="23193"/>
                </a:lnTo>
                <a:lnTo>
                  <a:pt x="145796" y="23193"/>
                </a:lnTo>
                <a:lnTo>
                  <a:pt x="139573" y="22478"/>
                </a:lnTo>
                <a:close/>
              </a:path>
              <a:path w="1428114" h="87630">
                <a:moveTo>
                  <a:pt x="196976" y="23806"/>
                </a:moveTo>
                <a:lnTo>
                  <a:pt x="185292" y="23806"/>
                </a:lnTo>
                <a:lnTo>
                  <a:pt x="185292" y="85623"/>
                </a:lnTo>
                <a:lnTo>
                  <a:pt x="198374" y="85623"/>
                </a:lnTo>
                <a:lnTo>
                  <a:pt x="198452" y="43731"/>
                </a:lnTo>
                <a:lnTo>
                  <a:pt x="200405" y="38622"/>
                </a:lnTo>
                <a:lnTo>
                  <a:pt x="204342" y="35761"/>
                </a:lnTo>
                <a:lnTo>
                  <a:pt x="208406" y="32900"/>
                </a:lnTo>
                <a:lnTo>
                  <a:pt x="209413" y="32594"/>
                </a:lnTo>
                <a:lnTo>
                  <a:pt x="196976" y="32594"/>
                </a:lnTo>
                <a:lnTo>
                  <a:pt x="196976" y="23806"/>
                </a:lnTo>
                <a:close/>
              </a:path>
              <a:path w="1428114" h="87630">
                <a:moveTo>
                  <a:pt x="244493" y="31470"/>
                </a:moveTo>
                <a:lnTo>
                  <a:pt x="222123" y="31470"/>
                </a:lnTo>
                <a:lnTo>
                  <a:pt x="225170" y="32185"/>
                </a:lnTo>
                <a:lnTo>
                  <a:pt x="227837" y="33411"/>
                </a:lnTo>
                <a:lnTo>
                  <a:pt x="234695" y="43731"/>
                </a:lnTo>
                <a:lnTo>
                  <a:pt x="234695" y="85623"/>
                </a:lnTo>
                <a:lnTo>
                  <a:pt x="247650" y="85623"/>
                </a:lnTo>
                <a:lnTo>
                  <a:pt x="247650" y="42811"/>
                </a:lnTo>
                <a:lnTo>
                  <a:pt x="247485" y="40563"/>
                </a:lnTo>
                <a:lnTo>
                  <a:pt x="247395" y="39337"/>
                </a:lnTo>
                <a:lnTo>
                  <a:pt x="247014" y="37396"/>
                </a:lnTo>
                <a:lnTo>
                  <a:pt x="246187" y="34637"/>
                </a:lnTo>
                <a:lnTo>
                  <a:pt x="246125" y="34433"/>
                </a:lnTo>
                <a:lnTo>
                  <a:pt x="244855" y="31878"/>
                </a:lnTo>
                <a:lnTo>
                  <a:pt x="244493" y="31470"/>
                </a:lnTo>
                <a:close/>
              </a:path>
              <a:path w="1428114" h="87630">
                <a:moveTo>
                  <a:pt x="226060" y="22478"/>
                </a:moveTo>
                <a:lnTo>
                  <a:pt x="221487" y="22478"/>
                </a:lnTo>
                <a:lnTo>
                  <a:pt x="213961" y="23110"/>
                </a:lnTo>
                <a:lnTo>
                  <a:pt x="207375" y="25007"/>
                </a:lnTo>
                <a:lnTo>
                  <a:pt x="201717" y="28168"/>
                </a:lnTo>
                <a:lnTo>
                  <a:pt x="196976" y="32594"/>
                </a:lnTo>
                <a:lnTo>
                  <a:pt x="209413" y="32594"/>
                </a:lnTo>
                <a:lnTo>
                  <a:pt x="213105" y="31470"/>
                </a:lnTo>
                <a:lnTo>
                  <a:pt x="244493" y="31470"/>
                </a:lnTo>
                <a:lnTo>
                  <a:pt x="241045" y="27587"/>
                </a:lnTo>
                <a:lnTo>
                  <a:pt x="238125" y="25748"/>
                </a:lnTo>
                <a:lnTo>
                  <a:pt x="234187" y="24420"/>
                </a:lnTo>
                <a:lnTo>
                  <a:pt x="230432" y="23110"/>
                </a:lnTo>
                <a:lnTo>
                  <a:pt x="226060" y="22478"/>
                </a:lnTo>
                <a:close/>
              </a:path>
              <a:path w="1428114" h="87630">
                <a:moveTo>
                  <a:pt x="302387" y="22478"/>
                </a:moveTo>
                <a:lnTo>
                  <a:pt x="291464" y="22478"/>
                </a:lnTo>
                <a:lnTo>
                  <a:pt x="285750" y="23806"/>
                </a:lnTo>
                <a:lnTo>
                  <a:pt x="265429" y="48635"/>
                </a:lnTo>
                <a:lnTo>
                  <a:pt x="265429" y="61101"/>
                </a:lnTo>
                <a:lnTo>
                  <a:pt x="266826" y="66720"/>
                </a:lnTo>
                <a:lnTo>
                  <a:pt x="272521" y="76529"/>
                </a:lnTo>
                <a:lnTo>
                  <a:pt x="276351" y="80207"/>
                </a:lnTo>
                <a:lnTo>
                  <a:pt x="281559" y="82864"/>
                </a:lnTo>
                <a:lnTo>
                  <a:pt x="286638" y="85623"/>
                </a:lnTo>
                <a:lnTo>
                  <a:pt x="292226" y="86951"/>
                </a:lnTo>
                <a:lnTo>
                  <a:pt x="307848" y="86951"/>
                </a:lnTo>
                <a:lnTo>
                  <a:pt x="314960" y="83886"/>
                </a:lnTo>
                <a:lnTo>
                  <a:pt x="319417" y="78368"/>
                </a:lnTo>
                <a:lnTo>
                  <a:pt x="294004" y="78368"/>
                </a:lnTo>
                <a:lnTo>
                  <a:pt x="289312" y="76529"/>
                </a:lnTo>
                <a:lnTo>
                  <a:pt x="289159" y="76529"/>
                </a:lnTo>
                <a:lnTo>
                  <a:pt x="280797" y="68559"/>
                </a:lnTo>
                <a:lnTo>
                  <a:pt x="278764" y="62633"/>
                </a:lnTo>
                <a:lnTo>
                  <a:pt x="278764" y="46592"/>
                </a:lnTo>
                <a:lnTo>
                  <a:pt x="280669" y="40563"/>
                </a:lnTo>
                <a:lnTo>
                  <a:pt x="284606" y="36783"/>
                </a:lnTo>
                <a:lnTo>
                  <a:pt x="288314" y="33104"/>
                </a:lnTo>
                <a:lnTo>
                  <a:pt x="288162" y="33104"/>
                </a:lnTo>
                <a:lnTo>
                  <a:pt x="293242" y="31061"/>
                </a:lnTo>
                <a:lnTo>
                  <a:pt x="319115" y="31061"/>
                </a:lnTo>
                <a:lnTo>
                  <a:pt x="316738" y="28404"/>
                </a:lnTo>
                <a:lnTo>
                  <a:pt x="313816" y="26361"/>
                </a:lnTo>
                <a:lnTo>
                  <a:pt x="310134" y="24828"/>
                </a:lnTo>
                <a:lnTo>
                  <a:pt x="306577" y="23193"/>
                </a:lnTo>
                <a:lnTo>
                  <a:pt x="302387" y="22478"/>
                </a:lnTo>
                <a:close/>
              </a:path>
              <a:path w="1428114" h="87630">
                <a:moveTo>
                  <a:pt x="331977" y="77755"/>
                </a:moveTo>
                <a:lnTo>
                  <a:pt x="319913" y="77755"/>
                </a:lnTo>
                <a:lnTo>
                  <a:pt x="319913" y="85623"/>
                </a:lnTo>
                <a:lnTo>
                  <a:pt x="331977" y="85623"/>
                </a:lnTo>
                <a:lnTo>
                  <a:pt x="331977" y="77755"/>
                </a:lnTo>
                <a:close/>
              </a:path>
              <a:path w="1428114" h="87630">
                <a:moveTo>
                  <a:pt x="331977" y="408"/>
                </a:moveTo>
                <a:lnTo>
                  <a:pt x="319024" y="408"/>
                </a:lnTo>
                <a:lnTo>
                  <a:pt x="319024" y="31061"/>
                </a:lnTo>
                <a:lnTo>
                  <a:pt x="304926" y="31061"/>
                </a:lnTo>
                <a:lnTo>
                  <a:pt x="310006" y="33104"/>
                </a:lnTo>
                <a:lnTo>
                  <a:pt x="313943" y="37089"/>
                </a:lnTo>
                <a:lnTo>
                  <a:pt x="318007" y="40972"/>
                </a:lnTo>
                <a:lnTo>
                  <a:pt x="320039" y="47205"/>
                </a:lnTo>
                <a:lnTo>
                  <a:pt x="320039" y="63348"/>
                </a:lnTo>
                <a:lnTo>
                  <a:pt x="318135" y="68968"/>
                </a:lnTo>
                <a:lnTo>
                  <a:pt x="314070" y="72749"/>
                </a:lnTo>
                <a:lnTo>
                  <a:pt x="310134" y="76529"/>
                </a:lnTo>
                <a:lnTo>
                  <a:pt x="305307" y="78368"/>
                </a:lnTo>
                <a:lnTo>
                  <a:pt x="319417" y="78368"/>
                </a:lnTo>
                <a:lnTo>
                  <a:pt x="319913" y="77755"/>
                </a:lnTo>
                <a:lnTo>
                  <a:pt x="331977" y="77755"/>
                </a:lnTo>
                <a:lnTo>
                  <a:pt x="331977" y="408"/>
                </a:lnTo>
                <a:close/>
              </a:path>
              <a:path w="1428114" h="87630">
                <a:moveTo>
                  <a:pt x="403605" y="408"/>
                </a:moveTo>
                <a:lnTo>
                  <a:pt x="389254" y="408"/>
                </a:lnTo>
                <a:lnTo>
                  <a:pt x="417322" y="85623"/>
                </a:lnTo>
                <a:lnTo>
                  <a:pt x="431673" y="85623"/>
                </a:lnTo>
                <a:lnTo>
                  <a:pt x="435784" y="73668"/>
                </a:lnTo>
                <a:lnTo>
                  <a:pt x="424179" y="73668"/>
                </a:lnTo>
                <a:lnTo>
                  <a:pt x="422999" y="68253"/>
                </a:lnTo>
                <a:lnTo>
                  <a:pt x="422910" y="67844"/>
                </a:lnTo>
                <a:lnTo>
                  <a:pt x="421412" y="62122"/>
                </a:lnTo>
                <a:lnTo>
                  <a:pt x="419735" y="56196"/>
                </a:lnTo>
                <a:lnTo>
                  <a:pt x="403605" y="408"/>
                </a:lnTo>
                <a:close/>
              </a:path>
              <a:path w="1428114" h="87630">
                <a:moveTo>
                  <a:pt x="469574" y="10626"/>
                </a:moveTo>
                <a:lnTo>
                  <a:pt x="457200" y="10626"/>
                </a:lnTo>
                <a:lnTo>
                  <a:pt x="458597" y="15224"/>
                </a:lnTo>
                <a:lnTo>
                  <a:pt x="460501" y="20639"/>
                </a:lnTo>
                <a:lnTo>
                  <a:pt x="482853" y="85623"/>
                </a:lnTo>
                <a:lnTo>
                  <a:pt x="496315" y="85623"/>
                </a:lnTo>
                <a:lnTo>
                  <a:pt x="500395" y="73668"/>
                </a:lnTo>
                <a:lnTo>
                  <a:pt x="489457" y="73668"/>
                </a:lnTo>
                <a:lnTo>
                  <a:pt x="487953" y="66487"/>
                </a:lnTo>
                <a:lnTo>
                  <a:pt x="486143" y="59261"/>
                </a:lnTo>
                <a:lnTo>
                  <a:pt x="483850" y="51397"/>
                </a:lnTo>
                <a:lnTo>
                  <a:pt x="481202" y="43526"/>
                </a:lnTo>
                <a:lnTo>
                  <a:pt x="469574" y="10626"/>
                </a:lnTo>
                <a:close/>
              </a:path>
              <a:path w="1428114" h="87630">
                <a:moveTo>
                  <a:pt x="465963" y="408"/>
                </a:moveTo>
                <a:lnTo>
                  <a:pt x="449072" y="408"/>
                </a:lnTo>
                <a:lnTo>
                  <a:pt x="429005" y="57933"/>
                </a:lnTo>
                <a:lnTo>
                  <a:pt x="428576" y="59057"/>
                </a:lnTo>
                <a:lnTo>
                  <a:pt x="428498" y="59261"/>
                </a:lnTo>
                <a:lnTo>
                  <a:pt x="426847" y="64575"/>
                </a:lnTo>
                <a:lnTo>
                  <a:pt x="424179" y="73668"/>
                </a:lnTo>
                <a:lnTo>
                  <a:pt x="435784" y="73668"/>
                </a:lnTo>
                <a:lnTo>
                  <a:pt x="454025" y="20639"/>
                </a:lnTo>
                <a:lnTo>
                  <a:pt x="455040" y="17880"/>
                </a:lnTo>
                <a:lnTo>
                  <a:pt x="456056" y="14611"/>
                </a:lnTo>
                <a:lnTo>
                  <a:pt x="457200" y="10626"/>
                </a:lnTo>
                <a:lnTo>
                  <a:pt x="469574" y="10626"/>
                </a:lnTo>
                <a:lnTo>
                  <a:pt x="465963" y="408"/>
                </a:lnTo>
                <a:close/>
              </a:path>
              <a:path w="1428114" h="87630">
                <a:moveTo>
                  <a:pt x="525399" y="408"/>
                </a:moveTo>
                <a:lnTo>
                  <a:pt x="511301" y="408"/>
                </a:lnTo>
                <a:lnTo>
                  <a:pt x="492505" y="62122"/>
                </a:lnTo>
                <a:lnTo>
                  <a:pt x="490846" y="67844"/>
                </a:lnTo>
                <a:lnTo>
                  <a:pt x="490727" y="68253"/>
                </a:lnTo>
                <a:lnTo>
                  <a:pt x="489457" y="73668"/>
                </a:lnTo>
                <a:lnTo>
                  <a:pt x="500395" y="73668"/>
                </a:lnTo>
                <a:lnTo>
                  <a:pt x="525399" y="408"/>
                </a:lnTo>
                <a:close/>
              </a:path>
              <a:path w="1428114" h="87630">
                <a:moveTo>
                  <a:pt x="554101" y="408"/>
                </a:moveTo>
                <a:lnTo>
                  <a:pt x="541019" y="408"/>
                </a:lnTo>
                <a:lnTo>
                  <a:pt x="541019" y="12363"/>
                </a:lnTo>
                <a:lnTo>
                  <a:pt x="554101" y="12363"/>
                </a:lnTo>
                <a:lnTo>
                  <a:pt x="554101" y="408"/>
                </a:lnTo>
                <a:close/>
              </a:path>
              <a:path w="1428114" h="87630">
                <a:moveTo>
                  <a:pt x="554101" y="23806"/>
                </a:moveTo>
                <a:lnTo>
                  <a:pt x="541019" y="23806"/>
                </a:lnTo>
                <a:lnTo>
                  <a:pt x="541019" y="85623"/>
                </a:lnTo>
                <a:lnTo>
                  <a:pt x="554101" y="85623"/>
                </a:lnTo>
                <a:lnTo>
                  <a:pt x="554101" y="23806"/>
                </a:lnTo>
                <a:close/>
              </a:path>
              <a:path w="1428114" h="87630">
                <a:moveTo>
                  <a:pt x="607313" y="22478"/>
                </a:moveTo>
                <a:lnTo>
                  <a:pt x="596264" y="22478"/>
                </a:lnTo>
                <a:lnTo>
                  <a:pt x="590550" y="23806"/>
                </a:lnTo>
                <a:lnTo>
                  <a:pt x="570229" y="48635"/>
                </a:lnTo>
                <a:lnTo>
                  <a:pt x="570229" y="61101"/>
                </a:lnTo>
                <a:lnTo>
                  <a:pt x="571626" y="66720"/>
                </a:lnTo>
                <a:lnTo>
                  <a:pt x="577321" y="76529"/>
                </a:lnTo>
                <a:lnTo>
                  <a:pt x="581151" y="80207"/>
                </a:lnTo>
                <a:lnTo>
                  <a:pt x="586359" y="82864"/>
                </a:lnTo>
                <a:lnTo>
                  <a:pt x="591438" y="85623"/>
                </a:lnTo>
                <a:lnTo>
                  <a:pt x="597026" y="86951"/>
                </a:lnTo>
                <a:lnTo>
                  <a:pt x="612648" y="86951"/>
                </a:lnTo>
                <a:lnTo>
                  <a:pt x="619760" y="83886"/>
                </a:lnTo>
                <a:lnTo>
                  <a:pt x="624217" y="78368"/>
                </a:lnTo>
                <a:lnTo>
                  <a:pt x="598804" y="78368"/>
                </a:lnTo>
                <a:lnTo>
                  <a:pt x="594112" y="76529"/>
                </a:lnTo>
                <a:lnTo>
                  <a:pt x="593959" y="76529"/>
                </a:lnTo>
                <a:lnTo>
                  <a:pt x="585597" y="68559"/>
                </a:lnTo>
                <a:lnTo>
                  <a:pt x="583564" y="62633"/>
                </a:lnTo>
                <a:lnTo>
                  <a:pt x="583564" y="46592"/>
                </a:lnTo>
                <a:lnTo>
                  <a:pt x="585469" y="40563"/>
                </a:lnTo>
                <a:lnTo>
                  <a:pt x="589406" y="36783"/>
                </a:lnTo>
                <a:lnTo>
                  <a:pt x="593114" y="33104"/>
                </a:lnTo>
                <a:lnTo>
                  <a:pt x="592962" y="33104"/>
                </a:lnTo>
                <a:lnTo>
                  <a:pt x="598042" y="31061"/>
                </a:lnTo>
                <a:lnTo>
                  <a:pt x="623915" y="31061"/>
                </a:lnTo>
                <a:lnTo>
                  <a:pt x="621538" y="28404"/>
                </a:lnTo>
                <a:lnTo>
                  <a:pt x="618616" y="26361"/>
                </a:lnTo>
                <a:lnTo>
                  <a:pt x="614934" y="24828"/>
                </a:lnTo>
                <a:lnTo>
                  <a:pt x="611377" y="23193"/>
                </a:lnTo>
                <a:lnTo>
                  <a:pt x="607313" y="22478"/>
                </a:lnTo>
                <a:close/>
              </a:path>
              <a:path w="1428114" h="87630">
                <a:moveTo>
                  <a:pt x="636777" y="77755"/>
                </a:moveTo>
                <a:lnTo>
                  <a:pt x="624713" y="77755"/>
                </a:lnTo>
                <a:lnTo>
                  <a:pt x="624713" y="85623"/>
                </a:lnTo>
                <a:lnTo>
                  <a:pt x="636777" y="85623"/>
                </a:lnTo>
                <a:lnTo>
                  <a:pt x="636777" y="77755"/>
                </a:lnTo>
                <a:close/>
              </a:path>
              <a:path w="1428114" h="87630">
                <a:moveTo>
                  <a:pt x="636777" y="408"/>
                </a:moveTo>
                <a:lnTo>
                  <a:pt x="623824" y="408"/>
                </a:lnTo>
                <a:lnTo>
                  <a:pt x="623824" y="31061"/>
                </a:lnTo>
                <a:lnTo>
                  <a:pt x="609726" y="31061"/>
                </a:lnTo>
                <a:lnTo>
                  <a:pt x="614806" y="33104"/>
                </a:lnTo>
                <a:lnTo>
                  <a:pt x="622807" y="40972"/>
                </a:lnTo>
                <a:lnTo>
                  <a:pt x="624839" y="47205"/>
                </a:lnTo>
                <a:lnTo>
                  <a:pt x="624839" y="63348"/>
                </a:lnTo>
                <a:lnTo>
                  <a:pt x="622935" y="68968"/>
                </a:lnTo>
                <a:lnTo>
                  <a:pt x="618870" y="72749"/>
                </a:lnTo>
                <a:lnTo>
                  <a:pt x="614934" y="76529"/>
                </a:lnTo>
                <a:lnTo>
                  <a:pt x="610107" y="78368"/>
                </a:lnTo>
                <a:lnTo>
                  <a:pt x="624217" y="78368"/>
                </a:lnTo>
                <a:lnTo>
                  <a:pt x="624713" y="77755"/>
                </a:lnTo>
                <a:lnTo>
                  <a:pt x="636777" y="77755"/>
                </a:lnTo>
                <a:lnTo>
                  <a:pt x="636777" y="408"/>
                </a:lnTo>
                <a:close/>
              </a:path>
              <a:path w="1428114" h="87630">
                <a:moveTo>
                  <a:pt x="675004" y="31981"/>
                </a:moveTo>
                <a:lnTo>
                  <a:pt x="662051" y="31981"/>
                </a:lnTo>
                <a:lnTo>
                  <a:pt x="662165" y="74690"/>
                </a:lnTo>
                <a:lnTo>
                  <a:pt x="675386" y="86338"/>
                </a:lnTo>
                <a:lnTo>
                  <a:pt x="683005" y="86338"/>
                </a:lnTo>
                <a:lnTo>
                  <a:pt x="686180" y="86031"/>
                </a:lnTo>
                <a:lnTo>
                  <a:pt x="689863" y="85418"/>
                </a:lnTo>
                <a:lnTo>
                  <a:pt x="688165" y="76631"/>
                </a:lnTo>
                <a:lnTo>
                  <a:pt x="680338" y="76631"/>
                </a:lnTo>
                <a:lnTo>
                  <a:pt x="678941" y="76325"/>
                </a:lnTo>
                <a:lnTo>
                  <a:pt x="675131" y="72953"/>
                </a:lnTo>
                <a:lnTo>
                  <a:pt x="675004" y="31981"/>
                </a:lnTo>
                <a:close/>
              </a:path>
              <a:path w="1428114" h="87630">
                <a:moveTo>
                  <a:pt x="688105" y="76325"/>
                </a:moveTo>
                <a:lnTo>
                  <a:pt x="687281" y="76325"/>
                </a:lnTo>
                <a:lnTo>
                  <a:pt x="684868" y="76631"/>
                </a:lnTo>
                <a:lnTo>
                  <a:pt x="688165" y="76631"/>
                </a:lnTo>
                <a:lnTo>
                  <a:pt x="688105" y="76325"/>
                </a:lnTo>
                <a:close/>
              </a:path>
              <a:path w="1428114" h="87630">
                <a:moveTo>
                  <a:pt x="688086" y="23806"/>
                </a:moveTo>
                <a:lnTo>
                  <a:pt x="652526" y="23806"/>
                </a:lnTo>
                <a:lnTo>
                  <a:pt x="652526" y="31981"/>
                </a:lnTo>
                <a:lnTo>
                  <a:pt x="688086" y="31981"/>
                </a:lnTo>
                <a:lnTo>
                  <a:pt x="688086" y="23806"/>
                </a:lnTo>
                <a:close/>
              </a:path>
              <a:path w="1428114" h="87630">
                <a:moveTo>
                  <a:pt x="675004" y="2247"/>
                </a:moveTo>
                <a:lnTo>
                  <a:pt x="662051" y="8582"/>
                </a:lnTo>
                <a:lnTo>
                  <a:pt x="662051" y="23806"/>
                </a:lnTo>
                <a:lnTo>
                  <a:pt x="675004" y="23806"/>
                </a:lnTo>
                <a:lnTo>
                  <a:pt x="675004" y="2247"/>
                </a:lnTo>
                <a:close/>
              </a:path>
              <a:path w="1428114" h="87630">
                <a:moveTo>
                  <a:pt x="715010" y="408"/>
                </a:moveTo>
                <a:lnTo>
                  <a:pt x="701928" y="408"/>
                </a:lnTo>
                <a:lnTo>
                  <a:pt x="701928" y="85623"/>
                </a:lnTo>
                <a:lnTo>
                  <a:pt x="715010" y="85623"/>
                </a:lnTo>
                <a:lnTo>
                  <a:pt x="715010" y="47000"/>
                </a:lnTo>
                <a:lnTo>
                  <a:pt x="715644" y="43118"/>
                </a:lnTo>
                <a:lnTo>
                  <a:pt x="717168" y="40359"/>
                </a:lnTo>
                <a:lnTo>
                  <a:pt x="718565" y="37702"/>
                </a:lnTo>
                <a:lnTo>
                  <a:pt x="720978" y="35454"/>
                </a:lnTo>
                <a:lnTo>
                  <a:pt x="724407" y="33820"/>
                </a:lnTo>
                <a:lnTo>
                  <a:pt x="727837" y="32287"/>
                </a:lnTo>
                <a:lnTo>
                  <a:pt x="731392" y="31470"/>
                </a:lnTo>
                <a:lnTo>
                  <a:pt x="761115" y="31470"/>
                </a:lnTo>
                <a:lnTo>
                  <a:pt x="760828" y="30959"/>
                </a:lnTo>
                <a:lnTo>
                  <a:pt x="715010" y="30959"/>
                </a:lnTo>
                <a:lnTo>
                  <a:pt x="715010" y="408"/>
                </a:lnTo>
                <a:close/>
              </a:path>
              <a:path w="1428114" h="87630">
                <a:moveTo>
                  <a:pt x="761115" y="31470"/>
                </a:moveTo>
                <a:lnTo>
                  <a:pt x="740410" y="31470"/>
                </a:lnTo>
                <a:lnTo>
                  <a:pt x="744474" y="32696"/>
                </a:lnTo>
                <a:lnTo>
                  <a:pt x="750062" y="37396"/>
                </a:lnTo>
                <a:lnTo>
                  <a:pt x="751459" y="41176"/>
                </a:lnTo>
                <a:lnTo>
                  <a:pt x="751459" y="85623"/>
                </a:lnTo>
                <a:lnTo>
                  <a:pt x="764413" y="85623"/>
                </a:lnTo>
                <a:lnTo>
                  <a:pt x="764413" y="40359"/>
                </a:lnTo>
                <a:lnTo>
                  <a:pt x="763524" y="35761"/>
                </a:lnTo>
                <a:lnTo>
                  <a:pt x="761115" y="31470"/>
                </a:lnTo>
                <a:close/>
              </a:path>
              <a:path w="1428114" h="87630">
                <a:moveTo>
                  <a:pt x="743585" y="22478"/>
                </a:moveTo>
                <a:lnTo>
                  <a:pt x="728726" y="22478"/>
                </a:lnTo>
                <a:lnTo>
                  <a:pt x="720978" y="25237"/>
                </a:lnTo>
                <a:lnTo>
                  <a:pt x="715010" y="30959"/>
                </a:lnTo>
                <a:lnTo>
                  <a:pt x="760828" y="30959"/>
                </a:lnTo>
                <a:lnTo>
                  <a:pt x="743585" y="22478"/>
                </a:lnTo>
                <a:close/>
              </a:path>
              <a:path w="1428114" h="87630">
                <a:moveTo>
                  <a:pt x="897509" y="25748"/>
                </a:moveTo>
                <a:lnTo>
                  <a:pt x="827531" y="25748"/>
                </a:lnTo>
                <a:lnTo>
                  <a:pt x="827531" y="35454"/>
                </a:lnTo>
                <a:lnTo>
                  <a:pt x="897509" y="35454"/>
                </a:lnTo>
                <a:lnTo>
                  <a:pt x="897509" y="25748"/>
                </a:lnTo>
                <a:close/>
              </a:path>
              <a:path w="1428114" h="87630">
                <a:moveTo>
                  <a:pt x="897509" y="51598"/>
                </a:moveTo>
                <a:lnTo>
                  <a:pt x="827531" y="51598"/>
                </a:lnTo>
                <a:lnTo>
                  <a:pt x="827531" y="61305"/>
                </a:lnTo>
                <a:lnTo>
                  <a:pt x="897509" y="61305"/>
                </a:lnTo>
                <a:lnTo>
                  <a:pt x="897509" y="51598"/>
                </a:lnTo>
                <a:close/>
              </a:path>
              <a:path w="1428114" h="87630">
                <a:moveTo>
                  <a:pt x="1005713" y="18902"/>
                </a:moveTo>
                <a:lnTo>
                  <a:pt x="992759" y="18902"/>
                </a:lnTo>
                <a:lnTo>
                  <a:pt x="992759" y="85623"/>
                </a:lnTo>
                <a:lnTo>
                  <a:pt x="1005713" y="85623"/>
                </a:lnTo>
                <a:lnTo>
                  <a:pt x="1005713" y="18902"/>
                </a:lnTo>
                <a:close/>
              </a:path>
              <a:path w="1428114" h="87630">
                <a:moveTo>
                  <a:pt x="1005713" y="0"/>
                </a:moveTo>
                <a:lnTo>
                  <a:pt x="997330" y="0"/>
                </a:lnTo>
                <a:lnTo>
                  <a:pt x="995172" y="3678"/>
                </a:lnTo>
                <a:lnTo>
                  <a:pt x="991235" y="7458"/>
                </a:lnTo>
                <a:lnTo>
                  <a:pt x="980439" y="15326"/>
                </a:lnTo>
                <a:lnTo>
                  <a:pt x="973963" y="18698"/>
                </a:lnTo>
                <a:lnTo>
                  <a:pt x="966724" y="21354"/>
                </a:lnTo>
                <a:lnTo>
                  <a:pt x="966724" y="31470"/>
                </a:lnTo>
                <a:lnTo>
                  <a:pt x="992759" y="18902"/>
                </a:lnTo>
                <a:lnTo>
                  <a:pt x="1005713" y="18902"/>
                </a:lnTo>
                <a:lnTo>
                  <a:pt x="1005713" y="0"/>
                </a:lnTo>
                <a:close/>
              </a:path>
              <a:path w="1428114" h="87630">
                <a:moveTo>
                  <a:pt x="1081786" y="0"/>
                </a:moveTo>
                <a:lnTo>
                  <a:pt x="1068324" y="0"/>
                </a:lnTo>
                <a:lnTo>
                  <a:pt x="1061974" y="1634"/>
                </a:lnTo>
                <a:lnTo>
                  <a:pt x="1041526" y="33513"/>
                </a:lnTo>
                <a:lnTo>
                  <a:pt x="1041526" y="43526"/>
                </a:lnTo>
                <a:lnTo>
                  <a:pt x="1042081" y="53145"/>
                </a:lnTo>
                <a:lnTo>
                  <a:pt x="1042171" y="54715"/>
                </a:lnTo>
                <a:lnTo>
                  <a:pt x="1068835" y="86498"/>
                </a:lnTo>
                <a:lnTo>
                  <a:pt x="1076070" y="87053"/>
                </a:lnTo>
                <a:lnTo>
                  <a:pt x="1083817" y="87053"/>
                </a:lnTo>
                <a:lnTo>
                  <a:pt x="1090294" y="85316"/>
                </a:lnTo>
                <a:lnTo>
                  <a:pt x="1095365" y="82053"/>
                </a:lnTo>
                <a:lnTo>
                  <a:pt x="1100454" y="78675"/>
                </a:lnTo>
                <a:lnTo>
                  <a:pt x="1100617" y="78470"/>
                </a:lnTo>
                <a:lnTo>
                  <a:pt x="1070102" y="78470"/>
                </a:lnTo>
                <a:lnTo>
                  <a:pt x="1065022" y="76120"/>
                </a:lnTo>
                <a:lnTo>
                  <a:pt x="1054862" y="43526"/>
                </a:lnTo>
                <a:lnTo>
                  <a:pt x="1055231" y="35148"/>
                </a:lnTo>
                <a:lnTo>
                  <a:pt x="1069975" y="8684"/>
                </a:lnTo>
                <a:lnTo>
                  <a:pt x="1099954" y="8684"/>
                </a:lnTo>
                <a:lnTo>
                  <a:pt x="1098803" y="7254"/>
                </a:lnTo>
                <a:lnTo>
                  <a:pt x="1095248" y="4597"/>
                </a:lnTo>
                <a:lnTo>
                  <a:pt x="1091056" y="2758"/>
                </a:lnTo>
                <a:lnTo>
                  <a:pt x="1086739" y="919"/>
                </a:lnTo>
                <a:lnTo>
                  <a:pt x="1081786" y="0"/>
                </a:lnTo>
                <a:close/>
              </a:path>
              <a:path w="1428114" h="87630">
                <a:moveTo>
                  <a:pt x="1099954" y="8684"/>
                </a:moveTo>
                <a:lnTo>
                  <a:pt x="1082039" y="8684"/>
                </a:lnTo>
                <a:lnTo>
                  <a:pt x="1086992" y="10932"/>
                </a:lnTo>
                <a:lnTo>
                  <a:pt x="1091184" y="15632"/>
                </a:lnTo>
                <a:lnTo>
                  <a:pt x="1097279" y="43526"/>
                </a:lnTo>
                <a:lnTo>
                  <a:pt x="1096898" y="53145"/>
                </a:lnTo>
                <a:lnTo>
                  <a:pt x="1082039" y="78470"/>
                </a:lnTo>
                <a:lnTo>
                  <a:pt x="1100617" y="78470"/>
                </a:lnTo>
                <a:lnTo>
                  <a:pt x="1104264" y="73873"/>
                </a:lnTo>
                <a:lnTo>
                  <a:pt x="1109344" y="61611"/>
                </a:lnTo>
                <a:lnTo>
                  <a:pt x="1110614" y="53540"/>
                </a:lnTo>
                <a:lnTo>
                  <a:pt x="1110614" y="35148"/>
                </a:lnTo>
                <a:lnTo>
                  <a:pt x="1109852" y="28404"/>
                </a:lnTo>
                <a:lnTo>
                  <a:pt x="1108202" y="23398"/>
                </a:lnTo>
                <a:lnTo>
                  <a:pt x="1106677" y="18391"/>
                </a:lnTo>
                <a:lnTo>
                  <a:pt x="1104391" y="14202"/>
                </a:lnTo>
                <a:lnTo>
                  <a:pt x="1099954" y="8684"/>
                </a:lnTo>
                <a:close/>
              </a:path>
              <a:path w="1428114" h="87630">
                <a:moveTo>
                  <a:pt x="1152143" y="408"/>
                </a:moveTo>
                <a:lnTo>
                  <a:pt x="1131062" y="408"/>
                </a:lnTo>
                <a:lnTo>
                  <a:pt x="1131062" y="85623"/>
                </a:lnTo>
                <a:lnTo>
                  <a:pt x="1144651" y="85623"/>
                </a:lnTo>
                <a:lnTo>
                  <a:pt x="1144651" y="13078"/>
                </a:lnTo>
                <a:lnTo>
                  <a:pt x="1157428" y="13078"/>
                </a:lnTo>
                <a:lnTo>
                  <a:pt x="1152143" y="408"/>
                </a:lnTo>
                <a:close/>
              </a:path>
              <a:path w="1428114" h="87630">
                <a:moveTo>
                  <a:pt x="1157428" y="13078"/>
                </a:moveTo>
                <a:lnTo>
                  <a:pt x="1144651" y="13078"/>
                </a:lnTo>
                <a:lnTo>
                  <a:pt x="1175257" y="85623"/>
                </a:lnTo>
                <a:lnTo>
                  <a:pt x="1187957" y="85623"/>
                </a:lnTo>
                <a:lnTo>
                  <a:pt x="1193285" y="73260"/>
                </a:lnTo>
                <a:lnTo>
                  <a:pt x="1182369" y="73260"/>
                </a:lnTo>
                <a:lnTo>
                  <a:pt x="1181227" y="70501"/>
                </a:lnTo>
                <a:lnTo>
                  <a:pt x="1179576" y="66312"/>
                </a:lnTo>
                <a:lnTo>
                  <a:pt x="1177289" y="60692"/>
                </a:lnTo>
                <a:lnTo>
                  <a:pt x="1157428" y="13078"/>
                </a:lnTo>
                <a:close/>
              </a:path>
              <a:path w="1428114" h="87630">
                <a:moveTo>
                  <a:pt x="1232154" y="14304"/>
                </a:moveTo>
                <a:lnTo>
                  <a:pt x="1218691" y="14304"/>
                </a:lnTo>
                <a:lnTo>
                  <a:pt x="1218691" y="85623"/>
                </a:lnTo>
                <a:lnTo>
                  <a:pt x="1232154" y="85623"/>
                </a:lnTo>
                <a:lnTo>
                  <a:pt x="1232154" y="14304"/>
                </a:lnTo>
                <a:close/>
              </a:path>
              <a:path w="1428114" h="87630">
                <a:moveTo>
                  <a:pt x="1232154" y="408"/>
                </a:moveTo>
                <a:lnTo>
                  <a:pt x="1213357" y="408"/>
                </a:lnTo>
                <a:lnTo>
                  <a:pt x="1187957" y="59670"/>
                </a:lnTo>
                <a:lnTo>
                  <a:pt x="1183513" y="70194"/>
                </a:lnTo>
                <a:lnTo>
                  <a:pt x="1182369" y="73260"/>
                </a:lnTo>
                <a:lnTo>
                  <a:pt x="1193285" y="73260"/>
                </a:lnTo>
                <a:lnTo>
                  <a:pt x="1218691" y="14304"/>
                </a:lnTo>
                <a:lnTo>
                  <a:pt x="1232154" y="14304"/>
                </a:lnTo>
                <a:lnTo>
                  <a:pt x="1232154" y="408"/>
                </a:lnTo>
                <a:close/>
              </a:path>
              <a:path w="1428114" h="87630">
                <a:moveTo>
                  <a:pt x="1272920" y="408"/>
                </a:moveTo>
                <a:lnTo>
                  <a:pt x="1258950" y="408"/>
                </a:lnTo>
                <a:lnTo>
                  <a:pt x="1258950" y="85623"/>
                </a:lnTo>
                <a:lnTo>
                  <a:pt x="1272920" y="85623"/>
                </a:lnTo>
                <a:lnTo>
                  <a:pt x="1272920" y="45366"/>
                </a:lnTo>
                <a:lnTo>
                  <a:pt x="1342009" y="45366"/>
                </a:lnTo>
                <a:lnTo>
                  <a:pt x="1342009" y="35352"/>
                </a:lnTo>
                <a:lnTo>
                  <a:pt x="1272920" y="35352"/>
                </a:lnTo>
                <a:lnTo>
                  <a:pt x="1272920" y="408"/>
                </a:lnTo>
                <a:close/>
              </a:path>
              <a:path w="1428114" h="87630">
                <a:moveTo>
                  <a:pt x="1342009" y="45366"/>
                </a:moveTo>
                <a:lnTo>
                  <a:pt x="1328039" y="45366"/>
                </a:lnTo>
                <a:lnTo>
                  <a:pt x="1328039" y="85623"/>
                </a:lnTo>
                <a:lnTo>
                  <a:pt x="1342009" y="85623"/>
                </a:lnTo>
                <a:lnTo>
                  <a:pt x="1342009" y="45366"/>
                </a:lnTo>
                <a:close/>
              </a:path>
              <a:path w="1428114" h="87630">
                <a:moveTo>
                  <a:pt x="1342009" y="408"/>
                </a:moveTo>
                <a:lnTo>
                  <a:pt x="1328039" y="408"/>
                </a:lnTo>
                <a:lnTo>
                  <a:pt x="1328039" y="35352"/>
                </a:lnTo>
                <a:lnTo>
                  <a:pt x="1342009" y="35352"/>
                </a:lnTo>
                <a:lnTo>
                  <a:pt x="1342009" y="408"/>
                </a:lnTo>
                <a:close/>
              </a:path>
              <a:path w="1428114" h="87630">
                <a:moveTo>
                  <a:pt x="1424273" y="31981"/>
                </a:moveTo>
                <a:lnTo>
                  <a:pt x="1408811" y="31981"/>
                </a:lnTo>
                <a:lnTo>
                  <a:pt x="1360042" y="77040"/>
                </a:lnTo>
                <a:lnTo>
                  <a:pt x="1360042" y="85623"/>
                </a:lnTo>
                <a:lnTo>
                  <a:pt x="1427861" y="85623"/>
                </a:lnTo>
                <a:lnTo>
                  <a:pt x="1427861" y="77040"/>
                </a:lnTo>
                <a:lnTo>
                  <a:pt x="1376044" y="77040"/>
                </a:lnTo>
                <a:lnTo>
                  <a:pt x="1384045" y="69888"/>
                </a:lnTo>
                <a:lnTo>
                  <a:pt x="1424273" y="31981"/>
                </a:lnTo>
                <a:close/>
              </a:path>
              <a:path w="1428114" h="87630">
                <a:moveTo>
                  <a:pt x="1427861" y="76529"/>
                </a:moveTo>
                <a:lnTo>
                  <a:pt x="1387347" y="76529"/>
                </a:lnTo>
                <a:lnTo>
                  <a:pt x="1381887" y="76734"/>
                </a:lnTo>
                <a:lnTo>
                  <a:pt x="1376044" y="77040"/>
                </a:lnTo>
                <a:lnTo>
                  <a:pt x="1427861" y="77040"/>
                </a:lnTo>
                <a:lnTo>
                  <a:pt x="1427861" y="76529"/>
                </a:lnTo>
                <a:close/>
              </a:path>
              <a:path w="1428114" h="87630">
                <a:moveTo>
                  <a:pt x="1425574" y="23806"/>
                </a:moveTo>
                <a:lnTo>
                  <a:pt x="1362837" y="23806"/>
                </a:lnTo>
                <a:lnTo>
                  <a:pt x="1362837" y="32287"/>
                </a:lnTo>
                <a:lnTo>
                  <a:pt x="1400619" y="32287"/>
                </a:lnTo>
                <a:lnTo>
                  <a:pt x="1408811" y="31981"/>
                </a:lnTo>
                <a:lnTo>
                  <a:pt x="1424273" y="31981"/>
                </a:lnTo>
                <a:lnTo>
                  <a:pt x="1425574" y="30754"/>
                </a:lnTo>
                <a:lnTo>
                  <a:pt x="1425574" y="238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8" name="bg object 8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733295" y="5722671"/>
            <a:ext cx="146685" cy="72503"/>
          </a:xfrm>
          <a:prstGeom prst="rect">
            <a:avLst/>
          </a:prstGeom>
        </p:spPr>
      </p:pic>
      <p:pic>
        <p:nvPicPr>
          <p:cNvPr id="89" name="bg object 8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867151" y="5722671"/>
            <a:ext cx="162813" cy="72503"/>
          </a:xfrm>
          <a:prstGeom prst="rect">
            <a:avLst/>
          </a:prstGeom>
        </p:spPr>
      </p:pic>
      <p:pic>
        <p:nvPicPr>
          <p:cNvPr id="90" name="bg object 9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001008" y="5722671"/>
            <a:ext cx="163829" cy="72555"/>
          </a:xfrm>
          <a:prstGeom prst="rect">
            <a:avLst/>
          </a:prstGeom>
        </p:spPr>
      </p:pic>
      <p:pic>
        <p:nvPicPr>
          <p:cNvPr id="91" name="bg object 9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5134864" y="5722671"/>
            <a:ext cx="163449" cy="72503"/>
          </a:xfrm>
          <a:prstGeom prst="rect">
            <a:avLst/>
          </a:prstGeom>
        </p:spPr>
      </p:pic>
      <p:pic>
        <p:nvPicPr>
          <p:cNvPr id="92" name="bg object 9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268719" y="5722671"/>
            <a:ext cx="164464" cy="72503"/>
          </a:xfrm>
          <a:prstGeom prst="rect">
            <a:avLst/>
          </a:prstGeom>
        </p:spPr>
      </p:pic>
      <p:pic>
        <p:nvPicPr>
          <p:cNvPr id="93" name="bg object 9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5789167" y="5722671"/>
            <a:ext cx="1912492" cy="303799"/>
          </a:xfrm>
          <a:prstGeom prst="rect">
            <a:avLst/>
          </a:prstGeom>
        </p:spPr>
      </p:pic>
      <p:pic>
        <p:nvPicPr>
          <p:cNvPr id="94" name="bg object 94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8536431" y="5722671"/>
            <a:ext cx="163829" cy="72503"/>
          </a:xfrm>
          <a:prstGeom prst="rect">
            <a:avLst/>
          </a:prstGeom>
        </p:spPr>
      </p:pic>
      <p:pic>
        <p:nvPicPr>
          <p:cNvPr id="95" name="bg object 95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9670288" y="5722671"/>
            <a:ext cx="163956" cy="72503"/>
          </a:xfrm>
          <a:prstGeom prst="rect">
            <a:avLst/>
          </a:prstGeom>
        </p:spPr>
      </p:pic>
      <p:pic>
        <p:nvPicPr>
          <p:cNvPr id="96" name="bg object 96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0804143" y="5722671"/>
            <a:ext cx="163956" cy="72503"/>
          </a:xfrm>
          <a:prstGeom prst="rect">
            <a:avLst/>
          </a:prstGeom>
        </p:spPr>
      </p:pic>
      <p:sp>
        <p:nvSpPr>
          <p:cNvPr id="97" name="bg object 97"/>
          <p:cNvSpPr/>
          <p:nvPr/>
        </p:nvSpPr>
        <p:spPr>
          <a:xfrm>
            <a:off x="11999721" y="5722671"/>
            <a:ext cx="33020" cy="71755"/>
          </a:xfrm>
          <a:custGeom>
            <a:avLst/>
            <a:gdLst/>
            <a:ahLst/>
            <a:cxnLst/>
            <a:rect l="l" t="t" r="r" b="b"/>
            <a:pathLst>
              <a:path w="33020" h="71754">
                <a:moveTo>
                  <a:pt x="32512" y="0"/>
                </a:moveTo>
                <a:lnTo>
                  <a:pt x="25526" y="0"/>
                </a:lnTo>
                <a:lnTo>
                  <a:pt x="23622" y="3065"/>
                </a:lnTo>
                <a:lnTo>
                  <a:pt x="20320" y="6232"/>
                </a:lnTo>
                <a:lnTo>
                  <a:pt x="11303" y="12751"/>
                </a:lnTo>
                <a:lnTo>
                  <a:pt x="5969" y="15530"/>
                </a:lnTo>
                <a:lnTo>
                  <a:pt x="0" y="17819"/>
                </a:lnTo>
                <a:lnTo>
                  <a:pt x="0" y="26248"/>
                </a:lnTo>
                <a:lnTo>
                  <a:pt x="21590" y="15735"/>
                </a:lnTo>
                <a:lnTo>
                  <a:pt x="21590" y="71298"/>
                </a:lnTo>
                <a:lnTo>
                  <a:pt x="32512" y="71298"/>
                </a:lnTo>
                <a:lnTo>
                  <a:pt x="32512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8" name="bg object 98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5522848" y="5897831"/>
            <a:ext cx="97154" cy="101102"/>
          </a:xfrm>
          <a:prstGeom prst="rect">
            <a:avLst/>
          </a:prstGeom>
        </p:spPr>
      </p:pic>
      <p:pic>
        <p:nvPicPr>
          <p:cNvPr id="99" name="bg object 99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5650102" y="5985906"/>
            <a:ext cx="66675" cy="79523"/>
          </a:xfrm>
          <a:prstGeom prst="rect">
            <a:avLst/>
          </a:prstGeom>
        </p:spPr>
      </p:pic>
      <p:pic>
        <p:nvPicPr>
          <p:cNvPr id="100" name="bg object 100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457200" y="5103179"/>
            <a:ext cx="162813" cy="72442"/>
          </a:xfrm>
          <a:prstGeom prst="rect">
            <a:avLst/>
          </a:prstGeom>
        </p:spPr>
      </p:pic>
      <p:pic>
        <p:nvPicPr>
          <p:cNvPr id="101" name="bg object 101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457200" y="4588826"/>
            <a:ext cx="163449" cy="72544"/>
          </a:xfrm>
          <a:prstGeom prst="rect">
            <a:avLst/>
          </a:prstGeom>
        </p:spPr>
      </p:pic>
      <p:pic>
        <p:nvPicPr>
          <p:cNvPr id="102" name="bg object 102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457200" y="4074576"/>
            <a:ext cx="163702" cy="72544"/>
          </a:xfrm>
          <a:prstGeom prst="rect">
            <a:avLst/>
          </a:prstGeom>
        </p:spPr>
      </p:pic>
      <p:pic>
        <p:nvPicPr>
          <p:cNvPr id="103" name="bg object 103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457200" y="3560325"/>
            <a:ext cx="163956" cy="72442"/>
          </a:xfrm>
          <a:prstGeom prst="rect">
            <a:avLst/>
          </a:prstGeom>
        </p:spPr>
      </p:pic>
      <p:sp>
        <p:nvSpPr>
          <p:cNvPr id="104" name="bg object 104"/>
          <p:cNvSpPr/>
          <p:nvPr/>
        </p:nvSpPr>
        <p:spPr>
          <a:xfrm>
            <a:off x="572262" y="3045972"/>
            <a:ext cx="33020" cy="71755"/>
          </a:xfrm>
          <a:custGeom>
            <a:avLst/>
            <a:gdLst/>
            <a:ahLst/>
            <a:cxnLst/>
            <a:rect l="l" t="t" r="r" b="b"/>
            <a:pathLst>
              <a:path w="33020" h="71755">
                <a:moveTo>
                  <a:pt x="32512" y="0"/>
                </a:moveTo>
                <a:lnTo>
                  <a:pt x="25526" y="0"/>
                </a:lnTo>
                <a:lnTo>
                  <a:pt x="23621" y="3065"/>
                </a:lnTo>
                <a:lnTo>
                  <a:pt x="20319" y="6232"/>
                </a:lnTo>
                <a:lnTo>
                  <a:pt x="11302" y="12771"/>
                </a:lnTo>
                <a:lnTo>
                  <a:pt x="5968" y="15530"/>
                </a:lnTo>
                <a:lnTo>
                  <a:pt x="0" y="17880"/>
                </a:lnTo>
                <a:lnTo>
                  <a:pt x="0" y="26259"/>
                </a:lnTo>
                <a:lnTo>
                  <a:pt x="21589" y="15735"/>
                </a:lnTo>
                <a:lnTo>
                  <a:pt x="21589" y="71318"/>
                </a:lnTo>
                <a:lnTo>
                  <a:pt x="32512" y="71318"/>
                </a:lnTo>
                <a:lnTo>
                  <a:pt x="32512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5" name="bg object 105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465581" y="2531722"/>
            <a:ext cx="154431" cy="71318"/>
          </a:xfrm>
          <a:prstGeom prst="rect">
            <a:avLst/>
          </a:prstGeom>
        </p:spPr>
      </p:pic>
      <p:pic>
        <p:nvPicPr>
          <p:cNvPr id="106" name="bg object 106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465581" y="2017471"/>
            <a:ext cx="155067" cy="71216"/>
          </a:xfrm>
          <a:prstGeom prst="rect">
            <a:avLst/>
          </a:prstGeom>
        </p:spPr>
      </p:pic>
      <p:pic>
        <p:nvPicPr>
          <p:cNvPr id="107" name="bg object 107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465581" y="1503118"/>
            <a:ext cx="155320" cy="72544"/>
          </a:xfrm>
          <a:prstGeom prst="rect">
            <a:avLst/>
          </a:prstGeom>
        </p:spPr>
      </p:pic>
      <p:pic>
        <p:nvPicPr>
          <p:cNvPr id="108" name="bg object 108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465581" y="988868"/>
            <a:ext cx="155575" cy="72544"/>
          </a:xfrm>
          <a:prstGeom prst="rect">
            <a:avLst/>
          </a:prstGeom>
        </p:spPr>
      </p:pic>
      <p:pic>
        <p:nvPicPr>
          <p:cNvPr id="109" name="bg object 109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237997" y="2238273"/>
            <a:ext cx="161925" cy="21701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019300"/>
            <a:ext cx="12192000" cy="410527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124577"/>
            <a:ext cx="12191999" cy="73152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2019300"/>
            <a:ext cx="12192000" cy="410527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6124577"/>
            <a:ext cx="12191999" cy="73152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4763" y="6122987"/>
            <a:ext cx="12187555" cy="12700"/>
          </a:xfrm>
          <a:custGeom>
            <a:avLst/>
            <a:gdLst/>
            <a:ahLst/>
            <a:cxnLst/>
            <a:rect l="l" t="t" r="r" b="b"/>
            <a:pathLst>
              <a:path w="12187555" h="12700">
                <a:moveTo>
                  <a:pt x="12187236" y="0"/>
                </a:moveTo>
                <a:lnTo>
                  <a:pt x="0" y="0"/>
                </a:lnTo>
                <a:lnTo>
                  <a:pt x="0" y="12700"/>
                </a:lnTo>
                <a:lnTo>
                  <a:pt x="12187236" y="12700"/>
                </a:lnTo>
                <a:lnTo>
                  <a:pt x="12187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7591" y="139699"/>
            <a:ext cx="5964555" cy="518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7057" y="1148016"/>
            <a:ext cx="10881360" cy="2925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47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image" Target="../media/image64.png"/><Relationship Id="rId14" Type="http://schemas.openxmlformats.org/officeDocument/2006/relationships/image" Target="../media/image65.png"/><Relationship Id="rId15" Type="http://schemas.openxmlformats.org/officeDocument/2006/relationships/image" Target="../media/image66.png"/><Relationship Id="rId16" Type="http://schemas.openxmlformats.org/officeDocument/2006/relationships/image" Target="../media/image67.png"/><Relationship Id="rId17" Type="http://schemas.openxmlformats.org/officeDocument/2006/relationships/image" Target="../media/image68.png"/><Relationship Id="rId18" Type="http://schemas.openxmlformats.org/officeDocument/2006/relationships/image" Target="../media/image69.png"/><Relationship Id="rId19" Type="http://schemas.openxmlformats.org/officeDocument/2006/relationships/image" Target="../media/image70.png"/><Relationship Id="rId20" Type="http://schemas.openxmlformats.org/officeDocument/2006/relationships/image" Target="../media/image71.png"/><Relationship Id="rId21" Type="http://schemas.openxmlformats.org/officeDocument/2006/relationships/image" Target="../media/image72.png"/><Relationship Id="rId22" Type="http://schemas.openxmlformats.org/officeDocument/2006/relationships/image" Target="../media/image73.png"/><Relationship Id="rId23" Type="http://schemas.openxmlformats.org/officeDocument/2006/relationships/image" Target="../media/image74.png"/><Relationship Id="rId24" Type="http://schemas.openxmlformats.org/officeDocument/2006/relationships/image" Target="../media/image75.png"/><Relationship Id="rId25" Type="http://schemas.openxmlformats.org/officeDocument/2006/relationships/image" Target="../media/image76.png"/><Relationship Id="rId26" Type="http://schemas.openxmlformats.org/officeDocument/2006/relationships/image" Target="../media/image77.png"/><Relationship Id="rId27" Type="http://schemas.openxmlformats.org/officeDocument/2006/relationships/image" Target="../media/image78.png"/><Relationship Id="rId28" Type="http://schemas.openxmlformats.org/officeDocument/2006/relationships/image" Target="../media/image79.png"/><Relationship Id="rId29" Type="http://schemas.openxmlformats.org/officeDocument/2006/relationships/image" Target="../media/image80.png"/><Relationship Id="rId30" Type="http://schemas.openxmlformats.org/officeDocument/2006/relationships/image" Target="../media/image81.png"/><Relationship Id="rId31" Type="http://schemas.openxmlformats.org/officeDocument/2006/relationships/image" Target="../media/image82.png"/><Relationship Id="rId32" Type="http://schemas.openxmlformats.org/officeDocument/2006/relationships/image" Target="../media/image83.png"/><Relationship Id="rId33" Type="http://schemas.openxmlformats.org/officeDocument/2006/relationships/image" Target="../media/image84.png"/><Relationship Id="rId34" Type="http://schemas.openxmlformats.org/officeDocument/2006/relationships/image" Target="../media/image85.png"/><Relationship Id="rId35" Type="http://schemas.openxmlformats.org/officeDocument/2006/relationships/image" Target="../media/image86.png"/><Relationship Id="rId36" Type="http://schemas.openxmlformats.org/officeDocument/2006/relationships/image" Target="../media/image87.png"/><Relationship Id="rId37" Type="http://schemas.openxmlformats.org/officeDocument/2006/relationships/image" Target="../media/image88.png"/><Relationship Id="rId38" Type="http://schemas.openxmlformats.org/officeDocument/2006/relationships/image" Target="../media/image89.png"/><Relationship Id="rId39" Type="http://schemas.openxmlformats.org/officeDocument/2006/relationships/image" Target="../media/image90.png"/><Relationship Id="rId40" Type="http://schemas.openxmlformats.org/officeDocument/2006/relationships/image" Target="../media/image91.png"/><Relationship Id="rId41" Type="http://schemas.openxmlformats.org/officeDocument/2006/relationships/image" Target="../media/image92.png"/><Relationship Id="rId42" Type="http://schemas.openxmlformats.org/officeDocument/2006/relationships/image" Target="../media/image93.png"/><Relationship Id="rId43" Type="http://schemas.openxmlformats.org/officeDocument/2006/relationships/image" Target="../media/image94.png"/><Relationship Id="rId44" Type="http://schemas.openxmlformats.org/officeDocument/2006/relationships/image" Target="../media/image95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100.png"/><Relationship Id="rId10" Type="http://schemas.openxmlformats.org/officeDocument/2006/relationships/image" Target="../media/image101.png"/><Relationship Id="rId11" Type="http://schemas.openxmlformats.org/officeDocument/2006/relationships/image" Target="../media/image62.png"/><Relationship Id="rId12" Type="http://schemas.openxmlformats.org/officeDocument/2006/relationships/image" Target="../media/image102.png"/><Relationship Id="rId13" Type="http://schemas.openxmlformats.org/officeDocument/2006/relationships/image" Target="../media/image103.png"/><Relationship Id="rId14" Type="http://schemas.openxmlformats.org/officeDocument/2006/relationships/image" Target="../media/image104.png"/><Relationship Id="rId15" Type="http://schemas.openxmlformats.org/officeDocument/2006/relationships/image" Target="../media/image105.png"/><Relationship Id="rId16" Type="http://schemas.openxmlformats.org/officeDocument/2006/relationships/image" Target="../media/image106.png"/><Relationship Id="rId17" Type="http://schemas.openxmlformats.org/officeDocument/2006/relationships/image" Target="../media/image107.png"/><Relationship Id="rId18" Type="http://schemas.openxmlformats.org/officeDocument/2006/relationships/image" Target="../media/image108.png"/><Relationship Id="rId19" Type="http://schemas.openxmlformats.org/officeDocument/2006/relationships/image" Target="../media/image109.png"/><Relationship Id="rId20" Type="http://schemas.openxmlformats.org/officeDocument/2006/relationships/image" Target="../media/image110.png"/><Relationship Id="rId21" Type="http://schemas.openxmlformats.org/officeDocument/2006/relationships/image" Target="../media/image111.png"/><Relationship Id="rId22" Type="http://schemas.openxmlformats.org/officeDocument/2006/relationships/image" Target="../media/image70.png"/><Relationship Id="rId23" Type="http://schemas.openxmlformats.org/officeDocument/2006/relationships/image" Target="../media/image112.png"/><Relationship Id="rId24" Type="http://schemas.openxmlformats.org/officeDocument/2006/relationships/image" Target="../media/image113.png"/><Relationship Id="rId25" Type="http://schemas.openxmlformats.org/officeDocument/2006/relationships/image" Target="../media/image86.png"/><Relationship Id="rId26" Type="http://schemas.openxmlformats.org/officeDocument/2006/relationships/image" Target="../media/image114.png"/><Relationship Id="rId27" Type="http://schemas.openxmlformats.org/officeDocument/2006/relationships/image" Target="../media/image78.png"/><Relationship Id="rId28" Type="http://schemas.openxmlformats.org/officeDocument/2006/relationships/image" Target="../media/image115.png"/><Relationship Id="rId29" Type="http://schemas.openxmlformats.org/officeDocument/2006/relationships/image" Target="../media/image76.png"/><Relationship Id="rId30" Type="http://schemas.openxmlformats.org/officeDocument/2006/relationships/image" Target="../media/image116.png"/><Relationship Id="rId31" Type="http://schemas.openxmlformats.org/officeDocument/2006/relationships/image" Target="../media/image87.png"/><Relationship Id="rId32" Type="http://schemas.openxmlformats.org/officeDocument/2006/relationships/image" Target="../media/image117.png"/><Relationship Id="rId33" Type="http://schemas.openxmlformats.org/officeDocument/2006/relationships/image" Target="../media/image118.png"/><Relationship Id="rId34" Type="http://schemas.openxmlformats.org/officeDocument/2006/relationships/image" Target="../media/image119.png"/><Relationship Id="rId35" Type="http://schemas.openxmlformats.org/officeDocument/2006/relationships/image" Target="../media/image120.png"/><Relationship Id="rId36" Type="http://schemas.openxmlformats.org/officeDocument/2006/relationships/image" Target="../media/image121.png"/><Relationship Id="rId37" Type="http://schemas.openxmlformats.org/officeDocument/2006/relationships/image" Target="../media/image122.png"/><Relationship Id="rId38" Type="http://schemas.openxmlformats.org/officeDocument/2006/relationships/image" Target="../media/image123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png"/><Relationship Id="rId3" Type="http://schemas.openxmlformats.org/officeDocument/2006/relationships/image" Target="../media/image97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124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125.png"/><Relationship Id="rId13" Type="http://schemas.openxmlformats.org/officeDocument/2006/relationships/image" Target="../media/image126.png"/><Relationship Id="rId14" Type="http://schemas.openxmlformats.org/officeDocument/2006/relationships/image" Target="../media/image127.png"/><Relationship Id="rId15" Type="http://schemas.openxmlformats.org/officeDocument/2006/relationships/image" Target="../media/image128.png"/><Relationship Id="rId16" Type="http://schemas.openxmlformats.org/officeDocument/2006/relationships/image" Target="../media/image129.png"/><Relationship Id="rId17" Type="http://schemas.openxmlformats.org/officeDocument/2006/relationships/image" Target="../media/image130.png"/><Relationship Id="rId18" Type="http://schemas.openxmlformats.org/officeDocument/2006/relationships/image" Target="../media/image131.png"/><Relationship Id="rId19" Type="http://schemas.openxmlformats.org/officeDocument/2006/relationships/image" Target="../media/image73.png"/><Relationship Id="rId20" Type="http://schemas.openxmlformats.org/officeDocument/2006/relationships/image" Target="../media/image76.png"/><Relationship Id="rId21" Type="http://schemas.openxmlformats.org/officeDocument/2006/relationships/image" Target="../media/image132.png"/><Relationship Id="rId22" Type="http://schemas.openxmlformats.org/officeDocument/2006/relationships/image" Target="../media/image87.png"/><Relationship Id="rId23" Type="http://schemas.openxmlformats.org/officeDocument/2006/relationships/image" Target="../media/image86.png"/><Relationship Id="rId24" Type="http://schemas.openxmlformats.org/officeDocument/2006/relationships/image" Target="../media/image133.png"/><Relationship Id="rId25" Type="http://schemas.openxmlformats.org/officeDocument/2006/relationships/image" Target="../media/image78.png"/><Relationship Id="rId26" Type="http://schemas.openxmlformats.org/officeDocument/2006/relationships/image" Target="../media/image134.png"/><Relationship Id="rId27" Type="http://schemas.openxmlformats.org/officeDocument/2006/relationships/image" Target="../media/image135.png"/><Relationship Id="rId28" Type="http://schemas.openxmlformats.org/officeDocument/2006/relationships/image" Target="../media/image116.png"/><Relationship Id="rId29" Type="http://schemas.openxmlformats.org/officeDocument/2006/relationships/image" Target="../media/image136.png"/><Relationship Id="rId30" Type="http://schemas.openxmlformats.org/officeDocument/2006/relationships/image" Target="../media/image117.png"/><Relationship Id="rId31" Type="http://schemas.openxmlformats.org/officeDocument/2006/relationships/image" Target="../media/image137.png"/><Relationship Id="rId32" Type="http://schemas.openxmlformats.org/officeDocument/2006/relationships/image" Target="../media/image138.png"/><Relationship Id="rId33" Type="http://schemas.openxmlformats.org/officeDocument/2006/relationships/image" Target="../media/image139.png"/><Relationship Id="rId34" Type="http://schemas.openxmlformats.org/officeDocument/2006/relationships/image" Target="../media/image140.png"/><Relationship Id="rId35" Type="http://schemas.openxmlformats.org/officeDocument/2006/relationships/image" Target="../media/image141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2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i.org/10.1109/OJCOMS.2020.3010270" TargetMode="External"/><Relationship Id="rId3" Type="http://schemas.openxmlformats.org/officeDocument/2006/relationships/hyperlink" Target="https://doi.org/10.1109/NFV-SDN59219.2023.10329621" TargetMode="External"/><Relationship Id="rId4" Type="http://schemas.openxmlformats.org/officeDocument/2006/relationships/hyperlink" Target="https://doi.org/10.1109/DEVIC.2017.8074028" TargetMode="External"/><Relationship Id="rId5" Type="http://schemas.openxmlformats.org/officeDocument/2006/relationships/hyperlink" Target="https://doi.org/10.1109/ICICS.2007.4449550" TargetMode="External"/><Relationship Id="rId6" Type="http://schemas.openxmlformats.org/officeDocument/2006/relationships/hyperlink" Target="https://doi.org/10.1109/IDT59031.2023.10194455" TargetMode="External"/><Relationship Id="rId7" Type="http://schemas.openxmlformats.org/officeDocument/2006/relationships/hyperlink" Target="https://doi.org/10.1109/COMST.2023.3319354" TargetMode="Externa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3.png"/><Relationship Id="rId3" Type="http://schemas.openxmlformats.org/officeDocument/2006/relationships/image" Target="../media/image14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63" y="6122987"/>
            <a:ext cx="12187555" cy="12700"/>
          </a:xfrm>
          <a:custGeom>
            <a:avLst/>
            <a:gdLst/>
            <a:ahLst/>
            <a:cxnLst/>
            <a:rect l="l" t="t" r="r" b="b"/>
            <a:pathLst>
              <a:path w="12187555" h="12700">
                <a:moveTo>
                  <a:pt x="12187236" y="0"/>
                </a:moveTo>
                <a:lnTo>
                  <a:pt x="0" y="0"/>
                </a:lnTo>
                <a:lnTo>
                  <a:pt x="0" y="12700"/>
                </a:lnTo>
                <a:lnTo>
                  <a:pt x="12187236" y="12700"/>
                </a:lnTo>
                <a:lnTo>
                  <a:pt x="12187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1061700" cy="6124575"/>
            <a:chOff x="0" y="0"/>
            <a:chExt cx="11061700" cy="6124575"/>
          </a:xfrm>
        </p:grpSpPr>
        <p:sp>
          <p:nvSpPr>
            <p:cNvPr id="4" name="object 4"/>
            <p:cNvSpPr/>
            <p:nvPr/>
          </p:nvSpPr>
          <p:spPr>
            <a:xfrm>
              <a:off x="2424176" y="3529076"/>
              <a:ext cx="8637270" cy="0"/>
            </a:xfrm>
            <a:custGeom>
              <a:avLst/>
              <a:gdLst/>
              <a:ahLst/>
              <a:cxnLst/>
              <a:rect l="l" t="t" r="r" b="b"/>
              <a:pathLst>
                <a:path w="8637270" h="0">
                  <a:moveTo>
                    <a:pt x="0" y="0"/>
                  </a:moveTo>
                  <a:lnTo>
                    <a:pt x="8637016" y="0"/>
                  </a:lnTo>
                </a:path>
              </a:pathLst>
            </a:custGeom>
            <a:ln w="31750">
              <a:solidFill>
                <a:srgbClr val="B71E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5610224" cy="612457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697220" y="688276"/>
            <a:ext cx="5112385" cy="273304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680"/>
              </a:spcBef>
            </a:pPr>
            <a:r>
              <a:rPr dirty="0" sz="4800" spc="75">
                <a:latin typeface="Trebuchet MS"/>
                <a:cs typeface="Trebuchet MS"/>
              </a:rPr>
              <a:t>THE</a:t>
            </a:r>
            <a:r>
              <a:rPr dirty="0" sz="4800" spc="-85">
                <a:latin typeface="Trebuchet MS"/>
                <a:cs typeface="Trebuchet MS"/>
              </a:rPr>
              <a:t> </a:t>
            </a:r>
            <a:r>
              <a:rPr dirty="0" sz="4800" spc="100">
                <a:latin typeface="Trebuchet MS"/>
                <a:cs typeface="Trebuchet MS"/>
              </a:rPr>
              <a:t>BEHAVIOR</a:t>
            </a:r>
            <a:r>
              <a:rPr dirty="0" sz="4800" spc="-135">
                <a:latin typeface="Trebuchet MS"/>
                <a:cs typeface="Trebuchet MS"/>
              </a:rPr>
              <a:t> </a:t>
            </a:r>
            <a:r>
              <a:rPr dirty="0" sz="4800" spc="195">
                <a:latin typeface="Trebuchet MS"/>
                <a:cs typeface="Trebuchet MS"/>
              </a:rPr>
              <a:t>OF </a:t>
            </a:r>
            <a:r>
              <a:rPr dirty="0" sz="4800">
                <a:latin typeface="Arial MT"/>
                <a:cs typeface="Arial MT"/>
              </a:rPr>
              <a:t>6G</a:t>
            </a:r>
            <a:r>
              <a:rPr dirty="0" sz="4800" spc="-85">
                <a:latin typeface="Arial MT"/>
                <a:cs typeface="Arial MT"/>
              </a:rPr>
              <a:t> </a:t>
            </a:r>
            <a:r>
              <a:rPr dirty="0" sz="4800">
                <a:latin typeface="Arial MT"/>
                <a:cs typeface="Arial MT"/>
              </a:rPr>
              <a:t>SYSTEM</a:t>
            </a:r>
            <a:r>
              <a:rPr dirty="0" sz="4800" spc="-50">
                <a:latin typeface="Arial MT"/>
                <a:cs typeface="Arial MT"/>
              </a:rPr>
              <a:t> </a:t>
            </a:r>
            <a:r>
              <a:rPr dirty="0" sz="4800" spc="-25">
                <a:latin typeface="Arial MT"/>
                <a:cs typeface="Arial MT"/>
              </a:rPr>
              <a:t>FOR </a:t>
            </a:r>
            <a:r>
              <a:rPr dirty="0" sz="4800" spc="-10">
                <a:latin typeface="Arial MT"/>
                <a:cs typeface="Arial MT"/>
              </a:rPr>
              <a:t>DIFFERENT BANDWIDTHS</a:t>
            </a:r>
            <a:endParaRPr sz="4800">
              <a:latin typeface="Arial MT"/>
              <a:cs typeface="Arial MT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678170" y="3845075"/>
          <a:ext cx="4685030" cy="965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6805"/>
                <a:gridCol w="1083945"/>
                <a:gridCol w="2417445"/>
              </a:tblGrid>
              <a:tr h="297180">
                <a:tc>
                  <a:txBody>
                    <a:bodyPr/>
                    <a:lstStyle/>
                    <a:p>
                      <a:pPr algn="ctr" marR="8890">
                        <a:lnSpc>
                          <a:spcPts val="1775"/>
                        </a:lnSpc>
                      </a:pPr>
                      <a:r>
                        <a:rPr dirty="0" sz="1550" spc="15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ROLL</a:t>
                      </a:r>
                      <a:r>
                        <a:rPr dirty="0" sz="1550" spc="-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13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NO: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ts val="1775"/>
                        </a:lnSpc>
                      </a:pPr>
                      <a:r>
                        <a:rPr dirty="0" sz="1550" spc="-1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21030121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1775"/>
                        </a:lnSpc>
                      </a:pPr>
                      <a:r>
                        <a:rPr dirty="0" sz="1550" spc="17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HITIK</a:t>
                      </a:r>
                      <a:r>
                        <a:rPr dirty="0" sz="1550" spc="-2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204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KUMAR</a:t>
                      </a:r>
                      <a:r>
                        <a:rPr dirty="0" sz="1550" spc="4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15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NAYAK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</a:tr>
              <a:tr h="367030">
                <a:tc>
                  <a:txBody>
                    <a:bodyPr/>
                    <a:lstStyle/>
                    <a:p>
                      <a:pPr algn="ctr" marR="889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550" spc="15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ROLL</a:t>
                      </a:r>
                      <a:r>
                        <a:rPr dirty="0" sz="1550" spc="-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13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NO: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550" spc="-1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21030122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550" spc="13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JAKKULA</a:t>
                      </a:r>
                      <a:r>
                        <a:rPr dirty="0" sz="1550" spc="2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9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RAJESH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/>
                </a:tc>
              </a:tr>
              <a:tr h="301625">
                <a:tc>
                  <a:txBody>
                    <a:bodyPr/>
                    <a:lstStyle/>
                    <a:p>
                      <a:pPr algn="ctr" marR="8890">
                        <a:lnSpc>
                          <a:spcPts val="1814"/>
                        </a:lnSpc>
                        <a:spcBef>
                          <a:spcPts val="465"/>
                        </a:spcBef>
                      </a:pPr>
                      <a:r>
                        <a:rPr dirty="0" sz="1550" spc="15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ROLL</a:t>
                      </a:r>
                      <a:r>
                        <a:rPr dirty="0" sz="1550" spc="-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13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NO: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B="0" marT="59055"/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ts val="1814"/>
                        </a:lnSpc>
                        <a:spcBef>
                          <a:spcPts val="465"/>
                        </a:spcBef>
                      </a:pPr>
                      <a:r>
                        <a:rPr dirty="0" sz="1550" spc="-1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21030143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B="0" marT="59055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1814"/>
                        </a:lnSpc>
                        <a:spcBef>
                          <a:spcPts val="465"/>
                        </a:spcBef>
                      </a:pPr>
                      <a:r>
                        <a:rPr dirty="0" sz="1550" spc="16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PRITESH</a:t>
                      </a:r>
                      <a:r>
                        <a:rPr dirty="0" sz="1550" spc="-6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21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KUMAR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B="0" marT="59055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5697220" y="5296852"/>
            <a:ext cx="3881754" cy="7524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210" b="1">
                <a:solidFill>
                  <a:srgbClr val="252525"/>
                </a:solidFill>
                <a:latin typeface="Trebuchet MS"/>
                <a:cs typeface="Trebuchet MS"/>
              </a:rPr>
              <a:t>UNDER</a:t>
            </a:r>
            <a:r>
              <a:rPr dirty="0" sz="1550" spc="-254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550" spc="210" b="1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550" spc="-30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550" spc="215" b="1">
                <a:solidFill>
                  <a:srgbClr val="252525"/>
                </a:solidFill>
                <a:latin typeface="Trebuchet MS"/>
                <a:cs typeface="Trebuchet MS"/>
              </a:rPr>
              <a:t>GUIDANCE</a:t>
            </a:r>
            <a:r>
              <a:rPr dirty="0" sz="1550" spc="4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550" spc="120" b="1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95" b="1">
                <a:solidFill>
                  <a:srgbClr val="252525"/>
                </a:solidFill>
                <a:latin typeface="Trebuchet MS"/>
                <a:cs typeface="Trebuchet MS"/>
              </a:rPr>
              <a:t>DR.</a:t>
            </a:r>
            <a:r>
              <a:rPr dirty="0" sz="1550" spc="-22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550" spc="114" b="1">
                <a:solidFill>
                  <a:srgbClr val="252525"/>
                </a:solidFill>
                <a:latin typeface="Trebuchet MS"/>
                <a:cs typeface="Trebuchet MS"/>
              </a:rPr>
              <a:t>PANKAJ</a:t>
            </a:r>
            <a:r>
              <a:rPr dirty="0" sz="1550" spc="-10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550" spc="215" b="1">
                <a:solidFill>
                  <a:srgbClr val="252525"/>
                </a:solidFill>
                <a:latin typeface="Trebuchet MS"/>
                <a:cs typeface="Trebuchet MS"/>
              </a:rPr>
              <a:t>SHANKAR</a:t>
            </a:r>
            <a:r>
              <a:rPr dirty="0" sz="1550" spc="4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550" spc="130" b="1">
                <a:solidFill>
                  <a:srgbClr val="252525"/>
                </a:solidFill>
                <a:latin typeface="Trebuchet MS"/>
                <a:cs typeface="Trebuchet MS"/>
              </a:rPr>
              <a:t>SHRIVASTAVA</a:t>
            </a: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550" spc="45">
                <a:solidFill>
                  <a:srgbClr val="252525"/>
                </a:solidFill>
                <a:latin typeface="Trebuchet MS"/>
                <a:cs typeface="Trebuchet MS"/>
              </a:rPr>
              <a:t>(ASSOCIATE</a:t>
            </a:r>
            <a:r>
              <a:rPr dirty="0" sz="1550" spc="-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550" spc="-10">
                <a:solidFill>
                  <a:srgbClr val="252525"/>
                </a:solidFill>
                <a:latin typeface="Trebuchet MS"/>
                <a:cs typeface="Trebuchet MS"/>
              </a:rPr>
              <a:t>PROFESSOR)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7180" y="1038161"/>
            <a:ext cx="6149975" cy="47218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30200" indent="-317500">
              <a:lnSpc>
                <a:spcPct val="100000"/>
              </a:lnSpc>
              <a:spcBef>
                <a:spcPts val="125"/>
              </a:spcBef>
              <a:buSzPct val="96363"/>
              <a:buFont typeface="Wingdings"/>
              <a:buChar char=""/>
              <a:tabLst>
                <a:tab pos="330200" algn="l"/>
              </a:tabLst>
            </a:pPr>
            <a:r>
              <a:rPr dirty="0" sz="2750" spc="-10">
                <a:latin typeface="Arial MT"/>
                <a:cs typeface="Arial MT"/>
              </a:rPr>
              <a:t>Abstract</a:t>
            </a:r>
            <a:endParaRPr sz="2750">
              <a:latin typeface="Arial MT"/>
              <a:cs typeface="Arial MT"/>
            </a:endParaRPr>
          </a:p>
          <a:p>
            <a:pPr marL="330200" indent="-317500">
              <a:lnSpc>
                <a:spcPct val="100000"/>
              </a:lnSpc>
              <a:spcBef>
                <a:spcPts val="80"/>
              </a:spcBef>
              <a:buSzPct val="96363"/>
              <a:buFont typeface="Wingdings"/>
              <a:buChar char=""/>
              <a:tabLst>
                <a:tab pos="330200" algn="l"/>
              </a:tabLst>
            </a:pPr>
            <a:r>
              <a:rPr dirty="0" sz="2750" spc="-10">
                <a:latin typeface="Arial MT"/>
                <a:cs typeface="Arial MT"/>
              </a:rPr>
              <a:t>Introduction</a:t>
            </a:r>
            <a:endParaRPr sz="2750">
              <a:latin typeface="Arial MT"/>
              <a:cs typeface="Arial MT"/>
            </a:endParaRPr>
          </a:p>
          <a:p>
            <a:pPr marL="330200" indent="-317500">
              <a:lnSpc>
                <a:spcPct val="100000"/>
              </a:lnSpc>
              <a:spcBef>
                <a:spcPts val="80"/>
              </a:spcBef>
              <a:buSzPct val="96363"/>
              <a:buFont typeface="Wingdings"/>
              <a:buChar char=""/>
              <a:tabLst>
                <a:tab pos="330200" algn="l"/>
              </a:tabLst>
            </a:pPr>
            <a:r>
              <a:rPr dirty="0" sz="2750">
                <a:latin typeface="Arial MT"/>
                <a:cs typeface="Arial MT"/>
              </a:rPr>
              <a:t>Literature</a:t>
            </a:r>
            <a:r>
              <a:rPr dirty="0" sz="2750" spc="24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Survey</a:t>
            </a:r>
            <a:endParaRPr sz="2750">
              <a:latin typeface="Arial MT"/>
              <a:cs typeface="Arial MT"/>
            </a:endParaRPr>
          </a:p>
          <a:p>
            <a:pPr marL="330200" indent="-317500">
              <a:lnSpc>
                <a:spcPct val="100000"/>
              </a:lnSpc>
              <a:spcBef>
                <a:spcPts val="80"/>
              </a:spcBef>
              <a:buSzPct val="96363"/>
              <a:buFont typeface="Wingdings"/>
              <a:buChar char=""/>
              <a:tabLst>
                <a:tab pos="330200" algn="l"/>
              </a:tabLst>
            </a:pPr>
            <a:r>
              <a:rPr dirty="0" sz="2750" spc="-10">
                <a:latin typeface="Arial MT"/>
                <a:cs typeface="Arial MT"/>
              </a:rPr>
              <a:t>Theory</a:t>
            </a:r>
            <a:endParaRPr sz="2750">
              <a:latin typeface="Arial MT"/>
              <a:cs typeface="Arial MT"/>
            </a:endParaRPr>
          </a:p>
          <a:p>
            <a:pPr marL="330200" indent="-317500">
              <a:lnSpc>
                <a:spcPct val="100000"/>
              </a:lnSpc>
              <a:spcBef>
                <a:spcPts val="80"/>
              </a:spcBef>
              <a:buSzPct val="96363"/>
              <a:buFont typeface="Wingdings"/>
              <a:buChar char=""/>
              <a:tabLst>
                <a:tab pos="330200" algn="l"/>
              </a:tabLst>
            </a:pPr>
            <a:r>
              <a:rPr dirty="0" sz="2750">
                <a:latin typeface="Arial MT"/>
                <a:cs typeface="Arial MT"/>
              </a:rPr>
              <a:t>5G</a:t>
            </a:r>
            <a:r>
              <a:rPr dirty="0" sz="2750" spc="4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vs</a:t>
            </a:r>
            <a:r>
              <a:rPr dirty="0" sz="2750" spc="75">
                <a:latin typeface="Arial MT"/>
                <a:cs typeface="Arial MT"/>
              </a:rPr>
              <a:t> </a:t>
            </a:r>
            <a:r>
              <a:rPr dirty="0" sz="2750" spc="-25">
                <a:latin typeface="Arial MT"/>
                <a:cs typeface="Arial MT"/>
              </a:rPr>
              <a:t>6G</a:t>
            </a:r>
            <a:endParaRPr sz="2750">
              <a:latin typeface="Arial MT"/>
              <a:cs typeface="Arial MT"/>
            </a:endParaRPr>
          </a:p>
          <a:p>
            <a:pPr marL="330200" indent="-317500">
              <a:lnSpc>
                <a:spcPct val="100000"/>
              </a:lnSpc>
              <a:spcBef>
                <a:spcPts val="5"/>
              </a:spcBef>
              <a:buSzPct val="96363"/>
              <a:buFont typeface="Wingdings"/>
              <a:buChar char=""/>
              <a:tabLst>
                <a:tab pos="330200" algn="l"/>
              </a:tabLst>
            </a:pPr>
            <a:r>
              <a:rPr dirty="0" sz="2750">
                <a:latin typeface="Arial MT"/>
                <a:cs typeface="Arial MT"/>
              </a:rPr>
              <a:t>Shannon</a:t>
            </a:r>
            <a:r>
              <a:rPr dirty="0" sz="2750" spc="12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Hartley’s</a:t>
            </a:r>
            <a:r>
              <a:rPr dirty="0" sz="2750" spc="14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Channel</a:t>
            </a:r>
            <a:r>
              <a:rPr dirty="0" sz="2750" spc="17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Capacity</a:t>
            </a:r>
            <a:endParaRPr sz="2750">
              <a:latin typeface="Arial MT"/>
              <a:cs typeface="Arial MT"/>
            </a:endParaRPr>
          </a:p>
          <a:p>
            <a:pPr marL="330200" indent="-317500">
              <a:lnSpc>
                <a:spcPct val="100000"/>
              </a:lnSpc>
              <a:spcBef>
                <a:spcPts val="80"/>
              </a:spcBef>
              <a:buSzPct val="96363"/>
              <a:buFont typeface="Wingdings"/>
              <a:buChar char=""/>
              <a:tabLst>
                <a:tab pos="330200" algn="l"/>
              </a:tabLst>
            </a:pPr>
            <a:r>
              <a:rPr dirty="0" sz="2750">
                <a:latin typeface="Arial MT"/>
                <a:cs typeface="Arial MT"/>
              </a:rPr>
              <a:t>Sub-</a:t>
            </a:r>
            <a:r>
              <a:rPr dirty="0" sz="2750" spc="-10">
                <a:latin typeface="Arial MT"/>
                <a:cs typeface="Arial MT"/>
              </a:rPr>
              <a:t>Tera</a:t>
            </a:r>
            <a:r>
              <a:rPr dirty="0" sz="2750" spc="2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Hertz</a:t>
            </a:r>
            <a:r>
              <a:rPr dirty="0" sz="2750" spc="2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System</a:t>
            </a:r>
            <a:endParaRPr sz="2750">
              <a:latin typeface="Arial MT"/>
              <a:cs typeface="Arial MT"/>
            </a:endParaRPr>
          </a:p>
          <a:p>
            <a:pPr marL="330200" indent="-317500">
              <a:lnSpc>
                <a:spcPct val="100000"/>
              </a:lnSpc>
              <a:spcBef>
                <a:spcPts val="80"/>
              </a:spcBef>
              <a:buSzPct val="96363"/>
              <a:buFont typeface="Wingdings"/>
              <a:buChar char=""/>
              <a:tabLst>
                <a:tab pos="330200" algn="l"/>
              </a:tabLst>
            </a:pPr>
            <a:r>
              <a:rPr dirty="0" sz="2750">
                <a:latin typeface="Arial MT"/>
                <a:cs typeface="Arial MT"/>
              </a:rPr>
              <a:t>Spectral</a:t>
            </a:r>
            <a:r>
              <a:rPr dirty="0" sz="2750" spc="114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efficiency</a:t>
            </a:r>
            <a:r>
              <a:rPr dirty="0" sz="2750" spc="10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for</a:t>
            </a:r>
            <a:r>
              <a:rPr dirty="0" sz="2750" spc="114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Different</a:t>
            </a:r>
            <a:r>
              <a:rPr dirty="0" sz="2750" spc="125">
                <a:latin typeface="Arial MT"/>
                <a:cs typeface="Arial MT"/>
              </a:rPr>
              <a:t> </a:t>
            </a:r>
            <a:r>
              <a:rPr dirty="0" sz="2750" spc="-25">
                <a:latin typeface="Arial MT"/>
                <a:cs typeface="Arial MT"/>
              </a:rPr>
              <a:t>BW</a:t>
            </a:r>
            <a:endParaRPr sz="2750">
              <a:latin typeface="Arial MT"/>
              <a:cs typeface="Arial MT"/>
            </a:endParaRPr>
          </a:p>
          <a:p>
            <a:pPr marL="330200" indent="-317500">
              <a:lnSpc>
                <a:spcPct val="100000"/>
              </a:lnSpc>
              <a:spcBef>
                <a:spcPts val="75"/>
              </a:spcBef>
              <a:buSzPct val="96363"/>
              <a:buFont typeface="Wingdings"/>
              <a:buChar char=""/>
              <a:tabLst>
                <a:tab pos="330200" algn="l"/>
              </a:tabLst>
            </a:pPr>
            <a:r>
              <a:rPr dirty="0" sz="2750">
                <a:latin typeface="Arial MT"/>
                <a:cs typeface="Arial MT"/>
              </a:rPr>
              <a:t>Analysis</a:t>
            </a:r>
            <a:r>
              <a:rPr dirty="0" sz="2750" spc="9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&amp;</a:t>
            </a:r>
            <a:r>
              <a:rPr dirty="0" sz="2750" spc="8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Results</a:t>
            </a:r>
            <a:endParaRPr sz="2750">
              <a:latin typeface="Arial MT"/>
              <a:cs typeface="Arial MT"/>
            </a:endParaRPr>
          </a:p>
          <a:p>
            <a:pPr marL="330200" indent="-317500">
              <a:lnSpc>
                <a:spcPct val="100000"/>
              </a:lnSpc>
              <a:spcBef>
                <a:spcPts val="80"/>
              </a:spcBef>
              <a:buSzPct val="96363"/>
              <a:buFont typeface="Wingdings"/>
              <a:buChar char=""/>
              <a:tabLst>
                <a:tab pos="330200" algn="l"/>
              </a:tabLst>
            </a:pPr>
            <a:r>
              <a:rPr dirty="0" sz="2750" spc="-10">
                <a:latin typeface="Arial MT"/>
                <a:cs typeface="Arial MT"/>
              </a:rPr>
              <a:t>Conclusion</a:t>
            </a:r>
            <a:endParaRPr sz="2750">
              <a:latin typeface="Arial MT"/>
              <a:cs typeface="Arial MT"/>
            </a:endParaRPr>
          </a:p>
          <a:p>
            <a:pPr marL="330200" indent="-317500">
              <a:lnSpc>
                <a:spcPct val="100000"/>
              </a:lnSpc>
              <a:spcBef>
                <a:spcPts val="5"/>
              </a:spcBef>
              <a:buSzPct val="96363"/>
              <a:buFont typeface="Wingdings"/>
              <a:buChar char=""/>
              <a:tabLst>
                <a:tab pos="330200" algn="l"/>
              </a:tabLst>
            </a:pPr>
            <a:r>
              <a:rPr dirty="0" sz="2750" spc="-10">
                <a:latin typeface="Arial MT"/>
                <a:cs typeface="Arial MT"/>
              </a:rPr>
              <a:t>Reference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109209" y="412115"/>
            <a:ext cx="1984375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2750" spc="-10">
                <a:uFill>
                  <a:solidFill>
                    <a:srgbClr val="000000"/>
                  </a:solidFill>
                </a:uFill>
              </a:rPr>
              <a:t>CONTENTS</a:t>
            </a:r>
            <a:endParaRPr sz="27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570" rIns="0" bIns="0" rtlCol="0" vert="horz">
            <a:spAutoFit/>
          </a:bodyPr>
          <a:lstStyle/>
          <a:p>
            <a:pPr marL="1807210">
              <a:lnSpc>
                <a:spcPct val="100000"/>
              </a:lnSpc>
              <a:spcBef>
                <a:spcPts val="130"/>
              </a:spcBef>
            </a:pPr>
            <a:r>
              <a:rPr dirty="0" sz="2750" spc="-10"/>
              <a:t>ABSRTACT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967105" y="1221168"/>
            <a:ext cx="10126345" cy="250571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algn="just" marL="12700" marR="5080">
              <a:lnSpc>
                <a:spcPct val="150200"/>
              </a:lnSpc>
              <a:spcBef>
                <a:spcPts val="160"/>
              </a:spcBef>
            </a:pPr>
            <a:r>
              <a:rPr dirty="0" sz="1800">
                <a:latin typeface="Arial MT"/>
                <a:cs typeface="Arial MT"/>
              </a:rPr>
              <a:t>It</a:t>
            </a:r>
            <a:r>
              <a:rPr dirty="0" sz="1800" spc="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11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6G</a:t>
            </a:r>
            <a:r>
              <a:rPr dirty="0" sz="1800" spc="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technology</a:t>
            </a:r>
            <a:r>
              <a:rPr dirty="0" sz="1800" spc="10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that</a:t>
            </a:r>
            <a:r>
              <a:rPr dirty="0" sz="1800" spc="1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11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proposed</a:t>
            </a:r>
            <a:r>
              <a:rPr dirty="0" sz="1800" spc="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</a:t>
            </a:r>
            <a:r>
              <a:rPr dirty="0" sz="1800" spc="11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upgraded</a:t>
            </a:r>
            <a:r>
              <a:rPr dirty="0" sz="1800" spc="10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5G</a:t>
            </a:r>
            <a:r>
              <a:rPr dirty="0" sz="1800" spc="9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technology.</a:t>
            </a:r>
            <a:r>
              <a:rPr dirty="0" sz="1800" spc="9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It</a:t>
            </a:r>
            <a:r>
              <a:rPr dirty="0" sz="1800" spc="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1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expected</a:t>
            </a:r>
            <a:r>
              <a:rPr dirty="0" sz="1800" spc="10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7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integrate </a:t>
            </a:r>
            <a:r>
              <a:rPr dirty="0" sz="1800">
                <a:latin typeface="Arial MT"/>
                <a:cs typeface="Arial MT"/>
              </a:rPr>
              <a:t>5G</a:t>
            </a:r>
            <a:r>
              <a:rPr dirty="0" sz="1800" spc="1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</a:t>
            </a:r>
            <a:r>
              <a:rPr dirty="0" sz="1800" spc="1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satellite</a:t>
            </a:r>
            <a:r>
              <a:rPr dirty="0" sz="1800" spc="1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networks</a:t>
            </a:r>
            <a:r>
              <a:rPr dirty="0" sz="1800" spc="1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1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global</a:t>
            </a:r>
            <a:r>
              <a:rPr dirty="0" sz="1800" spc="1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coverage.</a:t>
            </a:r>
            <a:r>
              <a:rPr dirty="0" sz="1800" spc="1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6G</a:t>
            </a:r>
            <a:r>
              <a:rPr dirty="0" sz="1800" spc="1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technology</a:t>
            </a:r>
            <a:r>
              <a:rPr dirty="0" sz="1800" spc="1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1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considered</a:t>
            </a:r>
            <a:r>
              <a:rPr dirty="0" sz="1800" spc="1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10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</a:t>
            </a:r>
            <a:r>
              <a:rPr dirty="0" sz="1800" spc="1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cheap</a:t>
            </a:r>
            <a:r>
              <a:rPr dirty="0" sz="1800" spc="1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11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fast, </a:t>
            </a:r>
            <a:r>
              <a:rPr dirty="0" sz="1800">
                <a:latin typeface="Arial MT"/>
                <a:cs typeface="Arial MT"/>
              </a:rPr>
              <a:t>providing</a:t>
            </a:r>
            <a:r>
              <a:rPr dirty="0" sz="1800" spc="3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high</a:t>
            </a:r>
            <a:r>
              <a:rPr dirty="0" sz="1800" spc="30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data</a:t>
            </a:r>
            <a:r>
              <a:rPr dirty="0" sz="1800" spc="3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rates</a:t>
            </a:r>
            <a:r>
              <a:rPr dirty="0" sz="1800" spc="3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28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fast</a:t>
            </a:r>
            <a:r>
              <a:rPr dirty="0" sz="1800" spc="3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Internet</a:t>
            </a:r>
            <a:r>
              <a:rPr dirty="0" sz="1800" spc="2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speed</a:t>
            </a:r>
            <a:r>
              <a:rPr dirty="0" sz="1800" spc="3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28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access</a:t>
            </a:r>
            <a:r>
              <a:rPr dirty="0" sz="1800" spc="29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3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air</a:t>
            </a:r>
            <a:r>
              <a:rPr dirty="0" sz="1800" spc="29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through</a:t>
            </a:r>
            <a:r>
              <a:rPr dirty="0" sz="1800" spc="3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wireless</a:t>
            </a:r>
            <a:r>
              <a:rPr dirty="0" sz="1800" spc="28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29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mobile </a:t>
            </a:r>
            <a:r>
              <a:rPr dirty="0" sz="1800">
                <a:latin typeface="Arial MT"/>
                <a:cs typeface="Arial MT"/>
              </a:rPr>
              <a:t>devices</a:t>
            </a:r>
            <a:r>
              <a:rPr dirty="0" sz="1800" spc="229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</a:t>
            </a:r>
            <a:r>
              <a:rPr dirty="0" sz="1800" spc="2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data</a:t>
            </a:r>
            <a:r>
              <a:rPr dirty="0" sz="1800" spc="2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ranges</a:t>
            </a:r>
            <a:r>
              <a:rPr dirty="0" sz="1800" spc="229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up</a:t>
            </a:r>
            <a:r>
              <a:rPr dirty="0" sz="1800" spc="2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18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11</a:t>
            </a:r>
            <a:r>
              <a:rPr dirty="0" sz="1800" spc="1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Gbps.</a:t>
            </a:r>
            <a:r>
              <a:rPr dirty="0" sz="1800" spc="20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This</a:t>
            </a:r>
            <a:r>
              <a:rPr dirty="0" sz="1800" spc="229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report</a:t>
            </a:r>
            <a:r>
              <a:rPr dirty="0" sz="1800" spc="20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examines</a:t>
            </a:r>
            <a:r>
              <a:rPr dirty="0" sz="1800" spc="18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20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relationship</a:t>
            </a:r>
            <a:r>
              <a:rPr dirty="0" sz="1800" spc="2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between</a:t>
            </a:r>
            <a:r>
              <a:rPr dirty="0" sz="1800" spc="2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spectral </a:t>
            </a:r>
            <a:r>
              <a:rPr dirty="0" sz="1800">
                <a:latin typeface="Arial MT"/>
                <a:cs typeface="Arial MT"/>
              </a:rPr>
              <a:t>efficiency</a:t>
            </a:r>
            <a:r>
              <a:rPr dirty="0" sz="1800" spc="3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3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Signal</a:t>
            </a:r>
            <a:r>
              <a:rPr dirty="0" sz="1800" spc="409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3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Interference</a:t>
            </a:r>
            <a:r>
              <a:rPr dirty="0" sz="1800" spc="3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plus</a:t>
            </a:r>
            <a:r>
              <a:rPr dirty="0" sz="1800" spc="38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Noise</a:t>
            </a:r>
            <a:r>
              <a:rPr dirty="0" sz="1800" spc="38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Ratio</a:t>
            </a:r>
            <a:r>
              <a:rPr dirty="0" sz="1800" spc="3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(SINR)</a:t>
            </a:r>
            <a:r>
              <a:rPr dirty="0" sz="1800" spc="40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40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38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context</a:t>
            </a:r>
            <a:r>
              <a:rPr dirty="0" sz="1800" spc="3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40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sub-</a:t>
            </a:r>
            <a:r>
              <a:rPr dirty="0" sz="1800">
                <a:latin typeface="Arial MT"/>
                <a:cs typeface="Arial MT"/>
              </a:rPr>
              <a:t>Tera</a:t>
            </a:r>
            <a:r>
              <a:rPr dirty="0" sz="1800" spc="40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Hertz system.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8675" y="114236"/>
            <a:ext cx="3662426" cy="92868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96484" y="229806"/>
            <a:ext cx="3128645" cy="5175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200" b="0">
                <a:latin typeface="Trebuchet MS"/>
                <a:cs typeface="Trebuchet MS"/>
              </a:rPr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5432" y="758571"/>
            <a:ext cx="7973059" cy="30181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5"/>
              </a:spcBef>
              <a:buAutoNum type="arabicPeriod"/>
              <a:tabLst>
                <a:tab pos="355600" algn="l"/>
              </a:tabLst>
            </a:pPr>
            <a:r>
              <a:rPr dirty="0" sz="1400" b="1">
                <a:latin typeface="Arial"/>
                <a:cs typeface="Arial"/>
              </a:rPr>
              <a:t>Evolution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Wireless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Technologies</a:t>
            </a:r>
            <a:endParaRPr sz="1400">
              <a:latin typeface="Arial"/>
              <a:cs typeface="Arial"/>
            </a:endParaRPr>
          </a:p>
          <a:p>
            <a:pPr marL="469900" marR="5080">
              <a:lnSpc>
                <a:spcPts val="1650"/>
              </a:lnSpc>
              <a:spcBef>
                <a:spcPts val="125"/>
              </a:spcBef>
            </a:pPr>
            <a:r>
              <a:rPr dirty="0" sz="1400">
                <a:latin typeface="Arial MT"/>
                <a:cs typeface="Arial MT"/>
              </a:rPr>
              <a:t>Wireless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communication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has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come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long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way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from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b="1">
                <a:latin typeface="Arial"/>
                <a:cs typeface="Arial"/>
              </a:rPr>
              <a:t>1G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to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5G</a:t>
            </a:r>
            <a:r>
              <a:rPr dirty="0" sz="1400">
                <a:latin typeface="Arial MT"/>
                <a:cs typeface="Arial MT"/>
              </a:rPr>
              <a:t>,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with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each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generation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introducing </a:t>
            </a:r>
            <a:r>
              <a:rPr dirty="0" sz="1400">
                <a:latin typeface="Arial MT"/>
                <a:cs typeface="Arial MT"/>
              </a:rPr>
              <a:t>significant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advancements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speed,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connectivity,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application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capabilities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 MT"/>
              <a:cs typeface="Arial MT"/>
            </a:endParaRPr>
          </a:p>
          <a:p>
            <a:pPr marL="469900">
              <a:lnSpc>
                <a:spcPts val="1664"/>
              </a:lnSpc>
            </a:pPr>
            <a:r>
              <a:rPr dirty="0" sz="1400">
                <a:latin typeface="Arial MT"/>
                <a:cs typeface="Arial MT"/>
              </a:rPr>
              <a:t>Ex: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Wireless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symbol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with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progressive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arrows</a:t>
            </a:r>
            <a:endParaRPr sz="1400">
              <a:latin typeface="Arial MT"/>
              <a:cs typeface="Arial MT"/>
            </a:endParaRPr>
          </a:p>
          <a:p>
            <a:pPr marL="355600" indent="-342900">
              <a:lnSpc>
                <a:spcPts val="1664"/>
              </a:lnSpc>
              <a:buAutoNum type="arabicPeriod" startAt="2"/>
              <a:tabLst>
                <a:tab pos="355600" algn="l"/>
              </a:tabLst>
            </a:pPr>
            <a:r>
              <a:rPr dirty="0" sz="1400" b="1">
                <a:latin typeface="Arial"/>
                <a:cs typeface="Arial"/>
              </a:rPr>
              <a:t>The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Need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for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Faster,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More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Reliable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Networks</a:t>
            </a:r>
            <a:endParaRPr sz="1400">
              <a:latin typeface="Arial"/>
              <a:cs typeface="Arial"/>
            </a:endParaRPr>
          </a:p>
          <a:p>
            <a:pPr marL="519430" marR="909955">
              <a:lnSpc>
                <a:spcPts val="1650"/>
              </a:lnSpc>
              <a:spcBef>
                <a:spcPts val="130"/>
              </a:spcBef>
            </a:pPr>
            <a:r>
              <a:rPr dirty="0" sz="1400">
                <a:latin typeface="Arial MT"/>
                <a:cs typeface="Arial MT"/>
              </a:rPr>
              <a:t>With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exponential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rise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data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traffic,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IoT</a:t>
            </a:r>
            <a:r>
              <a:rPr dirty="0" sz="1400" spc="-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devices,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1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AI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integration,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need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for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more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dependable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networks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is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pushing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demand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6G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 MT"/>
              <a:cs typeface="Arial MT"/>
            </a:endParaRPr>
          </a:p>
          <a:p>
            <a:pPr marL="469900">
              <a:lnSpc>
                <a:spcPts val="1664"/>
              </a:lnSpc>
            </a:pPr>
            <a:r>
              <a:rPr dirty="0" sz="1400" i="1">
                <a:latin typeface="Arial"/>
                <a:cs typeface="Arial"/>
              </a:rPr>
              <a:t>Ex:</a:t>
            </a:r>
            <a:r>
              <a:rPr dirty="0" sz="1400" spc="-2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Speedometer</a:t>
            </a:r>
            <a:r>
              <a:rPr dirty="0" sz="1400" spc="-4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with</a:t>
            </a:r>
            <a:r>
              <a:rPr dirty="0" sz="1400" spc="-35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high-</a:t>
            </a:r>
            <a:r>
              <a:rPr dirty="0" sz="1400" i="1">
                <a:latin typeface="Arial"/>
                <a:cs typeface="Arial"/>
              </a:rPr>
              <a:t>speed </a:t>
            </a:r>
            <a:r>
              <a:rPr dirty="0" sz="1400" spc="-20" i="1">
                <a:latin typeface="Arial"/>
                <a:cs typeface="Arial"/>
              </a:rPr>
              <a:t>mark</a:t>
            </a:r>
            <a:endParaRPr sz="1400">
              <a:latin typeface="Arial"/>
              <a:cs typeface="Arial"/>
            </a:endParaRPr>
          </a:p>
          <a:p>
            <a:pPr marL="355600" indent="-342900">
              <a:lnSpc>
                <a:spcPts val="1664"/>
              </a:lnSpc>
              <a:buAutoNum type="arabicPeriod" startAt="3"/>
              <a:tabLst>
                <a:tab pos="355600" algn="l"/>
              </a:tabLst>
            </a:pPr>
            <a:r>
              <a:rPr dirty="0" sz="1400" b="1">
                <a:latin typeface="Arial"/>
                <a:cs typeface="Arial"/>
              </a:rPr>
              <a:t>What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is</a:t>
            </a:r>
            <a:r>
              <a:rPr dirty="0" sz="1400" spc="-25" b="1">
                <a:latin typeface="Arial"/>
                <a:cs typeface="Arial"/>
              </a:rPr>
              <a:t> 6G?</a:t>
            </a:r>
            <a:endParaRPr sz="1400">
              <a:latin typeface="Arial"/>
              <a:cs typeface="Arial"/>
            </a:endParaRPr>
          </a:p>
          <a:p>
            <a:pPr marL="469900">
              <a:lnSpc>
                <a:spcPts val="1664"/>
              </a:lnSpc>
              <a:spcBef>
                <a:spcPts val="50"/>
              </a:spcBef>
            </a:pPr>
            <a:r>
              <a:rPr dirty="0" sz="1400">
                <a:latin typeface="Arial MT"/>
                <a:cs typeface="Arial MT"/>
              </a:rPr>
              <a:t>6G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next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major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leap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b="1">
                <a:latin typeface="Arial"/>
                <a:cs typeface="Arial"/>
              </a:rPr>
              <a:t>wireless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communication</a:t>
            </a:r>
            <a:r>
              <a:rPr dirty="0" sz="1400">
                <a:latin typeface="Arial MT"/>
                <a:cs typeface="Arial MT"/>
              </a:rPr>
              <a:t>,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promising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faster</a:t>
            </a:r>
            <a:r>
              <a:rPr dirty="0" sz="1400" spc="-10">
                <a:latin typeface="Arial MT"/>
                <a:cs typeface="Arial MT"/>
              </a:rPr>
              <a:t> speeds,</a:t>
            </a:r>
            <a:endParaRPr sz="1400">
              <a:latin typeface="Arial MT"/>
              <a:cs typeface="Arial MT"/>
            </a:endParaRPr>
          </a:p>
          <a:p>
            <a:pPr marL="469900" marR="3155315">
              <a:lnSpc>
                <a:spcPts val="1650"/>
              </a:lnSpc>
              <a:spcBef>
                <a:spcPts val="65"/>
              </a:spcBef>
            </a:pPr>
            <a:r>
              <a:rPr dirty="0" sz="1400">
                <a:latin typeface="Arial MT"/>
                <a:cs typeface="Arial MT"/>
              </a:rPr>
              <a:t>lower </a:t>
            </a:r>
            <a:r>
              <a:rPr dirty="0" sz="1400" spc="-10">
                <a:latin typeface="Arial MT"/>
                <a:cs typeface="Arial MT"/>
              </a:rPr>
              <a:t>latency,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global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connectivity.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It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will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unlock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new </a:t>
            </a:r>
            <a:r>
              <a:rPr dirty="0" sz="1400">
                <a:latin typeface="Arial MT"/>
                <a:cs typeface="Arial MT"/>
              </a:rPr>
              <a:t>possibilities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both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individuals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industries.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20331" y="4391977"/>
            <a:ext cx="479298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75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autonomous</a:t>
            </a:r>
            <a:r>
              <a:rPr dirty="0" sz="1400" spc="8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systems,</a:t>
            </a:r>
            <a:r>
              <a:rPr dirty="0" sz="1400" spc="9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smart</a:t>
            </a:r>
            <a:r>
              <a:rPr dirty="0" sz="1400" spc="9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cities,</a:t>
            </a:r>
            <a:r>
              <a:rPr dirty="0" sz="1400" spc="6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60">
                <a:latin typeface="Arial MT"/>
                <a:cs typeface="Arial MT"/>
              </a:rPr>
              <a:t>  </a:t>
            </a:r>
            <a:r>
              <a:rPr dirty="0" sz="1400" spc="-10" b="1">
                <a:latin typeface="Arial"/>
                <a:cs typeface="Arial"/>
              </a:rPr>
              <a:t>holographic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5432" y="3962717"/>
            <a:ext cx="6838315" cy="13119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125"/>
              </a:spcBef>
            </a:pPr>
            <a:r>
              <a:rPr dirty="0" sz="1400" i="1">
                <a:latin typeface="Arial"/>
                <a:cs typeface="Arial"/>
              </a:rPr>
              <a:t>Ex:</a:t>
            </a:r>
            <a:r>
              <a:rPr dirty="0" sz="1400" spc="-3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Satellite</a:t>
            </a:r>
            <a:r>
              <a:rPr dirty="0" sz="1400" spc="-3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network</a:t>
            </a:r>
            <a:r>
              <a:rPr dirty="0" sz="1400" spc="-45" i="1">
                <a:latin typeface="Arial"/>
                <a:cs typeface="Arial"/>
              </a:rPr>
              <a:t> </a:t>
            </a:r>
            <a:r>
              <a:rPr dirty="0" sz="1400" spc="-20" i="1">
                <a:latin typeface="Arial"/>
                <a:cs typeface="Arial"/>
              </a:rPr>
              <a:t>globe</a:t>
            </a:r>
            <a:endParaRPr sz="1400">
              <a:latin typeface="Arial"/>
              <a:cs typeface="Arial"/>
            </a:endParaRPr>
          </a:p>
          <a:p>
            <a:pPr marL="355600" indent="-342900">
              <a:lnSpc>
                <a:spcPts val="1664"/>
              </a:lnSpc>
              <a:spcBef>
                <a:spcPts val="50"/>
              </a:spcBef>
              <a:buAutoNum type="arabicPeriod" startAt="4"/>
              <a:tabLst>
                <a:tab pos="355600" algn="l"/>
              </a:tabLst>
            </a:pPr>
            <a:r>
              <a:rPr dirty="0" sz="1400" b="1">
                <a:latin typeface="Arial"/>
                <a:cs typeface="Arial"/>
              </a:rPr>
              <a:t>6G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Beyond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Mobile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Connectivity</a:t>
            </a:r>
            <a:endParaRPr sz="1400">
              <a:latin typeface="Arial"/>
              <a:cs typeface="Arial"/>
            </a:endParaRPr>
          </a:p>
          <a:p>
            <a:pPr marL="469900">
              <a:lnSpc>
                <a:spcPts val="1650"/>
              </a:lnSpc>
            </a:pPr>
            <a:r>
              <a:rPr dirty="0" sz="1400">
                <a:latin typeface="Arial MT"/>
                <a:cs typeface="Arial MT"/>
              </a:rPr>
              <a:t>While</a:t>
            </a:r>
            <a:r>
              <a:rPr dirty="0" sz="1400" spc="9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5G</a:t>
            </a:r>
            <a:r>
              <a:rPr dirty="0" sz="1400" spc="8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focuses</a:t>
            </a:r>
            <a:r>
              <a:rPr dirty="0" sz="1400" spc="8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on</a:t>
            </a:r>
            <a:r>
              <a:rPr dirty="0" sz="1400" spc="95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mobile</a:t>
            </a:r>
            <a:r>
              <a:rPr dirty="0" sz="1400" spc="65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broadband,</a:t>
            </a:r>
            <a:r>
              <a:rPr dirty="0" sz="1400" spc="85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6G</a:t>
            </a:r>
            <a:r>
              <a:rPr dirty="0" sz="1400" spc="75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aims</a:t>
            </a:r>
            <a:r>
              <a:rPr dirty="0" sz="1400" spc="85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9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extend</a:t>
            </a:r>
            <a:r>
              <a:rPr dirty="0" sz="1400" spc="65">
                <a:latin typeface="Arial MT"/>
                <a:cs typeface="Arial MT"/>
              </a:rPr>
              <a:t>  </a:t>
            </a:r>
            <a:r>
              <a:rPr dirty="0" sz="1400" spc="-10">
                <a:latin typeface="Arial MT"/>
                <a:cs typeface="Arial MT"/>
              </a:rPr>
              <a:t>connectivity</a:t>
            </a:r>
            <a:endParaRPr sz="1400">
              <a:latin typeface="Arial MT"/>
              <a:cs typeface="Arial MT"/>
            </a:endParaRPr>
          </a:p>
          <a:p>
            <a:pPr marL="5470525">
              <a:lnSpc>
                <a:spcPts val="1664"/>
              </a:lnSpc>
            </a:pPr>
            <a:r>
              <a:rPr dirty="0" sz="1400" spc="-10">
                <a:latin typeface="Arial MT"/>
                <a:cs typeface="Arial MT"/>
              </a:rPr>
              <a:t>communication.</a:t>
            </a:r>
            <a:endParaRPr sz="1400">
              <a:latin typeface="Arial MT"/>
              <a:cs typeface="Arial MT"/>
            </a:endParaRPr>
          </a:p>
          <a:p>
            <a:pPr marL="469900">
              <a:lnSpc>
                <a:spcPts val="1664"/>
              </a:lnSpc>
              <a:spcBef>
                <a:spcPts val="45"/>
              </a:spcBef>
            </a:pPr>
            <a:r>
              <a:rPr dirty="0" sz="1400" i="1">
                <a:latin typeface="Arial"/>
                <a:cs typeface="Arial"/>
              </a:rPr>
              <a:t>Ex:</a:t>
            </a:r>
            <a:r>
              <a:rPr dirty="0" sz="1400" spc="-5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Holographic</a:t>
            </a:r>
            <a:r>
              <a:rPr dirty="0" sz="1400" spc="-40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  <a:p>
            <a:pPr marL="355600" indent="-342900">
              <a:lnSpc>
                <a:spcPts val="1664"/>
              </a:lnSpc>
              <a:buAutoNum type="arabicPeriod" startAt="5"/>
              <a:tabLst>
                <a:tab pos="355600" algn="l"/>
              </a:tabLst>
            </a:pPr>
            <a:r>
              <a:rPr dirty="0" sz="1400" b="1">
                <a:latin typeface="Arial"/>
                <a:cs typeface="Arial"/>
              </a:rPr>
              <a:t>Global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Coverage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with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Satellite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Integration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2950" y="5250497"/>
            <a:ext cx="11267440" cy="66294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204"/>
              </a:spcBef>
            </a:pPr>
            <a:r>
              <a:rPr dirty="0" sz="1400">
                <a:latin typeface="Arial MT"/>
                <a:cs typeface="Arial MT"/>
              </a:rPr>
              <a:t>Unlike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5G,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which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depends</a:t>
            </a:r>
            <a:r>
              <a:rPr dirty="0" sz="1400" spc="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on</a:t>
            </a:r>
            <a:r>
              <a:rPr dirty="0" sz="1400" spc="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terrestrial</a:t>
            </a:r>
            <a:r>
              <a:rPr dirty="0" sz="1400" spc="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infrastructure,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6G</a:t>
            </a:r>
            <a:r>
              <a:rPr dirty="0" sz="1400" spc="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integrates</a:t>
            </a:r>
            <a:r>
              <a:rPr dirty="0" sz="1400" spc="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satellite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networks</a:t>
            </a:r>
            <a:r>
              <a:rPr dirty="0" sz="1400" spc="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seamless</a:t>
            </a:r>
            <a:r>
              <a:rPr dirty="0" sz="1400" spc="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global</a:t>
            </a:r>
            <a:r>
              <a:rPr dirty="0" sz="1400" spc="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coverage,</a:t>
            </a:r>
            <a:r>
              <a:rPr dirty="0" sz="1400" spc="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ensuring</a:t>
            </a:r>
            <a:r>
              <a:rPr dirty="0" sz="1400" spc="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connectivity</a:t>
            </a:r>
            <a:r>
              <a:rPr dirty="0" sz="1400" spc="4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in </a:t>
            </a:r>
            <a:r>
              <a:rPr dirty="0" sz="1400">
                <a:latin typeface="Arial MT"/>
                <a:cs typeface="Arial MT"/>
              </a:rPr>
              <a:t>even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most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remote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regions.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05"/>
              </a:lnSpc>
            </a:pPr>
            <a:r>
              <a:rPr dirty="0" sz="1400" i="1">
                <a:latin typeface="Arial"/>
                <a:cs typeface="Arial"/>
              </a:rPr>
              <a:t>Ex: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Satellite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orbiting</a:t>
            </a:r>
            <a:r>
              <a:rPr dirty="0" sz="1400" spc="-50" i="1">
                <a:latin typeface="Arial"/>
                <a:cs typeface="Arial"/>
              </a:rPr>
              <a:t> </a:t>
            </a:r>
            <a:r>
              <a:rPr dirty="0" sz="1400" spc="-20" i="1">
                <a:latin typeface="Arial"/>
                <a:cs typeface="Arial"/>
              </a:rPr>
              <a:t>Earth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8" name="object 8" descr="6G: Building a Successful Business Case - VIAVI Perspectiv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67700" y="733425"/>
            <a:ext cx="3714750" cy="3228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019300"/>
              <a:ext cx="12192000" cy="41052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124577"/>
              <a:ext cx="12191999" cy="731520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5816" rIns="0" bIns="0" rtlCol="0" vert="horz">
            <a:spAutoFit/>
          </a:bodyPr>
          <a:lstStyle/>
          <a:p>
            <a:pPr marL="889635">
              <a:lnSpc>
                <a:spcPct val="100000"/>
              </a:lnSpc>
              <a:spcBef>
                <a:spcPts val="125"/>
              </a:spcBef>
            </a:pPr>
            <a:r>
              <a:rPr dirty="0" sz="2750" b="0">
                <a:latin typeface="Arial MT"/>
                <a:cs typeface="Arial MT"/>
              </a:rPr>
              <a:t>Literature</a:t>
            </a:r>
            <a:r>
              <a:rPr dirty="0" sz="2750" spc="270" b="0">
                <a:latin typeface="Arial MT"/>
                <a:cs typeface="Arial MT"/>
              </a:rPr>
              <a:t> </a:t>
            </a:r>
            <a:r>
              <a:rPr dirty="0" sz="2750" spc="-10" b="0">
                <a:latin typeface="Arial MT"/>
                <a:cs typeface="Arial MT"/>
              </a:rPr>
              <a:t>Survey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5190159"/>
            <a:ext cx="1163955" cy="1122045"/>
          </a:xfrm>
          <a:custGeom>
            <a:avLst/>
            <a:gdLst/>
            <a:ahLst/>
            <a:cxnLst/>
            <a:rect l="l" t="t" r="r" b="b"/>
            <a:pathLst>
              <a:path w="1163955" h="1122045">
                <a:moveTo>
                  <a:pt x="1163599" y="0"/>
                </a:moveTo>
                <a:lnTo>
                  <a:pt x="0" y="0"/>
                </a:lnTo>
                <a:lnTo>
                  <a:pt x="0" y="1121765"/>
                </a:lnTo>
                <a:lnTo>
                  <a:pt x="1163599" y="1121765"/>
                </a:lnTo>
                <a:lnTo>
                  <a:pt x="1163599" y="0"/>
                </a:lnTo>
                <a:close/>
              </a:path>
            </a:pathLst>
          </a:custGeom>
          <a:solidFill>
            <a:srgbClr val="E7D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63599" y="5190159"/>
            <a:ext cx="11028680" cy="1122045"/>
          </a:xfrm>
          <a:custGeom>
            <a:avLst/>
            <a:gdLst/>
            <a:ahLst/>
            <a:cxnLst/>
            <a:rect l="l" t="t" r="r" b="b"/>
            <a:pathLst>
              <a:path w="11028680" h="1122045">
                <a:moveTo>
                  <a:pt x="11028401" y="0"/>
                </a:moveTo>
                <a:lnTo>
                  <a:pt x="3835146" y="0"/>
                </a:lnTo>
                <a:lnTo>
                  <a:pt x="0" y="0"/>
                </a:lnTo>
                <a:lnTo>
                  <a:pt x="0" y="1121765"/>
                </a:lnTo>
                <a:lnTo>
                  <a:pt x="3835120" y="1121765"/>
                </a:lnTo>
                <a:lnTo>
                  <a:pt x="11028401" y="1121765"/>
                </a:lnTo>
                <a:lnTo>
                  <a:pt x="11028401" y="0"/>
                </a:lnTo>
                <a:close/>
              </a:path>
            </a:pathLst>
          </a:custGeom>
          <a:solidFill>
            <a:srgbClr val="E7D4F8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0" y="745490"/>
          <a:ext cx="12268200" cy="5558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3320"/>
                <a:gridCol w="3834764"/>
                <a:gridCol w="7192645"/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Ref</a:t>
                      </a:r>
                      <a:r>
                        <a:rPr dirty="0" sz="1800" spc="-10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8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.</a:t>
                      </a:r>
                      <a:r>
                        <a:rPr dirty="0" sz="1800" spc="-2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14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B71E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Title</a:t>
                      </a:r>
                      <a:r>
                        <a:rPr dirty="0" sz="1800" spc="-7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1800" spc="-7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1800" spc="-7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Pages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B71EF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Findings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B71E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21945">
                        <a:lnSpc>
                          <a:spcPct val="100800"/>
                        </a:lnSpc>
                        <a:spcBef>
                          <a:spcPts val="1365"/>
                        </a:spcBef>
                      </a:pPr>
                      <a:r>
                        <a:rPr dirty="0" sz="1800">
                          <a:latin typeface="Trebuchet MS"/>
                          <a:cs typeface="Trebuchet MS"/>
                        </a:rPr>
                        <a:t>"6G</a:t>
                      </a:r>
                      <a:r>
                        <a:rPr dirty="0" sz="1800" spc="-27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35">
                          <a:latin typeface="Trebuchet MS"/>
                          <a:cs typeface="Trebuchet MS"/>
                        </a:rPr>
                        <a:t>Wireless</a:t>
                      </a:r>
                      <a:r>
                        <a:rPr dirty="0" sz="180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Networks:Vision, </a:t>
                      </a:r>
                      <a:r>
                        <a:rPr dirty="0" sz="1800" spc="-114">
                          <a:latin typeface="Trebuchet MS"/>
                          <a:cs typeface="Trebuchet MS"/>
                        </a:rPr>
                        <a:t>Requirements,</a:t>
                      </a:r>
                      <a:r>
                        <a:rPr dirty="0" sz="1800" spc="-1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180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Key</a:t>
                      </a:r>
                      <a:r>
                        <a:rPr dirty="0" sz="1800" spc="-2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80">
                          <a:latin typeface="Trebuchet MS"/>
                          <a:cs typeface="Trebuchet MS"/>
                        </a:rPr>
                        <a:t>Technologies"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73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873760">
                        <a:lnSpc>
                          <a:spcPct val="100800"/>
                        </a:lnSpc>
                        <a:spcBef>
                          <a:spcPts val="280"/>
                        </a:spcBef>
                      </a:pPr>
                      <a:r>
                        <a:rPr dirty="0" sz="1800" spc="-75">
                          <a:latin typeface="Trebuchet MS"/>
                          <a:cs typeface="Trebuchet MS"/>
                        </a:rPr>
                        <a:t>50-</a:t>
                      </a:r>
                      <a:r>
                        <a:rPr dirty="0" sz="1800" spc="-40">
                          <a:latin typeface="Trebuchet MS"/>
                          <a:cs typeface="Trebuchet MS"/>
                        </a:rPr>
                        <a:t>100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 GHz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4">
                          <a:latin typeface="Trebuchet MS"/>
                          <a:cs typeface="Trebuchet MS"/>
                        </a:rPr>
                        <a:t>enables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high</a:t>
                      </a:r>
                      <a:r>
                        <a:rPr dirty="0" sz="180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60"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rates,</a:t>
                      </a:r>
                      <a:r>
                        <a:rPr dirty="0" sz="1800" spc="-17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4">
                          <a:latin typeface="Trebuchet MS"/>
                          <a:cs typeface="Trebuchet MS"/>
                        </a:rPr>
                        <a:t>but</a:t>
                      </a:r>
                      <a:r>
                        <a:rPr dirty="0" sz="180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5">
                          <a:latin typeface="Trebuchet MS"/>
                          <a:cs typeface="Trebuchet MS"/>
                        </a:rPr>
                        <a:t>signal</a:t>
                      </a:r>
                      <a:r>
                        <a:rPr dirty="0" sz="18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loss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18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5">
                          <a:latin typeface="Trebuchet MS"/>
                          <a:cs typeface="Trebuchet MS"/>
                        </a:rPr>
                        <a:t>line-</a:t>
                      </a:r>
                      <a:r>
                        <a:rPr dirty="0" sz="1800" spc="-105">
                          <a:latin typeface="Trebuchet MS"/>
                          <a:cs typeface="Trebuchet MS"/>
                        </a:rPr>
                        <a:t>of-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sight </a:t>
                      </a:r>
                      <a:r>
                        <a:rPr dirty="0" sz="1800" spc="-110">
                          <a:latin typeface="Trebuchet MS"/>
                          <a:cs typeface="Trebuchet MS"/>
                        </a:rPr>
                        <a:t>limitations</a:t>
                      </a:r>
                      <a:r>
                        <a:rPr dirty="0" sz="180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0">
                          <a:latin typeface="Trebuchet MS"/>
                          <a:cs typeface="Trebuchet MS"/>
                        </a:rPr>
                        <a:t>impact</a:t>
                      </a:r>
                      <a:r>
                        <a:rPr dirty="0" sz="18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range.</a:t>
                      </a:r>
                      <a:r>
                        <a:rPr dirty="0" sz="1800" spc="-1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40">
                          <a:latin typeface="Trebuchet MS"/>
                          <a:cs typeface="Trebuchet MS"/>
                        </a:rPr>
                        <a:t>Power,</a:t>
                      </a:r>
                      <a:r>
                        <a:rPr dirty="0" sz="1800" spc="-2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antenna</a:t>
                      </a:r>
                      <a:r>
                        <a:rPr dirty="0" sz="180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60">
                          <a:latin typeface="Trebuchet MS"/>
                          <a:cs typeface="Trebuchet MS"/>
                        </a:rPr>
                        <a:t>gains,</a:t>
                      </a:r>
                      <a:r>
                        <a:rPr dirty="0" sz="1800" spc="-1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180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interference </a:t>
                      </a:r>
                      <a:r>
                        <a:rPr dirty="0" sz="1800" spc="-130">
                          <a:latin typeface="Trebuchet MS"/>
                          <a:cs typeface="Trebuchet MS"/>
                        </a:rPr>
                        <a:t>management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4"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dirty="0" sz="180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4">
                          <a:latin typeface="Trebuchet MS"/>
                          <a:cs typeface="Trebuchet MS"/>
                        </a:rPr>
                        <a:t>crucial</a:t>
                      </a:r>
                      <a:r>
                        <a:rPr dirty="0" sz="18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7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performance.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</a:tr>
              <a:tr h="70421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45"/>
                        </a:spcBef>
                      </a:pPr>
                      <a:r>
                        <a:rPr dirty="0" sz="1800" spc="-5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2089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38480">
                        <a:lnSpc>
                          <a:spcPct val="100800"/>
                        </a:lnSpc>
                        <a:spcBef>
                          <a:spcPts val="545"/>
                        </a:spcBef>
                      </a:pPr>
                      <a:r>
                        <a:rPr dirty="0" sz="1800" spc="-100">
                          <a:latin typeface="Trebuchet MS"/>
                          <a:cs typeface="Trebuchet MS"/>
                        </a:rPr>
                        <a:t>"Terahertz</a:t>
                      </a:r>
                      <a:r>
                        <a:rPr dirty="0" sz="18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75">
                          <a:latin typeface="Trebuchet MS"/>
                          <a:cs typeface="Trebuchet MS"/>
                        </a:rPr>
                        <a:t>Communication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75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dirty="0" sz="18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6G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Networks"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194310">
                        <a:lnSpc>
                          <a:spcPct val="100800"/>
                        </a:lnSpc>
                        <a:spcBef>
                          <a:spcPts val="545"/>
                        </a:spcBef>
                      </a:pPr>
                      <a:r>
                        <a:rPr dirty="0" sz="1800" spc="-75">
                          <a:latin typeface="Trebuchet MS"/>
                          <a:cs typeface="Trebuchet MS"/>
                        </a:rPr>
                        <a:t>150-</a:t>
                      </a:r>
                      <a:r>
                        <a:rPr dirty="0" sz="1800" spc="-35">
                          <a:latin typeface="Trebuchet MS"/>
                          <a:cs typeface="Trebuchet MS"/>
                        </a:rPr>
                        <a:t>200</a:t>
                      </a:r>
                      <a:r>
                        <a:rPr dirty="0" sz="180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GHz</a:t>
                      </a:r>
                      <a:r>
                        <a:rPr dirty="0" sz="18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5">
                          <a:latin typeface="Trebuchet MS"/>
                          <a:cs typeface="Trebuchet MS"/>
                        </a:rPr>
                        <a:t>offers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0">
                          <a:latin typeface="Trebuchet MS"/>
                          <a:cs typeface="Trebuchet MS"/>
                        </a:rPr>
                        <a:t>ultra-high</a:t>
                      </a:r>
                      <a:r>
                        <a:rPr dirty="0" sz="180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speeds</a:t>
                      </a:r>
                      <a:r>
                        <a:rPr dirty="0" sz="1800" spc="-8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0">
                          <a:latin typeface="Trebuchet MS"/>
                          <a:cs typeface="Trebuchet MS"/>
                        </a:rPr>
                        <a:t>but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4">
                          <a:latin typeface="Trebuchet MS"/>
                          <a:cs typeface="Trebuchet MS"/>
                        </a:rPr>
                        <a:t>suffers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5">
                          <a:latin typeface="Trebuchet MS"/>
                          <a:cs typeface="Trebuchet MS"/>
                        </a:rPr>
                        <a:t>from</a:t>
                      </a:r>
                      <a:r>
                        <a:rPr dirty="0" sz="18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0">
                          <a:latin typeface="Trebuchet MS"/>
                          <a:cs typeface="Trebuchet MS"/>
                        </a:rPr>
                        <a:t>high</a:t>
                      </a:r>
                      <a:r>
                        <a:rPr dirty="0" sz="180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5">
                          <a:latin typeface="Trebuchet MS"/>
                          <a:cs typeface="Trebuchet MS"/>
                        </a:rPr>
                        <a:t>signal</a:t>
                      </a:r>
                      <a:r>
                        <a:rPr dirty="0" sz="180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35">
                          <a:latin typeface="Trebuchet MS"/>
                          <a:cs typeface="Trebuchet MS"/>
                        </a:rPr>
                        <a:t>loss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and short</a:t>
                      </a:r>
                      <a:r>
                        <a:rPr dirty="0" sz="18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range.</a:t>
                      </a:r>
                      <a:r>
                        <a:rPr dirty="0" sz="1800" spc="-2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Dense</a:t>
                      </a:r>
                      <a:r>
                        <a:rPr dirty="0" sz="180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infrastructure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85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dirty="0" sz="18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5">
                          <a:latin typeface="Trebuchet MS"/>
                          <a:cs typeface="Trebuchet MS"/>
                        </a:rPr>
                        <a:t>needed</a:t>
                      </a:r>
                      <a:r>
                        <a:rPr dirty="0" sz="18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18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85">
                          <a:latin typeface="Trebuchet MS"/>
                          <a:cs typeface="Trebuchet MS"/>
                        </a:rPr>
                        <a:t>overcome</a:t>
                      </a:r>
                      <a:r>
                        <a:rPr dirty="0" sz="1800" spc="-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5">
                          <a:latin typeface="Trebuchet MS"/>
                          <a:cs typeface="Trebuchet MS"/>
                        </a:rPr>
                        <a:t>these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5">
                          <a:latin typeface="Trebuchet MS"/>
                          <a:cs typeface="Trebuchet MS"/>
                        </a:rPr>
                        <a:t>challenges.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</a:tr>
              <a:tr h="1121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50"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555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 marR="170180">
                        <a:lnSpc>
                          <a:spcPct val="100800"/>
                        </a:lnSpc>
                      </a:pPr>
                      <a:r>
                        <a:rPr dirty="0" sz="1800" spc="-55">
                          <a:latin typeface="Trebuchet MS"/>
                          <a:cs typeface="Trebuchet MS"/>
                        </a:rPr>
                        <a:t>"Opportunities</a:t>
                      </a:r>
                      <a:r>
                        <a:rPr dirty="0" sz="1800" spc="-9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4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Challenges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 Sub-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THz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75">
                          <a:latin typeface="Trebuchet MS"/>
                          <a:cs typeface="Trebuchet MS"/>
                        </a:rPr>
                        <a:t>Communication</a:t>
                      </a:r>
                      <a:r>
                        <a:rPr dirty="0" sz="18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dirty="0" sz="18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6G"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372110">
                        <a:lnSpc>
                          <a:spcPct val="100899"/>
                        </a:lnSpc>
                        <a:spcBef>
                          <a:spcPts val="1115"/>
                        </a:spcBef>
                      </a:pPr>
                      <a:r>
                        <a:rPr dirty="0" sz="1800" spc="-75">
                          <a:latin typeface="Trebuchet MS"/>
                          <a:cs typeface="Trebuchet MS"/>
                        </a:rPr>
                        <a:t>100-</a:t>
                      </a:r>
                      <a:r>
                        <a:rPr dirty="0" sz="1800" spc="-35">
                          <a:latin typeface="Trebuchet MS"/>
                          <a:cs typeface="Trebuchet MS"/>
                        </a:rPr>
                        <a:t>150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 GHz</a:t>
                      </a:r>
                      <a:r>
                        <a:rPr dirty="0" sz="180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85">
                          <a:latin typeface="Trebuchet MS"/>
                          <a:cs typeface="Trebuchet MS"/>
                        </a:rPr>
                        <a:t>provides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0">
                          <a:latin typeface="Trebuchet MS"/>
                          <a:cs typeface="Trebuchet MS"/>
                        </a:rPr>
                        <a:t>high</a:t>
                      </a:r>
                      <a:r>
                        <a:rPr dirty="0" sz="180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85">
                          <a:latin typeface="Trebuchet MS"/>
                          <a:cs typeface="Trebuchet MS"/>
                        </a:rPr>
                        <a:t>throughput</a:t>
                      </a:r>
                      <a:r>
                        <a:rPr dirty="0" sz="180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65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dirty="0" sz="18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IoT</a:t>
                      </a:r>
                      <a:r>
                        <a:rPr dirty="0" sz="18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5">
                          <a:latin typeface="Trebuchet MS"/>
                          <a:cs typeface="Trebuchet MS"/>
                        </a:rPr>
                        <a:t>but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45">
                          <a:latin typeface="Trebuchet MS"/>
                          <a:cs typeface="Trebuchet MS"/>
                        </a:rPr>
                        <a:t>faces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0">
                          <a:latin typeface="Trebuchet MS"/>
                          <a:cs typeface="Trebuchet MS"/>
                        </a:rPr>
                        <a:t>challenges</a:t>
                      </a:r>
                      <a:r>
                        <a:rPr dirty="0" sz="1800" spc="-9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with </a:t>
                      </a:r>
                      <a:r>
                        <a:rPr dirty="0" sz="1800" spc="-110">
                          <a:latin typeface="Trebuchet MS"/>
                          <a:cs typeface="Trebuchet MS"/>
                        </a:rPr>
                        <a:t>interference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0">
                          <a:latin typeface="Trebuchet MS"/>
                          <a:cs typeface="Trebuchet MS"/>
                        </a:rPr>
                        <a:t>path</a:t>
                      </a:r>
                      <a:r>
                        <a:rPr dirty="0" sz="180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4">
                          <a:latin typeface="Trebuchet MS"/>
                          <a:cs typeface="Trebuchet MS"/>
                        </a:rPr>
                        <a:t>loss.</a:t>
                      </a:r>
                      <a:r>
                        <a:rPr dirty="0" sz="1800" spc="-1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85">
                          <a:latin typeface="Trebuchet MS"/>
                          <a:cs typeface="Trebuchet MS"/>
                        </a:rPr>
                        <a:t>Optimizing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4">
                          <a:latin typeface="Trebuchet MS"/>
                          <a:cs typeface="Trebuchet MS"/>
                        </a:rPr>
                        <a:t>gains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5">
                          <a:latin typeface="Trebuchet MS"/>
                          <a:cs typeface="Trebuchet MS"/>
                        </a:rPr>
                        <a:t>minimizing</a:t>
                      </a:r>
                      <a:r>
                        <a:rPr dirty="0" sz="180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70">
                          <a:latin typeface="Trebuchet MS"/>
                          <a:cs typeface="Trebuchet MS"/>
                        </a:rPr>
                        <a:t>noise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is </a:t>
                      </a:r>
                      <a:r>
                        <a:rPr dirty="0" sz="1800" spc="-120">
                          <a:latin typeface="Trebuchet MS"/>
                          <a:cs typeface="Trebuchet MS"/>
                        </a:rPr>
                        <a:t>essential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65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75">
                          <a:latin typeface="Trebuchet MS"/>
                          <a:cs typeface="Trebuchet MS"/>
                        </a:rPr>
                        <a:t>efficiency.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416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</a:tr>
              <a:tr h="1331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75920">
                        <a:lnSpc>
                          <a:spcPct val="100800"/>
                        </a:lnSpc>
                        <a:spcBef>
                          <a:spcPts val="1960"/>
                        </a:spcBef>
                      </a:pPr>
                      <a:r>
                        <a:rPr dirty="0" sz="1800" spc="-95">
                          <a:latin typeface="Trebuchet MS"/>
                          <a:cs typeface="Trebuchet MS"/>
                        </a:rPr>
                        <a:t>"Millimeter-</a:t>
                      </a:r>
                      <a:r>
                        <a:rPr dirty="0" sz="1800" spc="-80">
                          <a:latin typeface="Trebuchet MS"/>
                          <a:cs typeface="Trebuchet MS"/>
                        </a:rPr>
                        <a:t>Wave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1800" spc="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85">
                          <a:latin typeface="Trebuchet MS"/>
                          <a:cs typeface="Trebuchet MS"/>
                        </a:rPr>
                        <a:t>Sub-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Terahertz Band</a:t>
                      </a:r>
                      <a:r>
                        <a:rPr dirty="0" sz="18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75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6G:</a:t>
                      </a:r>
                      <a:r>
                        <a:rPr dirty="0" sz="1800" spc="-19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85">
                          <a:latin typeface="Trebuchet MS"/>
                          <a:cs typeface="Trebuchet MS"/>
                        </a:rPr>
                        <a:t>Spectrum</a:t>
                      </a:r>
                      <a:r>
                        <a:rPr dirty="0" sz="180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dirty="0" sz="1800" spc="-105">
                          <a:latin typeface="Trebuchet MS"/>
                          <a:cs typeface="Trebuchet MS"/>
                        </a:rPr>
                        <a:t>Propagation</a:t>
                      </a:r>
                      <a:r>
                        <a:rPr dirty="0" sz="1800" spc="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Characteristics"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2489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5250" marR="760730">
                        <a:lnSpc>
                          <a:spcPct val="100800"/>
                        </a:lnSpc>
                      </a:pPr>
                      <a:r>
                        <a:rPr dirty="0" sz="1800" spc="-75">
                          <a:latin typeface="Trebuchet MS"/>
                          <a:cs typeface="Trebuchet MS"/>
                        </a:rPr>
                        <a:t>50-</a:t>
                      </a:r>
                      <a:r>
                        <a:rPr dirty="0" sz="1800" spc="-40">
                          <a:latin typeface="Trebuchet MS"/>
                          <a:cs typeface="Trebuchet MS"/>
                        </a:rPr>
                        <a:t>100</a:t>
                      </a:r>
                      <a:r>
                        <a:rPr dirty="0" sz="180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GHz</a:t>
                      </a:r>
                      <a:r>
                        <a:rPr dirty="0" sz="180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offers</a:t>
                      </a:r>
                      <a:r>
                        <a:rPr dirty="0" sz="1800" spc="-8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5">
                          <a:latin typeface="Trebuchet MS"/>
                          <a:cs typeface="Trebuchet MS"/>
                        </a:rPr>
                        <a:t>high-</a:t>
                      </a:r>
                      <a:r>
                        <a:rPr dirty="0" sz="1800" spc="-110">
                          <a:latin typeface="Trebuchet MS"/>
                          <a:cs typeface="Trebuchet MS"/>
                        </a:rPr>
                        <a:t>speed</a:t>
                      </a:r>
                      <a:r>
                        <a:rPr dirty="0" sz="180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5">
                          <a:latin typeface="Trebuchet MS"/>
                          <a:cs typeface="Trebuchet MS"/>
                        </a:rPr>
                        <a:t>communication</a:t>
                      </a:r>
                      <a:r>
                        <a:rPr dirty="0" sz="180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4">
                          <a:latin typeface="Trebuchet MS"/>
                          <a:cs typeface="Trebuchet MS"/>
                        </a:rPr>
                        <a:t>but</a:t>
                      </a:r>
                      <a:r>
                        <a:rPr dirty="0" sz="1800" spc="-60">
                          <a:latin typeface="Trebuchet MS"/>
                          <a:cs typeface="Trebuchet MS"/>
                        </a:rPr>
                        <a:t> is</a:t>
                      </a:r>
                      <a:r>
                        <a:rPr dirty="0" sz="1800" spc="-8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55">
                          <a:latin typeface="Trebuchet MS"/>
                          <a:cs typeface="Trebuchet MS"/>
                        </a:rPr>
                        <a:t>affected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50">
                          <a:latin typeface="Trebuchet MS"/>
                          <a:cs typeface="Trebuchet MS"/>
                        </a:rPr>
                        <a:t>by</a:t>
                      </a:r>
                      <a:r>
                        <a:rPr dirty="0" sz="1800" spc="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high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attenuation,</a:t>
                      </a:r>
                      <a:r>
                        <a:rPr dirty="0" sz="1800" spc="-1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5">
                          <a:latin typeface="Trebuchet MS"/>
                          <a:cs typeface="Trebuchet MS"/>
                        </a:rPr>
                        <a:t>requiring</a:t>
                      </a:r>
                      <a:r>
                        <a:rPr dirty="0" sz="180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40">
                          <a:latin typeface="Trebuchet MS"/>
                          <a:cs typeface="Trebuchet MS"/>
                        </a:rPr>
                        <a:t>careful</a:t>
                      </a:r>
                      <a:r>
                        <a:rPr dirty="0" sz="180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management</a:t>
                      </a:r>
                      <a:r>
                        <a:rPr dirty="0" sz="180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180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70">
                          <a:latin typeface="Trebuchet MS"/>
                          <a:cs typeface="Trebuchet MS"/>
                        </a:rPr>
                        <a:t>noise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85">
                          <a:latin typeface="Trebuchet MS"/>
                          <a:cs typeface="Trebuchet MS"/>
                        </a:rPr>
                        <a:t>interference.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2318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</a:tr>
              <a:tr h="939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593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 marR="102235">
                        <a:lnSpc>
                          <a:spcPct val="100899"/>
                        </a:lnSpc>
                      </a:pPr>
                      <a:r>
                        <a:rPr dirty="0" sz="1800" spc="-65">
                          <a:latin typeface="Trebuchet MS"/>
                          <a:cs typeface="Trebuchet MS"/>
                        </a:rPr>
                        <a:t>"Channel</a:t>
                      </a:r>
                      <a:r>
                        <a:rPr dirty="0" sz="18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70">
                          <a:latin typeface="Trebuchet MS"/>
                          <a:cs typeface="Trebuchet MS"/>
                        </a:rPr>
                        <a:t>Modeling</a:t>
                      </a:r>
                      <a:r>
                        <a:rPr dirty="0" sz="18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18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5">
                          <a:latin typeface="Trebuchet MS"/>
                          <a:cs typeface="Trebuchet MS"/>
                        </a:rPr>
                        <a:t>Propagation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for </a:t>
                      </a:r>
                      <a:r>
                        <a:rPr dirty="0" sz="1800" spc="-110">
                          <a:latin typeface="Trebuchet MS"/>
                          <a:cs typeface="Trebuchet MS"/>
                        </a:rPr>
                        <a:t>Terahertz</a:t>
                      </a:r>
                      <a:r>
                        <a:rPr dirty="0" sz="180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75">
                          <a:latin typeface="Trebuchet MS"/>
                          <a:cs typeface="Trebuchet MS"/>
                        </a:rPr>
                        <a:t>Communication</a:t>
                      </a:r>
                      <a:r>
                        <a:rPr dirty="0" sz="180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85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dirty="0" sz="180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6G"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5250" marR="295275">
                        <a:lnSpc>
                          <a:spcPct val="100899"/>
                        </a:lnSpc>
                      </a:pPr>
                      <a:r>
                        <a:rPr dirty="0" sz="1800" spc="-75">
                          <a:latin typeface="Trebuchet MS"/>
                          <a:cs typeface="Trebuchet MS"/>
                        </a:rPr>
                        <a:t>150-</a:t>
                      </a:r>
                      <a:r>
                        <a:rPr dirty="0" sz="1800" spc="-35">
                          <a:latin typeface="Trebuchet MS"/>
                          <a:cs typeface="Trebuchet MS"/>
                        </a:rPr>
                        <a:t>200</a:t>
                      </a:r>
                      <a:r>
                        <a:rPr dirty="0" sz="180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GHz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50">
                          <a:latin typeface="Trebuchet MS"/>
                          <a:cs typeface="Trebuchet MS"/>
                        </a:rPr>
                        <a:t>supports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0">
                          <a:latin typeface="Trebuchet MS"/>
                          <a:cs typeface="Trebuchet MS"/>
                        </a:rPr>
                        <a:t>terabit-</a:t>
                      </a:r>
                      <a:r>
                        <a:rPr dirty="0" sz="1800" spc="-125">
                          <a:latin typeface="Trebuchet MS"/>
                          <a:cs typeface="Trebuchet MS"/>
                        </a:rPr>
                        <a:t>per-</a:t>
                      </a:r>
                      <a:r>
                        <a:rPr dirty="0" sz="1800" spc="-80">
                          <a:latin typeface="Trebuchet MS"/>
                          <a:cs typeface="Trebuchet MS"/>
                        </a:rPr>
                        <a:t>second</a:t>
                      </a:r>
                      <a:r>
                        <a:rPr dirty="0" sz="18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speeds </a:t>
                      </a:r>
                      <a:r>
                        <a:rPr dirty="0" sz="1800" spc="-110">
                          <a:latin typeface="Trebuchet MS"/>
                          <a:cs typeface="Trebuchet MS"/>
                        </a:rPr>
                        <a:t>but</a:t>
                      </a:r>
                      <a:r>
                        <a:rPr dirty="0" sz="180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5">
                          <a:latin typeface="Trebuchet MS"/>
                          <a:cs typeface="Trebuchet MS"/>
                        </a:rPr>
                        <a:t>limited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0">
                          <a:latin typeface="Trebuchet MS"/>
                          <a:cs typeface="Trebuchet MS"/>
                        </a:rPr>
                        <a:t>by</a:t>
                      </a:r>
                      <a:r>
                        <a:rPr dirty="0" sz="1800" spc="-40">
                          <a:latin typeface="Trebuchet MS"/>
                          <a:cs typeface="Trebuchet MS"/>
                        </a:rPr>
                        <a:t> severe </a:t>
                      </a:r>
                      <a:r>
                        <a:rPr dirty="0" sz="1800" spc="-130">
                          <a:latin typeface="Trebuchet MS"/>
                          <a:cs typeface="Trebuchet MS"/>
                        </a:rPr>
                        <a:t>path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loss,</a:t>
                      </a:r>
                      <a:r>
                        <a:rPr dirty="0" sz="1800" spc="-2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5">
                          <a:latin typeface="Trebuchet MS"/>
                          <a:cs typeface="Trebuchet MS"/>
                        </a:rPr>
                        <a:t>requiring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0">
                          <a:latin typeface="Trebuchet MS"/>
                          <a:cs typeface="Trebuchet MS"/>
                        </a:rPr>
                        <a:t>advanced</a:t>
                      </a:r>
                      <a:r>
                        <a:rPr dirty="0" sz="180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antenna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designs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18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70">
                          <a:latin typeface="Trebuchet MS"/>
                          <a:cs typeface="Trebuchet MS"/>
                        </a:rPr>
                        <a:t>power</a:t>
                      </a:r>
                      <a:r>
                        <a:rPr dirty="0" sz="18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control.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63" y="6122987"/>
            <a:ext cx="12187555" cy="12700"/>
          </a:xfrm>
          <a:custGeom>
            <a:avLst/>
            <a:gdLst/>
            <a:ahLst/>
            <a:cxnLst/>
            <a:rect l="l" t="t" r="r" b="b"/>
            <a:pathLst>
              <a:path w="12187555" h="12700">
                <a:moveTo>
                  <a:pt x="12187236" y="0"/>
                </a:moveTo>
                <a:lnTo>
                  <a:pt x="0" y="0"/>
                </a:lnTo>
                <a:lnTo>
                  <a:pt x="0" y="12700"/>
                </a:lnTo>
                <a:lnTo>
                  <a:pt x="12187236" y="12700"/>
                </a:lnTo>
                <a:lnTo>
                  <a:pt x="12187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9368" y="407162"/>
          <a:ext cx="12189460" cy="5539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835"/>
                <a:gridCol w="4125595"/>
                <a:gridCol w="5738495"/>
              </a:tblGrid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Ref</a:t>
                      </a:r>
                      <a:r>
                        <a:rPr dirty="0" sz="1800" spc="-10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8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.</a:t>
                      </a:r>
                      <a:r>
                        <a:rPr dirty="0" sz="1800" spc="-2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14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B71EF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Title</a:t>
                      </a:r>
                      <a:r>
                        <a:rPr dirty="0" sz="1800" spc="-7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1800" spc="-7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1800" spc="-7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Pages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B71EF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Findings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B71EF"/>
                    </a:solidFill>
                  </a:tcPr>
                </a:tc>
              </a:tr>
              <a:tr h="957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Trebuchet MS"/>
                          <a:cs typeface="Trebuchet MS"/>
                        </a:rPr>
                        <a:t>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92405">
                        <a:lnSpc>
                          <a:spcPct val="100800"/>
                        </a:lnSpc>
                        <a:spcBef>
                          <a:spcPts val="450"/>
                        </a:spcBef>
                      </a:pPr>
                      <a:r>
                        <a:rPr dirty="0" sz="1800" spc="-75">
                          <a:latin typeface="Trebuchet MS"/>
                          <a:cs typeface="Trebuchet MS"/>
                        </a:rPr>
                        <a:t>"Towards</a:t>
                      </a:r>
                      <a:r>
                        <a:rPr dirty="0" sz="180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55">
                          <a:latin typeface="Trebuchet MS"/>
                          <a:cs typeface="Trebuchet MS"/>
                        </a:rPr>
                        <a:t>6G:The</a:t>
                      </a:r>
                      <a:r>
                        <a:rPr dirty="0" sz="1800" spc="-7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55">
                          <a:latin typeface="Trebuchet MS"/>
                          <a:cs typeface="Trebuchet MS"/>
                        </a:rPr>
                        <a:t>Role</a:t>
                      </a:r>
                      <a:r>
                        <a:rPr dirty="0" sz="180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18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5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180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55">
                          <a:latin typeface="Trebuchet MS"/>
                          <a:cs typeface="Trebuchet MS"/>
                        </a:rPr>
                        <a:t>10-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20</a:t>
                      </a:r>
                      <a:r>
                        <a:rPr dirty="0" sz="18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MHz 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Frequency</a:t>
                      </a:r>
                      <a:r>
                        <a:rPr dirty="0" sz="1800" spc="-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Band</a:t>
                      </a:r>
                      <a:r>
                        <a:rPr dirty="0" sz="18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50">
                          <a:latin typeface="Trebuchet MS"/>
                          <a:cs typeface="Trebuchet MS"/>
                        </a:rPr>
                        <a:t>Low-</a:t>
                      </a:r>
                      <a:r>
                        <a:rPr dirty="0" sz="1800" spc="-70">
                          <a:latin typeface="Trebuchet MS"/>
                          <a:cs typeface="Trebuchet MS"/>
                        </a:rPr>
                        <a:t>Power</a:t>
                      </a:r>
                      <a:r>
                        <a:rPr dirty="0" sz="180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IoT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Applications"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571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144780">
                        <a:lnSpc>
                          <a:spcPct val="100800"/>
                        </a:lnSpc>
                        <a:spcBef>
                          <a:spcPts val="450"/>
                        </a:spcBef>
                      </a:pPr>
                      <a:r>
                        <a:rPr dirty="0" sz="1800" spc="-75">
                          <a:latin typeface="Trebuchet MS"/>
                          <a:cs typeface="Trebuchet MS"/>
                        </a:rPr>
                        <a:t>10-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20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MHz</a:t>
                      </a:r>
                      <a:r>
                        <a:rPr dirty="0" sz="180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45">
                          <a:latin typeface="Trebuchet MS"/>
                          <a:cs typeface="Trebuchet MS"/>
                        </a:rPr>
                        <a:t>ideal</a:t>
                      </a:r>
                      <a:r>
                        <a:rPr dirty="0" sz="180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75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long-</a:t>
                      </a:r>
                      <a:r>
                        <a:rPr dirty="0" sz="1800" spc="-140">
                          <a:latin typeface="Trebuchet MS"/>
                          <a:cs typeface="Trebuchet MS"/>
                        </a:rPr>
                        <a:t>range,</a:t>
                      </a:r>
                      <a:r>
                        <a:rPr dirty="0" sz="1800" spc="-2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65">
                          <a:latin typeface="Trebuchet MS"/>
                          <a:cs typeface="Trebuchet MS"/>
                        </a:rPr>
                        <a:t>low-</a:t>
                      </a:r>
                      <a:r>
                        <a:rPr dirty="0" sz="1800" spc="-70">
                          <a:latin typeface="Trebuchet MS"/>
                          <a:cs typeface="Trebuchet MS"/>
                        </a:rPr>
                        <a:t>power</a:t>
                      </a:r>
                      <a:r>
                        <a:rPr dirty="0" sz="18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IoT </a:t>
                      </a:r>
                      <a:r>
                        <a:rPr dirty="0" sz="1800" spc="-105">
                          <a:latin typeface="Trebuchet MS"/>
                          <a:cs typeface="Trebuchet MS"/>
                        </a:rPr>
                        <a:t>communication</a:t>
                      </a:r>
                      <a:r>
                        <a:rPr dirty="0" sz="180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with</a:t>
                      </a:r>
                      <a:r>
                        <a:rPr dirty="0" sz="180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minimal</a:t>
                      </a:r>
                      <a:r>
                        <a:rPr dirty="0" sz="180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5">
                          <a:latin typeface="Trebuchet MS"/>
                          <a:cs typeface="Trebuchet MS"/>
                        </a:rPr>
                        <a:t>signal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4">
                          <a:latin typeface="Trebuchet MS"/>
                          <a:cs typeface="Trebuchet MS"/>
                        </a:rPr>
                        <a:t>loss,</a:t>
                      </a:r>
                      <a:r>
                        <a:rPr dirty="0" sz="1800" spc="-204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5">
                          <a:latin typeface="Trebuchet MS"/>
                          <a:cs typeface="Trebuchet MS"/>
                        </a:rPr>
                        <a:t>but</a:t>
                      </a:r>
                      <a:r>
                        <a:rPr dirty="0" sz="180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85">
                          <a:latin typeface="Trebuchet MS"/>
                          <a:cs typeface="Trebuchet MS"/>
                        </a:rPr>
                        <a:t>provides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lower </a:t>
                      </a:r>
                      <a:r>
                        <a:rPr dirty="0" sz="1800" spc="-160"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dirty="0" sz="18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speeds.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571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</a:tr>
              <a:tr h="1292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89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24002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3345" marR="381000">
                        <a:lnSpc>
                          <a:spcPct val="100800"/>
                        </a:lnSpc>
                      </a:pPr>
                      <a:r>
                        <a:rPr dirty="0" sz="1800" spc="-25">
                          <a:latin typeface="Trebuchet MS"/>
                          <a:cs typeface="Trebuchet MS"/>
                        </a:rPr>
                        <a:t>"The</a:t>
                      </a:r>
                      <a:r>
                        <a:rPr dirty="0" sz="1800" spc="-9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0">
                          <a:latin typeface="Trebuchet MS"/>
                          <a:cs typeface="Trebuchet MS"/>
                        </a:rPr>
                        <a:t>Impact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Frequency</a:t>
                      </a:r>
                      <a:r>
                        <a:rPr dirty="0" sz="180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85">
                          <a:latin typeface="Trebuchet MS"/>
                          <a:cs typeface="Trebuchet MS"/>
                        </a:rPr>
                        <a:t>Bands</a:t>
                      </a:r>
                      <a:r>
                        <a:rPr dirty="0" sz="180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40"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dirty="0" sz="1800" spc="-9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6G 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System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Design"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003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158115">
                        <a:lnSpc>
                          <a:spcPct val="99700"/>
                        </a:lnSpc>
                        <a:spcBef>
                          <a:spcPts val="720"/>
                        </a:spcBef>
                      </a:pPr>
                      <a:r>
                        <a:rPr dirty="0" sz="1800" spc="-45">
                          <a:latin typeface="Trebuchet MS"/>
                          <a:cs typeface="Trebuchet MS"/>
                        </a:rPr>
                        <a:t>Higher</a:t>
                      </a:r>
                      <a:r>
                        <a:rPr dirty="0" sz="18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0">
                          <a:latin typeface="Trebuchet MS"/>
                          <a:cs typeface="Trebuchet MS"/>
                        </a:rPr>
                        <a:t>frequencies</a:t>
                      </a:r>
                      <a:r>
                        <a:rPr dirty="0" sz="18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0">
                          <a:latin typeface="Trebuchet MS"/>
                          <a:cs typeface="Trebuchet MS"/>
                        </a:rPr>
                        <a:t>like</a:t>
                      </a:r>
                      <a:r>
                        <a:rPr dirty="0" sz="1800" spc="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80">
                          <a:latin typeface="Trebuchet MS"/>
                          <a:cs typeface="Trebuchet MS"/>
                        </a:rPr>
                        <a:t>100-</a:t>
                      </a:r>
                      <a:r>
                        <a:rPr dirty="0" sz="1800" spc="-40">
                          <a:latin typeface="Trebuchet MS"/>
                          <a:cs typeface="Trebuchet MS"/>
                        </a:rPr>
                        <a:t>150</a:t>
                      </a:r>
                      <a:r>
                        <a:rPr dirty="0" sz="180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GHz </a:t>
                      </a:r>
                      <a:r>
                        <a:rPr dirty="0" sz="1800" spc="-125">
                          <a:latin typeface="Trebuchet MS"/>
                          <a:cs typeface="Trebuchet MS"/>
                        </a:rPr>
                        <a:t>offer</a:t>
                      </a:r>
                      <a:r>
                        <a:rPr dirty="0" sz="18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40">
                          <a:latin typeface="Trebuchet MS"/>
                          <a:cs typeface="Trebuchet MS"/>
                        </a:rPr>
                        <a:t>fast</a:t>
                      </a:r>
                      <a:r>
                        <a:rPr dirty="0" sz="1800" spc="-7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speeds</a:t>
                      </a:r>
                      <a:r>
                        <a:rPr dirty="0" sz="1800" spc="-9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but </a:t>
                      </a:r>
                      <a:r>
                        <a:rPr dirty="0" sz="1800" spc="-120">
                          <a:latin typeface="Trebuchet MS"/>
                          <a:cs typeface="Trebuchet MS"/>
                        </a:rPr>
                        <a:t>suffer</a:t>
                      </a:r>
                      <a:r>
                        <a:rPr dirty="0" sz="1800" spc="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from</a:t>
                      </a:r>
                      <a:r>
                        <a:rPr dirty="0" sz="18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0">
                          <a:latin typeface="Trebuchet MS"/>
                          <a:cs typeface="Trebuchet MS"/>
                        </a:rPr>
                        <a:t>high</a:t>
                      </a:r>
                      <a:r>
                        <a:rPr dirty="0" sz="180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4">
                          <a:latin typeface="Trebuchet MS"/>
                          <a:cs typeface="Trebuchet MS"/>
                        </a:rPr>
                        <a:t>interference</a:t>
                      </a:r>
                      <a:r>
                        <a:rPr dirty="0" sz="18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18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0">
                          <a:latin typeface="Trebuchet MS"/>
                          <a:cs typeface="Trebuchet MS"/>
                        </a:rPr>
                        <a:t>path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4">
                          <a:latin typeface="Trebuchet MS"/>
                          <a:cs typeface="Trebuchet MS"/>
                        </a:rPr>
                        <a:t>loss.</a:t>
                      </a:r>
                      <a:r>
                        <a:rPr dirty="0" sz="1800" spc="-17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Lower </a:t>
                      </a:r>
                      <a:r>
                        <a:rPr dirty="0" sz="1800" spc="-114">
                          <a:latin typeface="Trebuchet MS"/>
                          <a:cs typeface="Trebuchet MS"/>
                        </a:rPr>
                        <a:t>frequencies</a:t>
                      </a:r>
                      <a:r>
                        <a:rPr dirty="0" sz="180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4">
                          <a:latin typeface="Trebuchet MS"/>
                          <a:cs typeface="Trebuchet MS"/>
                        </a:rPr>
                        <a:t>like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10-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20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MHz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5">
                          <a:latin typeface="Trebuchet MS"/>
                          <a:cs typeface="Trebuchet MS"/>
                        </a:rPr>
                        <a:t>offer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0">
                          <a:latin typeface="Trebuchet MS"/>
                          <a:cs typeface="Trebuchet MS"/>
                        </a:rPr>
                        <a:t>better</a:t>
                      </a:r>
                      <a:r>
                        <a:rPr dirty="0" sz="18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5">
                          <a:latin typeface="Trebuchet MS"/>
                          <a:cs typeface="Trebuchet MS"/>
                        </a:rPr>
                        <a:t>coverage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70">
                          <a:latin typeface="Trebuchet MS"/>
                          <a:cs typeface="Trebuchet MS"/>
                        </a:rPr>
                        <a:t>at</a:t>
                      </a:r>
                      <a:r>
                        <a:rPr dirty="0" sz="180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slower speeds.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914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</a:tr>
              <a:tr h="8070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60"/>
                        </a:spcBef>
                      </a:pPr>
                      <a:r>
                        <a:rPr dirty="0" sz="1800" spc="-50">
                          <a:latin typeface="Trebuchet MS"/>
                          <a:cs typeface="Trebuchet MS"/>
                        </a:rPr>
                        <a:t>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261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89915">
                        <a:lnSpc>
                          <a:spcPct val="100899"/>
                        </a:lnSpc>
                        <a:spcBef>
                          <a:spcPts val="960"/>
                        </a:spcBef>
                      </a:pPr>
                      <a:r>
                        <a:rPr dirty="0" sz="1800" spc="-80">
                          <a:latin typeface="Trebuchet MS"/>
                          <a:cs typeface="Trebuchet MS"/>
                        </a:rPr>
                        <a:t>"Challenges</a:t>
                      </a:r>
                      <a:r>
                        <a:rPr dirty="0" sz="1800" spc="-1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4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1800" spc="-1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55">
                          <a:latin typeface="Trebuchet MS"/>
                          <a:cs typeface="Trebuchet MS"/>
                        </a:rPr>
                        <a:t>Opportunities</a:t>
                      </a:r>
                      <a:r>
                        <a:rPr dirty="0" sz="18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6G </a:t>
                      </a:r>
                      <a:r>
                        <a:rPr dirty="0" sz="1800" spc="-35">
                          <a:latin typeface="Trebuchet MS"/>
                          <a:cs typeface="Trebuchet MS"/>
                        </a:rPr>
                        <a:t>Wireless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5">
                          <a:latin typeface="Trebuchet MS"/>
                          <a:cs typeface="Trebuchet MS"/>
                        </a:rPr>
                        <a:t>Communications:</a:t>
                      </a:r>
                      <a:r>
                        <a:rPr dirty="0" sz="1800" spc="-409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135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80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40">
                          <a:latin typeface="Trebuchet MS"/>
                          <a:cs typeface="Trebuchet MS"/>
                        </a:rPr>
                        <a:t>Survey"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219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359410">
                        <a:lnSpc>
                          <a:spcPct val="100899"/>
                        </a:lnSpc>
                        <a:spcBef>
                          <a:spcPts val="960"/>
                        </a:spcBef>
                      </a:pPr>
                      <a:r>
                        <a:rPr dirty="0" sz="1800" spc="-70">
                          <a:latin typeface="Trebuchet MS"/>
                          <a:cs typeface="Trebuchet MS"/>
                        </a:rPr>
                        <a:t>100-</a:t>
                      </a:r>
                      <a:r>
                        <a:rPr dirty="0" sz="1800" spc="-35">
                          <a:latin typeface="Trebuchet MS"/>
                          <a:cs typeface="Trebuchet MS"/>
                        </a:rPr>
                        <a:t>150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 GHz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dirty="0" sz="18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5">
                          <a:latin typeface="Trebuchet MS"/>
                          <a:cs typeface="Trebuchet MS"/>
                        </a:rPr>
                        <a:t>suitable</a:t>
                      </a:r>
                      <a:r>
                        <a:rPr dirty="0" sz="18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75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dirty="0" sz="18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85">
                          <a:latin typeface="Trebuchet MS"/>
                          <a:cs typeface="Trebuchet MS"/>
                        </a:rPr>
                        <a:t>smart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cities,</a:t>
                      </a:r>
                      <a:r>
                        <a:rPr dirty="0" sz="1800" spc="-2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0">
                          <a:latin typeface="Trebuchet MS"/>
                          <a:cs typeface="Trebuchet MS"/>
                        </a:rPr>
                        <a:t>but</a:t>
                      </a:r>
                      <a:r>
                        <a:rPr dirty="0" sz="180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85">
                          <a:latin typeface="Trebuchet MS"/>
                          <a:cs typeface="Trebuchet MS"/>
                        </a:rPr>
                        <a:t>interference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18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65">
                          <a:latin typeface="Trebuchet MS"/>
                          <a:cs typeface="Trebuchet MS"/>
                        </a:rPr>
                        <a:t>noise</a:t>
                      </a:r>
                      <a:r>
                        <a:rPr dirty="0" sz="18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5">
                          <a:latin typeface="Trebuchet MS"/>
                          <a:cs typeface="Trebuchet MS"/>
                        </a:rPr>
                        <a:t>must</a:t>
                      </a:r>
                      <a:r>
                        <a:rPr dirty="0" sz="180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5">
                          <a:latin typeface="Trebuchet MS"/>
                          <a:cs typeface="Trebuchet MS"/>
                        </a:rPr>
                        <a:t>be</a:t>
                      </a:r>
                      <a:r>
                        <a:rPr dirty="0" sz="180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4">
                          <a:latin typeface="Trebuchet MS"/>
                          <a:cs typeface="Trebuchet MS"/>
                        </a:rPr>
                        <a:t>minimized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35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dirty="0" sz="180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0">
                          <a:latin typeface="Trebuchet MS"/>
                          <a:cs typeface="Trebuchet MS"/>
                        </a:rPr>
                        <a:t>optimal</a:t>
                      </a:r>
                      <a:r>
                        <a:rPr dirty="0" sz="18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performance.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219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</a:tr>
              <a:tr h="1049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Trebuchet MS"/>
                          <a:cs typeface="Trebuchet MS"/>
                        </a:rPr>
                        <a:t>9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212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48920">
                        <a:lnSpc>
                          <a:spcPct val="100800"/>
                        </a:lnSpc>
                        <a:spcBef>
                          <a:spcPts val="1930"/>
                        </a:spcBef>
                      </a:pPr>
                      <a:r>
                        <a:rPr dirty="0" sz="1800" spc="-85">
                          <a:latin typeface="Trebuchet MS"/>
                          <a:cs typeface="Trebuchet MS"/>
                        </a:rPr>
                        <a:t>"Advanced</a:t>
                      </a:r>
                      <a:r>
                        <a:rPr dirty="0" sz="1800" spc="-1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Antennas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5">
                          <a:latin typeface="Trebuchet MS"/>
                          <a:cs typeface="Trebuchet MS"/>
                        </a:rPr>
                        <a:t>Propagation</a:t>
                      </a:r>
                      <a:r>
                        <a:rPr dirty="0" sz="1800" spc="-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for </a:t>
                      </a:r>
                      <a:r>
                        <a:rPr dirty="0" sz="1800" spc="-110">
                          <a:latin typeface="Trebuchet MS"/>
                          <a:cs typeface="Trebuchet MS"/>
                        </a:rPr>
                        <a:t>Terahertz</a:t>
                      </a:r>
                      <a:r>
                        <a:rPr dirty="0" sz="1800" spc="-3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35">
                          <a:latin typeface="Trebuchet MS"/>
                          <a:cs typeface="Trebuchet MS"/>
                        </a:rPr>
                        <a:t>Wireless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Systems"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2451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208279">
                        <a:lnSpc>
                          <a:spcPct val="100899"/>
                        </a:lnSpc>
                        <a:spcBef>
                          <a:spcPts val="845"/>
                        </a:spcBef>
                      </a:pPr>
                      <a:r>
                        <a:rPr dirty="0" sz="1800" spc="-70">
                          <a:latin typeface="Trebuchet MS"/>
                          <a:cs typeface="Trebuchet MS"/>
                        </a:rPr>
                        <a:t>150-</a:t>
                      </a:r>
                      <a:r>
                        <a:rPr dirty="0" sz="1800" spc="-35">
                          <a:latin typeface="Trebuchet MS"/>
                          <a:cs typeface="Trebuchet MS"/>
                        </a:rPr>
                        <a:t>200</a:t>
                      </a:r>
                      <a:r>
                        <a:rPr dirty="0" sz="180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GHz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offers</a:t>
                      </a:r>
                      <a:r>
                        <a:rPr dirty="0" sz="1800" spc="-8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5">
                          <a:latin typeface="Trebuchet MS"/>
                          <a:cs typeface="Trebuchet MS"/>
                        </a:rPr>
                        <a:t>high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speeds</a:t>
                      </a:r>
                      <a:r>
                        <a:rPr dirty="0" sz="180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4">
                          <a:latin typeface="Trebuchet MS"/>
                          <a:cs typeface="Trebuchet MS"/>
                        </a:rPr>
                        <a:t>but</a:t>
                      </a:r>
                      <a:r>
                        <a:rPr dirty="0" sz="1800" spc="-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85">
                          <a:latin typeface="Trebuchet MS"/>
                          <a:cs typeface="Trebuchet MS"/>
                        </a:rPr>
                        <a:t>requires</a:t>
                      </a:r>
                      <a:r>
                        <a:rPr dirty="0" sz="180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advanced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antenna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designs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 to </a:t>
                      </a:r>
                      <a:r>
                        <a:rPr dirty="0" sz="1800" spc="-95">
                          <a:latin typeface="Trebuchet MS"/>
                          <a:cs typeface="Trebuchet MS"/>
                        </a:rPr>
                        <a:t>overcome</a:t>
                      </a:r>
                      <a:r>
                        <a:rPr dirty="0" sz="18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5">
                          <a:latin typeface="Trebuchet MS"/>
                          <a:cs typeface="Trebuchet MS"/>
                        </a:rPr>
                        <a:t>severe</a:t>
                      </a:r>
                      <a:r>
                        <a:rPr dirty="0" sz="180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5">
                          <a:latin typeface="Trebuchet MS"/>
                          <a:cs typeface="Trebuchet MS"/>
                        </a:rPr>
                        <a:t>signal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5">
                          <a:latin typeface="Trebuchet MS"/>
                          <a:cs typeface="Trebuchet MS"/>
                        </a:rPr>
                        <a:t>attenuation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dirty="0" sz="1800" spc="-55">
                          <a:latin typeface="Trebuchet MS"/>
                          <a:cs typeface="Trebuchet MS"/>
                        </a:rPr>
                        <a:t>short-</a:t>
                      </a:r>
                      <a:r>
                        <a:rPr dirty="0" sz="1800" spc="-120">
                          <a:latin typeface="Trebuchet MS"/>
                          <a:cs typeface="Trebuchet MS"/>
                        </a:rPr>
                        <a:t>range</a:t>
                      </a:r>
                      <a:r>
                        <a:rPr dirty="0" sz="1800" spc="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40">
                          <a:latin typeface="Trebuchet MS"/>
                          <a:cs typeface="Trebuchet MS"/>
                        </a:rPr>
                        <a:t>limitations.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073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</a:tr>
              <a:tr h="1049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25">
                          <a:latin typeface="Trebuchet MS"/>
                          <a:cs typeface="Trebuchet MS"/>
                        </a:rPr>
                        <a:t>10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225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330200">
                        <a:lnSpc>
                          <a:spcPct val="100800"/>
                        </a:lnSpc>
                        <a:spcBef>
                          <a:spcPts val="1940"/>
                        </a:spcBef>
                      </a:pPr>
                      <a:r>
                        <a:rPr dirty="0" sz="1800" spc="-30">
                          <a:latin typeface="Trebuchet MS"/>
                          <a:cs typeface="Trebuchet MS"/>
                        </a:rPr>
                        <a:t>"Low-</a:t>
                      </a:r>
                      <a:r>
                        <a:rPr dirty="0" sz="1800" spc="-70">
                          <a:latin typeface="Trebuchet MS"/>
                          <a:cs typeface="Trebuchet MS"/>
                        </a:rPr>
                        <a:t>Power</a:t>
                      </a:r>
                      <a:r>
                        <a:rPr dirty="0" sz="1800" spc="-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75">
                          <a:latin typeface="Trebuchet MS"/>
                          <a:cs typeface="Trebuchet MS"/>
                        </a:rPr>
                        <a:t>Communication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dirty="0" sz="18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75">
                          <a:latin typeface="Trebuchet MS"/>
                          <a:cs typeface="Trebuchet MS"/>
                        </a:rPr>
                        <a:t>6G:</a:t>
                      </a:r>
                      <a:r>
                        <a:rPr dirty="0" sz="1800" spc="-409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The </a:t>
                      </a:r>
                      <a:r>
                        <a:rPr dirty="0" sz="1800" spc="-55">
                          <a:latin typeface="Trebuchet MS"/>
                          <a:cs typeface="Trebuchet MS"/>
                        </a:rPr>
                        <a:t>Role</a:t>
                      </a:r>
                      <a:r>
                        <a:rPr dirty="0" sz="180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5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180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65">
                          <a:latin typeface="Trebuchet MS"/>
                          <a:cs typeface="Trebuchet MS"/>
                        </a:rPr>
                        <a:t>10-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20 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MHz</a:t>
                      </a:r>
                      <a:r>
                        <a:rPr dirty="0" sz="18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Band"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2463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201295">
                        <a:lnSpc>
                          <a:spcPct val="100800"/>
                        </a:lnSpc>
                        <a:spcBef>
                          <a:spcPts val="860"/>
                        </a:spcBef>
                      </a:pPr>
                      <a:r>
                        <a:rPr dirty="0" sz="1800" spc="-75">
                          <a:latin typeface="Trebuchet MS"/>
                          <a:cs typeface="Trebuchet MS"/>
                        </a:rPr>
                        <a:t>10-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20</a:t>
                      </a:r>
                      <a:r>
                        <a:rPr dirty="0" sz="180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MHz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dirty="0" sz="180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45">
                          <a:latin typeface="Trebuchet MS"/>
                          <a:cs typeface="Trebuchet MS"/>
                        </a:rPr>
                        <a:t>ideal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75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long-</a:t>
                      </a:r>
                      <a:r>
                        <a:rPr dirty="0" sz="1800" spc="-120">
                          <a:latin typeface="Trebuchet MS"/>
                          <a:cs typeface="Trebuchet MS"/>
                        </a:rPr>
                        <a:t>range</a:t>
                      </a:r>
                      <a:r>
                        <a:rPr dirty="0" sz="18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IoT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5">
                          <a:latin typeface="Trebuchet MS"/>
                          <a:cs typeface="Trebuchet MS"/>
                        </a:rPr>
                        <a:t>communication</a:t>
                      </a:r>
                      <a:r>
                        <a:rPr dirty="0" sz="180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with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minimal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5">
                          <a:latin typeface="Trebuchet MS"/>
                          <a:cs typeface="Trebuchet MS"/>
                        </a:rPr>
                        <a:t>signal</a:t>
                      </a:r>
                      <a:r>
                        <a:rPr dirty="0" sz="180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loss,</a:t>
                      </a:r>
                      <a:r>
                        <a:rPr dirty="0" sz="1800" spc="-2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5">
                          <a:latin typeface="Trebuchet MS"/>
                          <a:cs typeface="Trebuchet MS"/>
                        </a:rPr>
                        <a:t>although</a:t>
                      </a:r>
                      <a:r>
                        <a:rPr dirty="0" sz="18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0">
                          <a:latin typeface="Trebuchet MS"/>
                          <a:cs typeface="Trebuchet MS"/>
                        </a:rPr>
                        <a:t>it</a:t>
                      </a:r>
                      <a:r>
                        <a:rPr dirty="0" sz="180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5">
                          <a:latin typeface="Trebuchet MS"/>
                          <a:cs typeface="Trebuchet MS"/>
                        </a:rPr>
                        <a:t>offers</a:t>
                      </a:r>
                      <a:r>
                        <a:rPr dirty="0" sz="180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65">
                          <a:latin typeface="Trebuchet MS"/>
                          <a:cs typeface="Trebuchet MS"/>
                        </a:rPr>
                        <a:t>slower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speeds 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compared</a:t>
                      </a:r>
                      <a:r>
                        <a:rPr dirty="0" sz="18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18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higher</a:t>
                      </a:r>
                      <a:r>
                        <a:rPr dirty="0" sz="1800" spc="-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40">
                          <a:latin typeface="Trebuchet MS"/>
                          <a:cs typeface="Trebuchet MS"/>
                        </a:rPr>
                        <a:t>frequencies.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092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88229" y="50799"/>
            <a:ext cx="1397000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-55" b="0">
                <a:latin typeface="Trebuchet MS"/>
                <a:cs typeface="Trebuchet MS"/>
              </a:rPr>
              <a:t>Theory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012" y="735012"/>
            <a:ext cx="10856595" cy="525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075" indent="-88900">
              <a:lnSpc>
                <a:spcPct val="100000"/>
              </a:lnSpc>
              <a:spcBef>
                <a:spcPts val="100"/>
              </a:spcBef>
              <a:buSzPct val="94444"/>
              <a:buFont typeface="Arial MT"/>
              <a:buChar char="•"/>
              <a:tabLst>
                <a:tab pos="92075" algn="l"/>
              </a:tabLst>
            </a:pPr>
            <a:r>
              <a:rPr dirty="0" sz="1800" b="1">
                <a:latin typeface="Arial"/>
                <a:cs typeface="Arial"/>
              </a:rPr>
              <a:t>50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GHz</a:t>
            </a:r>
            <a:r>
              <a:rPr dirty="0" sz="1800" spc="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to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100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GHz</a:t>
            </a:r>
            <a:r>
              <a:rPr dirty="0" sz="1800" spc="15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Band</a:t>
            </a:r>
            <a:r>
              <a:rPr dirty="0" sz="1800" spc="-2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lvl="1" marL="549275" indent="-88900">
              <a:lnSpc>
                <a:spcPct val="100000"/>
              </a:lnSpc>
              <a:spcBef>
                <a:spcPts val="20"/>
              </a:spcBef>
              <a:buSzPct val="94444"/>
              <a:buFont typeface="Arial MT"/>
              <a:buChar char="•"/>
              <a:tabLst>
                <a:tab pos="549275" algn="l"/>
              </a:tabLst>
            </a:pPr>
            <a:r>
              <a:rPr dirty="0" sz="1800" b="1">
                <a:latin typeface="Arial"/>
                <a:cs typeface="Arial"/>
              </a:rPr>
              <a:t>Benefits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Offers fast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data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rates and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low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latency.</a:t>
            </a:r>
            <a:endParaRPr sz="1800">
              <a:latin typeface="Arial MT"/>
              <a:cs typeface="Arial MT"/>
            </a:endParaRPr>
          </a:p>
          <a:p>
            <a:pPr lvl="1" marL="549275" indent="-88900">
              <a:lnSpc>
                <a:spcPct val="100000"/>
              </a:lnSpc>
              <a:spcBef>
                <a:spcPts val="15"/>
              </a:spcBef>
              <a:buSzPct val="94444"/>
              <a:buFont typeface="Arial MT"/>
              <a:buChar char="•"/>
              <a:tabLst>
                <a:tab pos="549275" algn="l"/>
              </a:tabLst>
            </a:pPr>
            <a:r>
              <a:rPr dirty="0" sz="1800" b="1">
                <a:latin typeface="Arial"/>
                <a:cs typeface="Arial"/>
              </a:rPr>
              <a:t>Applications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Great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VR,</a:t>
            </a:r>
            <a:r>
              <a:rPr dirty="0" sz="1800" spc="-11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AR,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URLLC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(Ultra-Reliable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Low-Latency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Communication).</a:t>
            </a:r>
            <a:endParaRPr sz="1800">
              <a:latin typeface="Arial MT"/>
              <a:cs typeface="Arial MT"/>
            </a:endParaRPr>
          </a:p>
          <a:p>
            <a:pPr lvl="1" marL="549275" indent="-88900">
              <a:lnSpc>
                <a:spcPct val="100000"/>
              </a:lnSpc>
              <a:spcBef>
                <a:spcPts val="20"/>
              </a:spcBef>
              <a:buSzPct val="94444"/>
              <a:buFont typeface="Arial MT"/>
              <a:buChar char="•"/>
              <a:tabLst>
                <a:tab pos="549275" algn="l"/>
              </a:tabLst>
            </a:pPr>
            <a:r>
              <a:rPr dirty="0" sz="1800" b="1">
                <a:latin typeface="Arial"/>
                <a:cs typeface="Arial"/>
              </a:rPr>
              <a:t>Challenges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Shorter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range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due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higher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signal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loss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need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line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sight.</a:t>
            </a:r>
            <a:endParaRPr sz="1800">
              <a:latin typeface="Arial MT"/>
              <a:cs typeface="Arial MT"/>
            </a:endParaRPr>
          </a:p>
          <a:p>
            <a:pPr marL="92075" indent="-88900">
              <a:lnSpc>
                <a:spcPts val="2130"/>
              </a:lnSpc>
              <a:spcBef>
                <a:spcPts val="15"/>
              </a:spcBef>
              <a:buSzPct val="94444"/>
              <a:buFont typeface="Arial MT"/>
              <a:buChar char="•"/>
              <a:tabLst>
                <a:tab pos="92075" algn="l"/>
              </a:tabLst>
            </a:pPr>
            <a:r>
              <a:rPr dirty="0" sz="1800" b="1">
                <a:latin typeface="Arial"/>
                <a:cs typeface="Arial"/>
              </a:rPr>
              <a:t>100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GHz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to</a:t>
            </a:r>
            <a:r>
              <a:rPr dirty="0" sz="1800" spc="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150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GHz</a:t>
            </a:r>
            <a:r>
              <a:rPr dirty="0" sz="1800" spc="10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Band</a:t>
            </a:r>
            <a:r>
              <a:rPr dirty="0" sz="1800" spc="-2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lvl="1" marL="549275" indent="-88900">
              <a:lnSpc>
                <a:spcPts val="2130"/>
              </a:lnSpc>
              <a:buSzPct val="94444"/>
              <a:buFont typeface="Arial MT"/>
              <a:buChar char="•"/>
              <a:tabLst>
                <a:tab pos="549275" algn="l"/>
              </a:tabLst>
            </a:pPr>
            <a:r>
              <a:rPr dirty="0" sz="1800" b="1">
                <a:latin typeface="Arial"/>
                <a:cs typeface="Arial"/>
              </a:rPr>
              <a:t>Benefits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Provides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even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faster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data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speeds.</a:t>
            </a:r>
            <a:endParaRPr sz="1800">
              <a:latin typeface="Arial MT"/>
              <a:cs typeface="Arial MT"/>
            </a:endParaRPr>
          </a:p>
          <a:p>
            <a:pPr lvl="1" marL="549275" indent="-88900">
              <a:lnSpc>
                <a:spcPct val="100000"/>
              </a:lnSpc>
              <a:spcBef>
                <a:spcPts val="20"/>
              </a:spcBef>
              <a:buSzPct val="94444"/>
              <a:buFont typeface="Arial MT"/>
              <a:buChar char="•"/>
              <a:tabLst>
                <a:tab pos="549275" algn="l"/>
              </a:tabLst>
            </a:pPr>
            <a:r>
              <a:rPr dirty="0" sz="1800" b="1">
                <a:latin typeface="Arial"/>
                <a:cs typeface="Arial"/>
              </a:rPr>
              <a:t>Applications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Ideal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smart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cities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advanced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IoT.</a:t>
            </a:r>
            <a:endParaRPr sz="1800">
              <a:latin typeface="Arial MT"/>
              <a:cs typeface="Arial MT"/>
            </a:endParaRPr>
          </a:p>
          <a:p>
            <a:pPr lvl="1" marL="549275" indent="-88900">
              <a:lnSpc>
                <a:spcPct val="100000"/>
              </a:lnSpc>
              <a:spcBef>
                <a:spcPts val="20"/>
              </a:spcBef>
              <a:buSzPct val="94444"/>
              <a:buFont typeface="Arial MT"/>
              <a:buChar char="•"/>
              <a:tabLst>
                <a:tab pos="549275" algn="l"/>
              </a:tabLst>
            </a:pPr>
            <a:r>
              <a:rPr dirty="0" sz="1800" b="1">
                <a:latin typeface="Arial"/>
                <a:cs typeface="Arial"/>
              </a:rPr>
              <a:t>Challenges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Best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short-</a:t>
            </a:r>
            <a:r>
              <a:rPr dirty="0" sz="1800">
                <a:latin typeface="Arial MT"/>
                <a:cs typeface="Arial MT"/>
              </a:rPr>
              <a:t>range,</a:t>
            </a:r>
            <a:r>
              <a:rPr dirty="0" sz="1800" spc="4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high-</a:t>
            </a:r>
            <a:r>
              <a:rPr dirty="0" sz="1800">
                <a:latin typeface="Arial MT"/>
                <a:cs typeface="Arial MT"/>
              </a:rPr>
              <a:t>capacity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uses,</a:t>
            </a:r>
            <a:r>
              <a:rPr dirty="0" sz="1800" spc="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higher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signal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loss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weather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sensitivity.</a:t>
            </a:r>
            <a:endParaRPr sz="1800">
              <a:latin typeface="Arial MT"/>
              <a:cs typeface="Arial MT"/>
            </a:endParaRPr>
          </a:p>
          <a:p>
            <a:pPr marL="92075" indent="-88900">
              <a:lnSpc>
                <a:spcPct val="100000"/>
              </a:lnSpc>
              <a:spcBef>
                <a:spcPts val="15"/>
              </a:spcBef>
              <a:buSzPct val="94444"/>
              <a:buFont typeface="Arial MT"/>
              <a:buChar char="•"/>
              <a:tabLst>
                <a:tab pos="92075" algn="l"/>
              </a:tabLst>
            </a:pPr>
            <a:r>
              <a:rPr dirty="0" sz="1800" b="1">
                <a:latin typeface="Arial"/>
                <a:cs typeface="Arial"/>
              </a:rPr>
              <a:t>150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GHz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to</a:t>
            </a:r>
            <a:r>
              <a:rPr dirty="0" sz="1800" spc="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200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GHz</a:t>
            </a:r>
            <a:r>
              <a:rPr dirty="0" sz="1800" spc="10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Band</a:t>
            </a:r>
            <a:r>
              <a:rPr dirty="0" sz="1800" spc="-2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lvl="1" marL="549275" indent="-88900">
              <a:lnSpc>
                <a:spcPts val="2130"/>
              </a:lnSpc>
              <a:spcBef>
                <a:spcPts val="20"/>
              </a:spcBef>
              <a:buSzPct val="94444"/>
              <a:buFont typeface="Arial MT"/>
              <a:buChar char="•"/>
              <a:tabLst>
                <a:tab pos="549275" algn="l"/>
              </a:tabLst>
            </a:pPr>
            <a:r>
              <a:rPr dirty="0" sz="1800" b="1">
                <a:latin typeface="Arial"/>
                <a:cs typeface="Arial"/>
              </a:rPr>
              <a:t>Benefits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achieve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data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speeds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terabits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per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second.</a:t>
            </a:r>
            <a:endParaRPr sz="1800">
              <a:latin typeface="Arial MT"/>
              <a:cs typeface="Arial MT"/>
            </a:endParaRPr>
          </a:p>
          <a:p>
            <a:pPr lvl="1" marL="549275" indent="-88900">
              <a:lnSpc>
                <a:spcPts val="2130"/>
              </a:lnSpc>
              <a:buSzPct val="94444"/>
              <a:buFont typeface="Arial MT"/>
              <a:buChar char="•"/>
              <a:tabLst>
                <a:tab pos="549275" algn="l"/>
              </a:tabLst>
            </a:pPr>
            <a:r>
              <a:rPr dirty="0" sz="1800" b="1">
                <a:latin typeface="Arial"/>
                <a:cs typeface="Arial"/>
              </a:rPr>
              <a:t>Applications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Perfect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 </a:t>
            </a:r>
            <a:r>
              <a:rPr dirty="0" sz="1800" spc="-10">
                <a:latin typeface="Arial MT"/>
                <a:cs typeface="Arial MT"/>
              </a:rPr>
              <a:t>high-</a:t>
            </a:r>
            <a:r>
              <a:rPr dirty="0" sz="1800">
                <a:latin typeface="Arial MT"/>
                <a:cs typeface="Arial MT"/>
              </a:rPr>
              <a:t>precision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technologies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like</a:t>
            </a:r>
            <a:r>
              <a:rPr dirty="0" sz="1800" spc="-1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AI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holography,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huge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data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transfers.</a:t>
            </a:r>
            <a:endParaRPr sz="1800">
              <a:latin typeface="Arial MT"/>
              <a:cs typeface="Arial MT"/>
            </a:endParaRPr>
          </a:p>
          <a:p>
            <a:pPr lvl="1" marL="549275" indent="-88900">
              <a:lnSpc>
                <a:spcPct val="100000"/>
              </a:lnSpc>
              <a:spcBef>
                <a:spcPts val="20"/>
              </a:spcBef>
              <a:buSzPct val="94444"/>
              <a:buFont typeface="Arial MT"/>
              <a:buChar char="•"/>
              <a:tabLst>
                <a:tab pos="549275" algn="l"/>
              </a:tabLst>
            </a:pPr>
            <a:r>
              <a:rPr dirty="0" sz="1800" b="1">
                <a:latin typeface="Arial"/>
                <a:cs typeface="Arial"/>
              </a:rPr>
              <a:t>Challenges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Requires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expensive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infrastructure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has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very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short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range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due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high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signal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loss.</a:t>
            </a:r>
            <a:endParaRPr sz="1800">
              <a:latin typeface="Arial MT"/>
              <a:cs typeface="Arial MT"/>
            </a:endParaRPr>
          </a:p>
          <a:p>
            <a:pPr marL="92075" indent="-88900">
              <a:lnSpc>
                <a:spcPct val="100000"/>
              </a:lnSpc>
              <a:spcBef>
                <a:spcPts val="15"/>
              </a:spcBef>
              <a:buSzPct val="94444"/>
              <a:buFont typeface="Arial MT"/>
              <a:buChar char="•"/>
              <a:tabLst>
                <a:tab pos="92075" algn="l"/>
              </a:tabLst>
            </a:pPr>
            <a:r>
              <a:rPr dirty="0" sz="1800" b="1">
                <a:latin typeface="Arial"/>
                <a:cs typeface="Arial"/>
              </a:rPr>
              <a:t>10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MHz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to</a:t>
            </a:r>
            <a:r>
              <a:rPr dirty="0" sz="1800" spc="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20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MHz</a:t>
            </a:r>
            <a:r>
              <a:rPr dirty="0" sz="1800" spc="15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Band</a:t>
            </a:r>
            <a:r>
              <a:rPr dirty="0" sz="1800" spc="-2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lvl="1" marL="549275" indent="-88900">
              <a:lnSpc>
                <a:spcPct val="100000"/>
              </a:lnSpc>
              <a:spcBef>
                <a:spcPts val="20"/>
              </a:spcBef>
              <a:buSzPct val="94444"/>
              <a:buFont typeface="Arial MT"/>
              <a:buChar char="•"/>
              <a:tabLst>
                <a:tab pos="549275" algn="l"/>
              </a:tabLst>
            </a:pPr>
            <a:r>
              <a:rPr dirty="0" sz="1800" b="1">
                <a:latin typeface="Arial"/>
                <a:cs typeface="Arial"/>
              </a:rPr>
              <a:t>Benefits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Provides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coverage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less signal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loss.</a:t>
            </a:r>
            <a:endParaRPr sz="1800">
              <a:latin typeface="Arial MT"/>
              <a:cs typeface="Arial MT"/>
            </a:endParaRPr>
          </a:p>
          <a:p>
            <a:pPr lvl="1" marL="549275" indent="-88900">
              <a:lnSpc>
                <a:spcPts val="2130"/>
              </a:lnSpc>
              <a:spcBef>
                <a:spcPts val="15"/>
              </a:spcBef>
              <a:buSzPct val="94444"/>
              <a:buFont typeface="Arial MT"/>
              <a:buChar char="•"/>
              <a:tabLst>
                <a:tab pos="549275" algn="l"/>
              </a:tabLst>
            </a:pPr>
            <a:r>
              <a:rPr dirty="0" sz="1800" b="1">
                <a:latin typeface="Arial"/>
                <a:cs typeface="Arial"/>
              </a:rPr>
              <a:t>Applications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Suitable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long-range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communication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IoT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devices.</a:t>
            </a:r>
            <a:endParaRPr sz="1800">
              <a:latin typeface="Arial MT"/>
              <a:cs typeface="Arial MT"/>
            </a:endParaRPr>
          </a:p>
          <a:p>
            <a:pPr lvl="1" marL="549275" indent="-88900">
              <a:lnSpc>
                <a:spcPts val="2130"/>
              </a:lnSpc>
              <a:buSzPct val="94444"/>
              <a:buFont typeface="Arial MT"/>
              <a:buChar char="•"/>
              <a:tabLst>
                <a:tab pos="549275" algn="l"/>
              </a:tabLst>
            </a:pPr>
            <a:r>
              <a:rPr dirty="0" sz="1800" b="1">
                <a:latin typeface="Arial"/>
                <a:cs typeface="Arial"/>
              </a:rPr>
              <a:t>Challenges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Slower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speeds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limited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bandwidth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due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current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mobile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networks.</a:t>
            </a:r>
            <a:endParaRPr sz="1800">
              <a:latin typeface="Arial MT"/>
              <a:cs typeface="Arial MT"/>
            </a:endParaRPr>
          </a:p>
          <a:p>
            <a:pPr marL="92075" indent="-88900">
              <a:lnSpc>
                <a:spcPct val="100000"/>
              </a:lnSpc>
              <a:spcBef>
                <a:spcPts val="20"/>
              </a:spcBef>
              <a:buSzPct val="94444"/>
              <a:buFont typeface="Arial MT"/>
              <a:buChar char="•"/>
              <a:tabLst>
                <a:tab pos="92075" algn="l"/>
              </a:tabLst>
            </a:pPr>
            <a:r>
              <a:rPr dirty="0" sz="1800" spc="-10" b="1">
                <a:latin typeface="Arial"/>
                <a:cs typeface="Arial"/>
              </a:rPr>
              <a:t>Summary</a:t>
            </a:r>
            <a:r>
              <a:rPr dirty="0" sz="1800" spc="-1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lvl="1" marL="549275" indent="-88900">
              <a:lnSpc>
                <a:spcPct val="100000"/>
              </a:lnSpc>
              <a:spcBef>
                <a:spcPts val="20"/>
              </a:spcBef>
              <a:buSzPct val="94444"/>
              <a:buFont typeface="Arial MT"/>
              <a:buChar char="•"/>
              <a:tabLst>
                <a:tab pos="549275" algn="l"/>
              </a:tabLst>
            </a:pPr>
            <a:r>
              <a:rPr dirty="0" sz="1800" b="1">
                <a:latin typeface="Arial"/>
                <a:cs typeface="Arial"/>
              </a:rPr>
              <a:t>Lower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frequencies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Better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coverage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but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slower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speeds.</a:t>
            </a:r>
            <a:endParaRPr sz="1800">
              <a:latin typeface="Arial MT"/>
              <a:cs typeface="Arial MT"/>
            </a:endParaRPr>
          </a:p>
          <a:p>
            <a:pPr lvl="1" marL="549275" indent="-88900">
              <a:lnSpc>
                <a:spcPct val="100000"/>
              </a:lnSpc>
              <a:spcBef>
                <a:spcPts val="15"/>
              </a:spcBef>
              <a:buSzPct val="94444"/>
              <a:buFont typeface="Arial MT"/>
              <a:buChar char="•"/>
              <a:tabLst>
                <a:tab pos="549275" algn="l"/>
              </a:tabLst>
            </a:pPr>
            <a:r>
              <a:rPr dirty="0" sz="1800" b="1">
                <a:latin typeface="Arial"/>
                <a:cs typeface="Arial"/>
              </a:rPr>
              <a:t>Higher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frequencies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Offer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faster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speeds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but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shorter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range.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75" y="419036"/>
            <a:ext cx="576262" cy="528637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0" y="449452"/>
          <a:ext cx="12268200" cy="5669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2685"/>
                <a:gridCol w="5339715"/>
                <a:gridCol w="4419600"/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Aspect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B71EF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4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5G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B71E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4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6G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B71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-10" b="1">
                          <a:latin typeface="Trebuchet MS"/>
                          <a:cs typeface="Trebuchet MS"/>
                        </a:rPr>
                        <a:t>Generation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-125">
                          <a:latin typeface="Trebuchet MS"/>
                          <a:cs typeface="Trebuchet MS"/>
                        </a:rPr>
                        <a:t>Fifth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70">
                          <a:latin typeface="Trebuchet MS"/>
                          <a:cs typeface="Trebuchet MS"/>
                        </a:rPr>
                        <a:t>Generation</a:t>
                      </a:r>
                      <a:r>
                        <a:rPr dirty="0" sz="180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(5G)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-75">
                          <a:latin typeface="Trebuchet MS"/>
                          <a:cs typeface="Trebuchet MS"/>
                        </a:rPr>
                        <a:t>Sixth</a:t>
                      </a:r>
                      <a:r>
                        <a:rPr dirty="0" sz="180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70">
                          <a:latin typeface="Trebuchet MS"/>
                          <a:cs typeface="Trebuchet MS"/>
                        </a:rPr>
                        <a:t>Generation</a:t>
                      </a:r>
                      <a:r>
                        <a:rPr dirty="0" sz="1800" spc="-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(6G)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100" b="1">
                          <a:latin typeface="Trebuchet MS"/>
                          <a:cs typeface="Trebuchet MS"/>
                        </a:rPr>
                        <a:t>When</a:t>
                      </a:r>
                      <a:r>
                        <a:rPr dirty="0" sz="1800" spc="-1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45" b="1">
                          <a:latin typeface="Trebuchet MS"/>
                          <a:cs typeface="Trebuchet MS"/>
                        </a:rPr>
                        <a:t>it</a:t>
                      </a:r>
                      <a:r>
                        <a:rPr dirty="0" sz="1800" spc="-22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 b="1">
                          <a:latin typeface="Trebuchet MS"/>
                          <a:cs typeface="Trebuchet MS"/>
                        </a:rPr>
                        <a:t>Arrived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95">
                          <a:latin typeface="Trebuchet MS"/>
                          <a:cs typeface="Trebuchet MS"/>
                        </a:rPr>
                        <a:t>Started</a:t>
                      </a:r>
                      <a:r>
                        <a:rPr dirty="0" sz="1800" spc="-85">
                          <a:latin typeface="Trebuchet MS"/>
                          <a:cs typeface="Trebuchet MS"/>
                        </a:rPr>
                        <a:t> rolling </a:t>
                      </a:r>
                      <a:r>
                        <a:rPr dirty="0" sz="1800" spc="-45">
                          <a:latin typeface="Trebuchet MS"/>
                          <a:cs typeface="Trebuchet MS"/>
                        </a:rPr>
                        <a:t>out</a:t>
                      </a:r>
                      <a:r>
                        <a:rPr dirty="0" sz="180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85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dirty="0" sz="1800" spc="-65">
                          <a:latin typeface="Trebuchet MS"/>
                          <a:cs typeface="Trebuchet MS"/>
                        </a:rPr>
                        <a:t> 2019-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2020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95">
                          <a:latin typeface="Trebuchet MS"/>
                          <a:cs typeface="Trebuchet MS"/>
                        </a:rPr>
                        <a:t>Expected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75">
                          <a:latin typeface="Trebuchet MS"/>
                          <a:cs typeface="Trebuchet MS"/>
                        </a:rPr>
                        <a:t>around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2030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 b="1">
                          <a:latin typeface="Trebuchet MS"/>
                          <a:cs typeface="Trebuchet MS"/>
                        </a:rPr>
                        <a:t>Speed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70">
                          <a:latin typeface="Trebuchet MS"/>
                          <a:cs typeface="Trebuchet MS"/>
                        </a:rPr>
                        <a:t>Super</a:t>
                      </a:r>
                      <a:r>
                        <a:rPr dirty="0" sz="180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80">
                          <a:latin typeface="Trebuchet MS"/>
                          <a:cs typeface="Trebuchet MS"/>
                        </a:rPr>
                        <a:t>fast,</a:t>
                      </a:r>
                      <a:r>
                        <a:rPr dirty="0" sz="1800" spc="-19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5">
                          <a:latin typeface="Trebuchet MS"/>
                          <a:cs typeface="Trebuchet MS"/>
                        </a:rPr>
                        <a:t>up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10</a:t>
                      </a:r>
                      <a:r>
                        <a:rPr dirty="0" sz="180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Gbps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14">
                          <a:latin typeface="Trebuchet MS"/>
                          <a:cs typeface="Trebuchet MS"/>
                        </a:rPr>
                        <a:t>Superfast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80">
                          <a:latin typeface="Trebuchet MS"/>
                          <a:cs typeface="Trebuchet MS"/>
                        </a:rPr>
                        <a:t>fast,</a:t>
                      </a:r>
                      <a:r>
                        <a:rPr dirty="0" sz="1800" spc="-17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up</a:t>
                      </a:r>
                      <a:r>
                        <a:rPr dirty="0" sz="180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5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1800" spc="-9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65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dirty="0" sz="1800" spc="-229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Tbps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</a:tr>
              <a:tr h="100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4EBFB"/>
                    </a:solidFill>
                  </a:tcPr>
                </a:tc>
              </a:tr>
              <a:tr h="512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dirty="0" sz="1800" b="1">
                          <a:latin typeface="Trebuchet MS"/>
                          <a:cs typeface="Trebuchet MS"/>
                        </a:rPr>
                        <a:t>Delay</a:t>
                      </a:r>
                      <a:r>
                        <a:rPr dirty="0" sz="1800" spc="-4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 b="1">
                          <a:latin typeface="Trebuchet MS"/>
                          <a:cs typeface="Trebuchet MS"/>
                        </a:rPr>
                        <a:t>(Latency)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622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675"/>
                        </a:lnSpc>
                      </a:pPr>
                      <a:r>
                        <a:rPr dirty="0" sz="1800" spc="-90">
                          <a:latin typeface="Trebuchet MS"/>
                          <a:cs typeface="Trebuchet MS"/>
                        </a:rPr>
                        <a:t>Very</a:t>
                      </a:r>
                      <a:r>
                        <a:rPr dirty="0" sz="18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50">
                          <a:latin typeface="Trebuchet MS"/>
                          <a:cs typeface="Trebuchet MS"/>
                        </a:rPr>
                        <a:t>low,</a:t>
                      </a:r>
                      <a:r>
                        <a:rPr dirty="0" sz="1800" spc="-18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95">
                          <a:latin typeface="Trebuchet MS"/>
                          <a:cs typeface="Trebuchet MS"/>
                        </a:rPr>
                        <a:t>~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 1ms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dirty="0" sz="1800" spc="-105">
                          <a:latin typeface="Trebuchet MS"/>
                          <a:cs typeface="Trebuchet MS"/>
                        </a:rPr>
                        <a:t>Even</a:t>
                      </a:r>
                      <a:r>
                        <a:rPr dirty="0" sz="180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80">
                          <a:latin typeface="Trebuchet MS"/>
                          <a:cs typeface="Trebuchet MS"/>
                        </a:rPr>
                        <a:t>lower(~0.1</a:t>
                      </a:r>
                      <a:r>
                        <a:rPr dirty="0" sz="180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ms)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622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800" spc="-10" b="1">
                          <a:latin typeface="Trebuchet MS"/>
                          <a:cs typeface="Trebuchet MS"/>
                        </a:rPr>
                        <a:t>Frequency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504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800" spc="-20">
                          <a:latin typeface="Trebuchet MS"/>
                          <a:cs typeface="Trebuchet MS"/>
                        </a:rPr>
                        <a:t>Approx</a:t>
                      </a:r>
                      <a:r>
                        <a:rPr dirty="0" sz="180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24–</a:t>
                      </a:r>
                      <a:r>
                        <a:rPr dirty="0" sz="1800" spc="-40">
                          <a:latin typeface="Trebuchet MS"/>
                          <a:cs typeface="Trebuchet MS"/>
                        </a:rPr>
                        <a:t>100</a:t>
                      </a:r>
                      <a:r>
                        <a:rPr dirty="0" sz="180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GHz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504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800" spc="-20">
                          <a:latin typeface="Trebuchet MS"/>
                          <a:cs typeface="Trebuchet MS"/>
                        </a:rPr>
                        <a:t>Approx</a:t>
                      </a:r>
                      <a:r>
                        <a:rPr dirty="0" sz="1800" spc="-10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40">
                          <a:latin typeface="Trebuchet MS"/>
                          <a:cs typeface="Trebuchet MS"/>
                        </a:rPr>
                        <a:t>100</a:t>
                      </a:r>
                      <a:r>
                        <a:rPr dirty="0" sz="18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95">
                          <a:latin typeface="Trebuchet MS"/>
                          <a:cs typeface="Trebuchet MS"/>
                        </a:rPr>
                        <a:t>GHz–</a:t>
                      </a:r>
                      <a:r>
                        <a:rPr dirty="0" sz="1800" spc="-65">
                          <a:latin typeface="Trebuchet MS"/>
                          <a:cs typeface="Trebuchet MS"/>
                        </a:rPr>
                        <a:t>10</a:t>
                      </a:r>
                      <a:r>
                        <a:rPr dirty="0" sz="1800" spc="-2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THz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800" spc="-10" b="1">
                          <a:latin typeface="Trebuchet MS"/>
                          <a:cs typeface="Trebuchet MS"/>
                        </a:rPr>
                        <a:t>Bandwidth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800" spc="-75">
                          <a:latin typeface="Trebuchet MS"/>
                          <a:cs typeface="Trebuchet MS"/>
                        </a:rPr>
                        <a:t>Moderate</a:t>
                      </a:r>
                      <a:r>
                        <a:rPr dirty="0" sz="180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(up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18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65">
                          <a:latin typeface="Trebuchet MS"/>
                          <a:cs typeface="Trebuchet MS"/>
                        </a:rPr>
                        <a:t>400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MHz)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800" spc="-100">
                          <a:latin typeface="Trebuchet MS"/>
                          <a:cs typeface="Trebuchet MS"/>
                        </a:rPr>
                        <a:t>Huge,</a:t>
                      </a:r>
                      <a:r>
                        <a:rPr dirty="0" sz="1800" spc="-2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0">
                          <a:latin typeface="Trebuchet MS"/>
                          <a:cs typeface="Trebuchet MS"/>
                        </a:rPr>
                        <a:t>several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0">
                          <a:latin typeface="Trebuchet MS"/>
                          <a:cs typeface="Trebuchet MS"/>
                        </a:rPr>
                        <a:t>times</a:t>
                      </a:r>
                      <a:r>
                        <a:rPr dirty="0" sz="180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80">
                          <a:latin typeface="Trebuchet MS"/>
                          <a:cs typeface="Trebuchet MS"/>
                        </a:rPr>
                        <a:t>broader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0">
                          <a:latin typeface="Trebuchet MS"/>
                          <a:cs typeface="Trebuchet MS"/>
                        </a:rPr>
                        <a:t>than</a:t>
                      </a:r>
                      <a:r>
                        <a:rPr dirty="0" sz="180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5G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800" b="1">
                          <a:latin typeface="Trebuchet MS"/>
                          <a:cs typeface="Trebuchet MS"/>
                        </a:rPr>
                        <a:t>Devices</a:t>
                      </a:r>
                      <a:r>
                        <a:rPr dirty="0" sz="1800" spc="-114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 b="1">
                          <a:latin typeface="Trebuchet MS"/>
                          <a:cs typeface="Trebuchet MS"/>
                        </a:rPr>
                        <a:t>Connected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800" spc="-80">
                          <a:latin typeface="Trebuchet MS"/>
                          <a:cs typeface="Trebuchet MS"/>
                        </a:rPr>
                        <a:t>Handles</a:t>
                      </a:r>
                      <a:r>
                        <a:rPr dirty="0" sz="18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65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dirty="0" sz="1800" spc="-7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million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0">
                          <a:latin typeface="Trebuchet MS"/>
                          <a:cs typeface="Trebuchet MS"/>
                        </a:rPr>
                        <a:t>devices</a:t>
                      </a:r>
                      <a:r>
                        <a:rPr dirty="0" sz="18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5">
                          <a:latin typeface="Trebuchet MS"/>
                          <a:cs typeface="Trebuchet MS"/>
                        </a:rPr>
                        <a:t>per</a:t>
                      </a:r>
                      <a:r>
                        <a:rPr dirty="0" sz="18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square</a:t>
                      </a:r>
                      <a:r>
                        <a:rPr dirty="0" sz="18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Km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800" spc="-50">
                          <a:latin typeface="Trebuchet MS"/>
                          <a:cs typeface="Trebuchet MS"/>
                        </a:rPr>
                        <a:t>Connect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10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million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0">
                          <a:latin typeface="Trebuchet MS"/>
                          <a:cs typeface="Trebuchet MS"/>
                        </a:rPr>
                        <a:t>devices</a:t>
                      </a:r>
                      <a:r>
                        <a:rPr dirty="0" sz="18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0">
                          <a:latin typeface="Trebuchet MS"/>
                          <a:cs typeface="Trebuchet MS"/>
                        </a:rPr>
                        <a:t>same</a:t>
                      </a:r>
                      <a:r>
                        <a:rPr dirty="0" sz="1800" spc="-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area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800" b="1">
                          <a:latin typeface="Trebuchet MS"/>
                          <a:cs typeface="Trebuchet MS"/>
                        </a:rPr>
                        <a:t>Energy</a:t>
                      </a:r>
                      <a:r>
                        <a:rPr dirty="0" sz="1800" spc="35" b="1">
                          <a:latin typeface="Trebuchet MS"/>
                          <a:cs typeface="Trebuchet MS"/>
                        </a:rPr>
                        <a:t> Use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800" spc="-95">
                          <a:latin typeface="Trebuchet MS"/>
                          <a:cs typeface="Trebuchet MS"/>
                        </a:rPr>
                        <a:t>Energy-</a:t>
                      </a:r>
                      <a:r>
                        <a:rPr dirty="0" sz="1800" spc="-150">
                          <a:latin typeface="Trebuchet MS"/>
                          <a:cs typeface="Trebuchet MS"/>
                        </a:rPr>
                        <a:t>efficient</a:t>
                      </a:r>
                      <a:r>
                        <a:rPr dirty="0" sz="1800" spc="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0">
                          <a:latin typeface="Trebuchet MS"/>
                          <a:cs typeface="Trebuchet MS"/>
                        </a:rPr>
                        <a:t>compared</a:t>
                      </a:r>
                      <a:r>
                        <a:rPr dirty="0" sz="180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5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180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4G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800" spc="-105">
                          <a:latin typeface="Trebuchet MS"/>
                          <a:cs typeface="Trebuchet MS"/>
                        </a:rPr>
                        <a:t>Even</a:t>
                      </a:r>
                      <a:r>
                        <a:rPr dirty="0" sz="180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5">
                          <a:latin typeface="Trebuchet MS"/>
                          <a:cs typeface="Trebuchet MS"/>
                        </a:rPr>
                        <a:t>greater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5">
                          <a:latin typeface="Trebuchet MS"/>
                          <a:cs typeface="Trebuchet MS"/>
                        </a:rPr>
                        <a:t>energy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efficiency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5">
                          <a:latin typeface="Trebuchet MS"/>
                          <a:cs typeface="Trebuchet MS"/>
                        </a:rPr>
                        <a:t>with</a:t>
                      </a:r>
                      <a:r>
                        <a:rPr dirty="0" sz="1800" spc="-2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>
                          <a:latin typeface="Trebuchet MS"/>
                          <a:cs typeface="Trebuchet MS"/>
                        </a:rPr>
                        <a:t>AI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dirty="0" sz="1800" b="1">
                          <a:latin typeface="Trebuchet MS"/>
                          <a:cs typeface="Trebuchet MS"/>
                        </a:rPr>
                        <a:t>Main</a:t>
                      </a:r>
                      <a:r>
                        <a:rPr dirty="0" sz="1800" spc="10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0" b="1">
                          <a:latin typeface="Trebuchet MS"/>
                          <a:cs typeface="Trebuchet MS"/>
                        </a:rPr>
                        <a:t>Uses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530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dirty="0" sz="1800" spc="-85">
                          <a:latin typeface="Trebuchet MS"/>
                          <a:cs typeface="Trebuchet MS"/>
                        </a:rPr>
                        <a:t>Smart</a:t>
                      </a:r>
                      <a:r>
                        <a:rPr dirty="0" sz="1800" spc="-7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cities,</a:t>
                      </a:r>
                      <a:r>
                        <a:rPr dirty="0" sz="1800" spc="-17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45">
                          <a:latin typeface="Trebuchet MS"/>
                          <a:cs typeface="Trebuchet MS"/>
                        </a:rPr>
                        <a:t>IoT,</a:t>
                      </a:r>
                      <a:r>
                        <a:rPr dirty="0" sz="1800" spc="-17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automation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530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dirty="0" sz="1800" spc="-80">
                          <a:latin typeface="Trebuchet MS"/>
                          <a:cs typeface="Trebuchet MS"/>
                        </a:rPr>
                        <a:t>Holograms,</a:t>
                      </a:r>
                      <a:r>
                        <a:rPr dirty="0" sz="1800" spc="-40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5">
                          <a:latin typeface="Trebuchet MS"/>
                          <a:cs typeface="Trebuchet MS"/>
                        </a:rPr>
                        <a:t>AR/VR,</a:t>
                      </a:r>
                      <a:r>
                        <a:rPr dirty="0" sz="1800" spc="-1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0">
                          <a:latin typeface="Trebuchet MS"/>
                          <a:cs typeface="Trebuchet MS"/>
                        </a:rPr>
                        <a:t>space</a:t>
                      </a:r>
                      <a:r>
                        <a:rPr dirty="0" sz="1800" spc="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networks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530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800" spc="85" b="1">
                          <a:latin typeface="Trebuchet MS"/>
                          <a:cs typeface="Trebuchet MS"/>
                        </a:rPr>
                        <a:t>Cool</a:t>
                      </a:r>
                      <a:r>
                        <a:rPr dirty="0" sz="1800" spc="-28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50" b="1">
                          <a:latin typeface="Trebuchet MS"/>
                          <a:cs typeface="Trebuchet MS"/>
                        </a:rPr>
                        <a:t>Tech</a:t>
                      </a:r>
                      <a:r>
                        <a:rPr dirty="0" sz="1800" spc="-4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b="1">
                          <a:latin typeface="Trebuchet MS"/>
                          <a:cs typeface="Trebuchet MS"/>
                        </a:rPr>
                        <a:t>Behind</a:t>
                      </a:r>
                      <a:r>
                        <a:rPr dirty="0" sz="1800" spc="-3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25" b="1">
                          <a:latin typeface="Trebuchet MS"/>
                          <a:cs typeface="Trebuchet MS"/>
                        </a:rPr>
                        <a:t>It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53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800" spc="-80">
                          <a:latin typeface="Trebuchet MS"/>
                          <a:cs typeface="Trebuchet MS"/>
                        </a:rPr>
                        <a:t>Massive</a:t>
                      </a:r>
                      <a:r>
                        <a:rPr dirty="0" sz="18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MIMO,</a:t>
                      </a:r>
                      <a:r>
                        <a:rPr dirty="0" sz="1800" spc="-18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0">
                          <a:latin typeface="Trebuchet MS"/>
                          <a:cs typeface="Trebuchet MS"/>
                        </a:rPr>
                        <a:t>Beamforming,</a:t>
                      </a:r>
                      <a:r>
                        <a:rPr dirty="0" sz="1800" spc="-18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Network</a:t>
                      </a:r>
                      <a:r>
                        <a:rPr dirty="0" sz="180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Slicing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53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800" spc="-95">
                          <a:latin typeface="Trebuchet MS"/>
                          <a:cs typeface="Trebuchet MS"/>
                        </a:rPr>
                        <a:t>Powered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0">
                          <a:latin typeface="Trebuchet MS"/>
                          <a:cs typeface="Trebuchet MS"/>
                        </a:rPr>
                        <a:t>by</a:t>
                      </a:r>
                      <a:r>
                        <a:rPr dirty="0" sz="1800" spc="-18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70">
                          <a:latin typeface="Trebuchet MS"/>
                          <a:cs typeface="Trebuchet MS"/>
                        </a:rPr>
                        <a:t>AI,</a:t>
                      </a:r>
                      <a:r>
                        <a:rPr dirty="0" sz="1800" spc="-2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14">
                          <a:latin typeface="Trebuchet MS"/>
                          <a:cs typeface="Trebuchet MS"/>
                        </a:rPr>
                        <a:t>quantum</a:t>
                      </a:r>
                      <a:r>
                        <a:rPr dirty="0" sz="18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communication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BFB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dirty="0" sz="1800" spc="-10" b="1">
                          <a:latin typeface="Trebuchet MS"/>
                          <a:cs typeface="Trebuchet MS"/>
                        </a:rPr>
                        <a:t>Security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67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dirty="0" sz="1800" spc="-125">
                          <a:latin typeface="Trebuchet MS"/>
                          <a:cs typeface="Trebuchet MS"/>
                        </a:rPr>
                        <a:t>Safer</a:t>
                      </a:r>
                      <a:r>
                        <a:rPr dirty="0" sz="180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than</a:t>
                      </a:r>
                      <a:r>
                        <a:rPr dirty="0" sz="1800" spc="-8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60">
                          <a:latin typeface="Trebuchet MS"/>
                          <a:cs typeface="Trebuchet MS"/>
                        </a:rPr>
                        <a:t>older</a:t>
                      </a:r>
                      <a:r>
                        <a:rPr dirty="0" sz="180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systems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67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800" spc="-75">
                          <a:latin typeface="Trebuchet MS"/>
                          <a:cs typeface="Trebuchet MS"/>
                        </a:rPr>
                        <a:t>Ultra-</a:t>
                      </a:r>
                      <a:r>
                        <a:rPr dirty="0" sz="1800" spc="-95">
                          <a:latin typeface="Trebuchet MS"/>
                          <a:cs typeface="Trebuchet MS"/>
                        </a:rPr>
                        <a:t>secure</a:t>
                      </a:r>
                      <a:r>
                        <a:rPr dirty="0" sz="18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80">
                          <a:latin typeface="Trebuchet MS"/>
                          <a:cs typeface="Trebuchet MS"/>
                        </a:rPr>
                        <a:t>with</a:t>
                      </a:r>
                      <a:r>
                        <a:rPr dirty="0" sz="180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5">
                          <a:latin typeface="Trebuchet MS"/>
                          <a:cs typeface="Trebuchet MS"/>
                        </a:rPr>
                        <a:t>quantum-</a:t>
                      </a:r>
                      <a:r>
                        <a:rPr dirty="0" sz="1800" spc="-60">
                          <a:latin typeface="Trebuchet MS"/>
                          <a:cs typeface="Trebuchet MS"/>
                        </a:rPr>
                        <a:t>proof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encryption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D4F8"/>
                    </a:solidFill>
                  </a:tcPr>
                </a:tc>
              </a:tr>
              <a:tr h="12509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088254" y="110172"/>
            <a:ext cx="200215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 b="1">
                <a:latin typeface="Arial"/>
                <a:cs typeface="Arial"/>
              </a:rPr>
              <a:t>Table-</a:t>
            </a:r>
            <a:r>
              <a:rPr dirty="0" sz="1800" b="1">
                <a:latin typeface="Arial"/>
                <a:cs typeface="Arial"/>
              </a:rPr>
              <a:t>1:</a:t>
            </a:r>
            <a:r>
              <a:rPr dirty="0" sz="1800" spc="30" b="1">
                <a:latin typeface="Arial"/>
                <a:cs typeface="Arial"/>
              </a:rPr>
              <a:t>  </a:t>
            </a:r>
            <a:r>
              <a:rPr dirty="0" sz="1800" b="1">
                <a:latin typeface="Arial"/>
                <a:cs typeface="Arial"/>
              </a:rPr>
              <a:t>5G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vs</a:t>
            </a:r>
            <a:r>
              <a:rPr dirty="0" sz="1800" spc="5" b="1">
                <a:latin typeface="Arial"/>
                <a:cs typeface="Arial"/>
              </a:rPr>
              <a:t> </a:t>
            </a:r>
            <a:r>
              <a:rPr dirty="0" sz="1800" spc="-25" b="1">
                <a:latin typeface="Arial"/>
                <a:cs typeface="Arial"/>
              </a:rPr>
              <a:t>6G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28511"/>
            <a:ext cx="6500876" cy="91916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50" b="0">
                <a:latin typeface="Trebuchet MS"/>
                <a:cs typeface="Trebuchet MS"/>
              </a:rPr>
              <a:t>Shannon</a:t>
            </a:r>
            <a:r>
              <a:rPr dirty="0" spc="-105" b="0">
                <a:latin typeface="Trebuchet MS"/>
                <a:cs typeface="Trebuchet MS"/>
              </a:rPr>
              <a:t> </a:t>
            </a:r>
            <a:r>
              <a:rPr dirty="0" spc="-200" b="0">
                <a:latin typeface="Trebuchet MS"/>
                <a:cs typeface="Trebuchet MS"/>
              </a:rPr>
              <a:t>Hartley’s</a:t>
            </a:r>
            <a:r>
              <a:rPr dirty="0" spc="-35" b="0">
                <a:latin typeface="Trebuchet MS"/>
                <a:cs typeface="Trebuchet MS"/>
              </a:rPr>
              <a:t> </a:t>
            </a:r>
            <a:r>
              <a:rPr dirty="0" spc="-135" b="0">
                <a:latin typeface="Trebuchet MS"/>
                <a:cs typeface="Trebuchet MS"/>
              </a:rPr>
              <a:t>Channel</a:t>
            </a:r>
            <a:r>
              <a:rPr dirty="0" spc="-20" b="0">
                <a:latin typeface="Trebuchet MS"/>
                <a:cs typeface="Trebuchet MS"/>
              </a:rPr>
              <a:t> </a:t>
            </a:r>
            <a:r>
              <a:rPr dirty="0" spc="-145" b="0">
                <a:latin typeface="Trebuchet MS"/>
                <a:cs typeface="Trebuchet MS"/>
              </a:rPr>
              <a:t>Capacity</a:t>
            </a:r>
          </a:p>
        </p:txBody>
      </p:sp>
      <p:sp>
        <p:nvSpPr>
          <p:cNvPr id="4" name="object 4"/>
          <p:cNvSpPr/>
          <p:nvPr/>
        </p:nvSpPr>
        <p:spPr>
          <a:xfrm>
            <a:off x="5506720" y="2137155"/>
            <a:ext cx="231775" cy="209550"/>
          </a:xfrm>
          <a:custGeom>
            <a:avLst/>
            <a:gdLst/>
            <a:ahLst/>
            <a:cxnLst/>
            <a:rect l="l" t="t" r="r" b="b"/>
            <a:pathLst>
              <a:path w="231775" h="209550">
                <a:moveTo>
                  <a:pt x="231775" y="9525"/>
                </a:moveTo>
                <a:lnTo>
                  <a:pt x="95250" y="9525"/>
                </a:lnTo>
                <a:lnTo>
                  <a:pt x="95250" y="0"/>
                </a:lnTo>
                <a:lnTo>
                  <a:pt x="0" y="0"/>
                </a:lnTo>
                <a:lnTo>
                  <a:pt x="0" y="209550"/>
                </a:lnTo>
                <a:lnTo>
                  <a:pt x="95250" y="209550"/>
                </a:lnTo>
                <a:lnTo>
                  <a:pt x="95250" y="161925"/>
                </a:lnTo>
                <a:lnTo>
                  <a:pt x="231775" y="161925"/>
                </a:lnTo>
                <a:lnTo>
                  <a:pt x="231775" y="952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011545" y="2137155"/>
            <a:ext cx="557530" cy="209550"/>
          </a:xfrm>
          <a:custGeom>
            <a:avLst/>
            <a:gdLst/>
            <a:ahLst/>
            <a:cxnLst/>
            <a:rect l="l" t="t" r="r" b="b"/>
            <a:pathLst>
              <a:path w="557529" h="209550">
                <a:moveTo>
                  <a:pt x="557149" y="0"/>
                </a:moveTo>
                <a:lnTo>
                  <a:pt x="461899" y="0"/>
                </a:lnTo>
                <a:lnTo>
                  <a:pt x="461899" y="9525"/>
                </a:lnTo>
                <a:lnTo>
                  <a:pt x="0" y="9525"/>
                </a:lnTo>
                <a:lnTo>
                  <a:pt x="0" y="161925"/>
                </a:lnTo>
                <a:lnTo>
                  <a:pt x="461899" y="161925"/>
                </a:lnTo>
                <a:lnTo>
                  <a:pt x="461899" y="209550"/>
                </a:lnTo>
                <a:lnTo>
                  <a:pt x="557149" y="209550"/>
                </a:lnTo>
                <a:lnTo>
                  <a:pt x="55714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24852" y="820737"/>
            <a:ext cx="7312659" cy="1130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Enhanced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Capacity</a:t>
            </a:r>
            <a:r>
              <a:rPr dirty="0" u="sng" sz="1800" spc="-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Metrics</a:t>
            </a:r>
            <a:r>
              <a:rPr dirty="0" u="sng" sz="1800" spc="-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sz="1800" spc="-50" b="1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Arial MT"/>
                <a:cs typeface="Arial MT"/>
              </a:rPr>
              <a:t>From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Shannon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Hartley’s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Theorem,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channel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capacity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may be given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as: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94453" y="2080005"/>
            <a:ext cx="298450" cy="26670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3175">
              <a:lnSpc>
                <a:spcPts val="2100"/>
              </a:lnSpc>
            </a:pPr>
            <a:r>
              <a:rPr dirty="0" sz="1800" spc="-45" b="1">
                <a:latin typeface="Arial"/>
                <a:cs typeface="Arial"/>
              </a:rPr>
              <a:t>C=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2903" y="2194305"/>
            <a:ext cx="165100" cy="15240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3175">
              <a:lnSpc>
                <a:spcPts val="1200"/>
              </a:lnSpc>
            </a:pPr>
            <a:r>
              <a:rPr dirty="0" sz="1800" spc="-50">
                <a:latin typeface="Cambria Math"/>
                <a:cs typeface="Cambria Math"/>
              </a:rPr>
              <a:t>𝐁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96103" y="2194305"/>
            <a:ext cx="123825" cy="15240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3810">
              <a:lnSpc>
                <a:spcPts val="1200"/>
              </a:lnSpc>
            </a:pPr>
            <a:r>
              <a:rPr dirty="0" sz="1800" spc="-50">
                <a:latin typeface="Cambria Math"/>
                <a:cs typeface="Cambria Math"/>
              </a:rPr>
              <a:t>∗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58028" y="2137155"/>
            <a:ext cx="342900" cy="20955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3810">
              <a:lnSpc>
                <a:spcPts val="1650"/>
              </a:lnSpc>
            </a:pPr>
            <a:r>
              <a:rPr dirty="0" sz="1800" spc="-25">
                <a:latin typeface="Cambria Math"/>
                <a:cs typeface="Cambria Math"/>
              </a:rPr>
              <a:t>𝐥𝐨𝐠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97246" y="2231389"/>
            <a:ext cx="113030" cy="11430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3810">
              <a:lnSpc>
                <a:spcPts val="900"/>
              </a:lnSpc>
            </a:pPr>
            <a:r>
              <a:rPr dirty="0" sz="1350" spc="-50">
                <a:latin typeface="Cambria Math"/>
                <a:cs typeface="Cambria Math"/>
              </a:rPr>
              <a:t>𝟐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89295" y="2137155"/>
            <a:ext cx="184150" cy="20955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3810">
              <a:lnSpc>
                <a:spcPts val="1650"/>
              </a:lnSpc>
            </a:pPr>
            <a:r>
              <a:rPr dirty="0" sz="1800" spc="-50"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06720" y="2060511"/>
            <a:ext cx="466661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">
              <a:lnSpc>
                <a:spcPct val="100000"/>
              </a:lnSpc>
              <a:spcBef>
                <a:spcPts val="100"/>
              </a:spcBef>
              <a:tabLst>
                <a:tab pos="509270" algn="l"/>
                <a:tab pos="1193800" algn="l"/>
              </a:tabLst>
            </a:pPr>
            <a:r>
              <a:rPr dirty="0" sz="1800" spc="-25">
                <a:latin typeface="Cambria Math"/>
                <a:cs typeface="Cambria Math"/>
              </a:rPr>
              <a:t>(𝟏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sz="1800" spc="-20">
                <a:latin typeface="Cambria Math"/>
                <a:cs typeface="Cambria Math"/>
              </a:rPr>
              <a:t>𝑺𝑵𝑹)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sz="1800" spc="-10">
                <a:latin typeface="Arial MT"/>
                <a:cs typeface="Arial MT"/>
              </a:rPr>
              <a:t>……………………………………[1]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4852" y="2335466"/>
            <a:ext cx="4833620" cy="8458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11200" marR="5080" indent="-699135">
              <a:lnSpc>
                <a:spcPct val="1495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Where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B: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Bandwidth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communication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channel </a:t>
            </a:r>
            <a:r>
              <a:rPr dirty="0" sz="1800">
                <a:latin typeface="Arial MT"/>
                <a:cs typeface="Arial MT"/>
              </a:rPr>
              <a:t>SNR: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Signal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Noise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Ratio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95575" y="9461"/>
            <a:ext cx="5177155" cy="919480"/>
            <a:chOff x="2695575" y="9461"/>
            <a:chExt cx="5177155" cy="9194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5575" y="9461"/>
              <a:ext cx="1262062" cy="91916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00425" y="9461"/>
              <a:ext cx="690562" cy="91916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33775" y="9461"/>
              <a:ext cx="4338701" cy="919162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951479" y="122872"/>
            <a:ext cx="4648200" cy="5175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5" b="0">
                <a:latin typeface="Trebuchet MS"/>
                <a:cs typeface="Trebuchet MS"/>
              </a:rPr>
              <a:t>SUB-</a:t>
            </a:r>
            <a:r>
              <a:rPr dirty="0" spc="65" b="0">
                <a:latin typeface="Trebuchet MS"/>
                <a:cs typeface="Trebuchet MS"/>
              </a:rPr>
              <a:t>TERA</a:t>
            </a:r>
            <a:r>
              <a:rPr dirty="0" spc="-90" b="0">
                <a:latin typeface="Trebuchet MS"/>
                <a:cs typeface="Trebuchet MS"/>
              </a:rPr>
              <a:t> </a:t>
            </a:r>
            <a:r>
              <a:rPr dirty="0" spc="60" b="0">
                <a:latin typeface="Trebuchet MS"/>
                <a:cs typeface="Trebuchet MS"/>
              </a:rPr>
              <a:t>HERTZ</a:t>
            </a:r>
            <a:r>
              <a:rPr dirty="0" spc="-100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SYSTEM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2017" y="994092"/>
            <a:ext cx="46520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SINR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this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6G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system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defined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as: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53228" y="1489392"/>
            <a:ext cx="19843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32407" sz="2700" spc="-15" b="1">
                <a:latin typeface="Arial"/>
                <a:cs typeface="Arial"/>
              </a:rPr>
              <a:t>S(y)=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28104" y="1623377"/>
            <a:ext cx="34829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 MT"/>
                <a:cs typeface="Arial MT"/>
              </a:rPr>
              <a:t>……………………………………[2]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18104" y="1601914"/>
            <a:ext cx="4076065" cy="865505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 algn="r" marR="44450">
              <a:lnSpc>
                <a:spcPct val="100000"/>
              </a:lnSpc>
              <a:spcBef>
                <a:spcPts val="1245"/>
              </a:spcBef>
            </a:pPr>
            <a:r>
              <a:rPr dirty="0" sz="1800" spc="-10" b="1">
                <a:latin typeface="Arial"/>
                <a:cs typeface="Arial"/>
              </a:rPr>
              <a:t>(N</a:t>
            </a:r>
            <a:r>
              <a:rPr dirty="0" sz="1200" spc="-10" b="1">
                <a:latin typeface="Arial"/>
                <a:cs typeface="Arial"/>
              </a:rPr>
              <a:t>0</a:t>
            </a:r>
            <a:r>
              <a:rPr dirty="0" sz="1800" spc="-10" b="1">
                <a:latin typeface="Arial"/>
                <a:cs typeface="Arial"/>
              </a:rPr>
              <a:t>W+I)L(y)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Spectral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efficiency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=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log2[1+s(y)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0894" y="2574353"/>
            <a:ext cx="3464560" cy="233426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1800" spc="-10">
                <a:latin typeface="Arial MT"/>
                <a:cs typeface="Arial MT"/>
              </a:rPr>
              <a:t>Where,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2130"/>
              </a:lnSpc>
              <a:spcBef>
                <a:spcPts val="470"/>
              </a:spcBef>
            </a:pPr>
            <a:r>
              <a:rPr dirty="0" sz="1800" b="1">
                <a:latin typeface="Arial"/>
                <a:cs typeface="Arial"/>
              </a:rPr>
              <a:t>S(y):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SINR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 user </a:t>
            </a:r>
            <a:r>
              <a:rPr dirty="0" sz="1800" spc="-50">
                <a:latin typeface="Arial MT"/>
                <a:cs typeface="Arial MT"/>
              </a:rPr>
              <a:t>y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2130"/>
              </a:lnSpc>
            </a:pPr>
            <a:r>
              <a:rPr dirty="0" sz="1800" b="1">
                <a:latin typeface="Arial"/>
                <a:cs typeface="Arial"/>
              </a:rPr>
              <a:t>P</a:t>
            </a:r>
            <a:r>
              <a:rPr dirty="0" sz="1200" b="1">
                <a:latin typeface="Arial"/>
                <a:cs typeface="Arial"/>
              </a:rPr>
              <a:t>A</a:t>
            </a:r>
            <a:r>
              <a:rPr dirty="0" sz="1800" b="1">
                <a:latin typeface="Arial"/>
                <a:cs typeface="Arial"/>
              </a:rPr>
              <a:t>: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spc="-10">
                <a:latin typeface="Arial MT"/>
                <a:cs typeface="Arial MT"/>
              </a:rPr>
              <a:t>Transmitted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Power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800" b="1">
                <a:latin typeface="Arial"/>
                <a:cs typeface="Arial"/>
              </a:rPr>
              <a:t>G</a:t>
            </a:r>
            <a:r>
              <a:rPr dirty="0" sz="1200" b="1">
                <a:latin typeface="Arial"/>
                <a:cs typeface="Arial"/>
              </a:rPr>
              <a:t>A</a:t>
            </a:r>
            <a:r>
              <a:rPr dirty="0" sz="1800" b="1">
                <a:latin typeface="Arial"/>
                <a:cs typeface="Arial"/>
              </a:rPr>
              <a:t>: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Antenna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Gain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at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Base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Station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800" b="1">
                <a:latin typeface="Arial"/>
                <a:cs typeface="Arial"/>
              </a:rPr>
              <a:t>G</a:t>
            </a:r>
            <a:r>
              <a:rPr dirty="0" sz="1200" b="1">
                <a:latin typeface="Arial"/>
                <a:cs typeface="Arial"/>
              </a:rPr>
              <a:t>U</a:t>
            </a:r>
            <a:r>
              <a:rPr dirty="0" sz="1800" b="1">
                <a:latin typeface="Arial"/>
                <a:cs typeface="Arial"/>
              </a:rPr>
              <a:t>: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Antenna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Gain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at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user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end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800" b="1">
                <a:latin typeface="Arial"/>
                <a:cs typeface="Arial"/>
              </a:rPr>
              <a:t>S</a:t>
            </a:r>
            <a:r>
              <a:rPr dirty="0" sz="1200" b="1">
                <a:latin typeface="Arial"/>
                <a:cs typeface="Arial"/>
              </a:rPr>
              <a:t>F</a:t>
            </a:r>
            <a:r>
              <a:rPr dirty="0" sz="1800" b="1">
                <a:latin typeface="Arial"/>
                <a:cs typeface="Arial"/>
              </a:rPr>
              <a:t>: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Shadow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fading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2130"/>
              </a:lnSpc>
              <a:spcBef>
                <a:spcPts val="20"/>
              </a:spcBef>
            </a:pPr>
            <a:r>
              <a:rPr dirty="0" sz="1800" b="1">
                <a:latin typeface="Arial"/>
                <a:cs typeface="Arial"/>
              </a:rPr>
              <a:t>U</a:t>
            </a:r>
            <a:r>
              <a:rPr dirty="0" sz="1200" b="1">
                <a:latin typeface="Arial"/>
                <a:cs typeface="Arial"/>
              </a:rPr>
              <a:t>F</a:t>
            </a:r>
            <a:r>
              <a:rPr dirty="0" sz="1800" b="1">
                <a:latin typeface="Arial"/>
                <a:cs typeface="Arial"/>
              </a:rPr>
              <a:t>: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User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fraction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2130"/>
              </a:lnSpc>
            </a:pPr>
            <a:r>
              <a:rPr dirty="0" sz="1800" b="1">
                <a:latin typeface="Arial"/>
                <a:cs typeface="Arial"/>
              </a:rPr>
              <a:t>N</a:t>
            </a:r>
            <a:r>
              <a:rPr dirty="0" sz="1200" b="1">
                <a:latin typeface="Arial"/>
                <a:cs typeface="Arial"/>
              </a:rPr>
              <a:t>0</a:t>
            </a:r>
            <a:r>
              <a:rPr dirty="0" sz="1800" b="1">
                <a:latin typeface="Arial"/>
                <a:cs typeface="Arial"/>
              </a:rPr>
              <a:t>: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Noise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power spectral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density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77229" y="3101022"/>
            <a:ext cx="2941320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W: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Bandwidth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channel</a:t>
            </a:r>
            <a:endParaRPr sz="1800"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  <a:spcBef>
                <a:spcPts val="20"/>
              </a:spcBef>
            </a:pPr>
            <a:r>
              <a:rPr dirty="0" sz="1800" b="1">
                <a:latin typeface="Arial"/>
                <a:cs typeface="Arial"/>
              </a:rPr>
              <a:t>I: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 spc="-10">
                <a:latin typeface="Arial MT"/>
                <a:cs typeface="Arial MT"/>
              </a:rPr>
              <a:t>Interference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800" b="1">
                <a:latin typeface="Arial"/>
                <a:cs typeface="Arial"/>
              </a:rPr>
              <a:t>L(y):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Channel</a:t>
            </a:r>
            <a:r>
              <a:rPr dirty="0" sz="1800" spc="-20">
                <a:latin typeface="Arial MT"/>
                <a:cs typeface="Arial MT"/>
              </a:rPr>
              <a:t> loss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26375" y="239966"/>
            <a:ext cx="29260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5">
                <a:latin typeface="Trebuchet MS"/>
                <a:cs typeface="Trebuchet MS"/>
              </a:rPr>
              <a:t>(Freq</a:t>
            </a:r>
            <a:r>
              <a:rPr dirty="0" sz="1800" spc="-90">
                <a:latin typeface="Trebuchet MS"/>
                <a:cs typeface="Trebuchet MS"/>
              </a:rPr>
              <a:t> </a:t>
            </a:r>
            <a:r>
              <a:rPr dirty="0" sz="1800" spc="-65">
                <a:latin typeface="Trebuchet MS"/>
                <a:cs typeface="Trebuchet MS"/>
              </a:rPr>
              <a:t>Range=</a:t>
            </a:r>
            <a:r>
              <a:rPr dirty="0" sz="1800" spc="-90">
                <a:latin typeface="Trebuchet MS"/>
                <a:cs typeface="Trebuchet MS"/>
              </a:rPr>
              <a:t> </a:t>
            </a:r>
            <a:r>
              <a:rPr dirty="0" sz="1800" spc="-35">
                <a:latin typeface="Trebuchet MS"/>
                <a:cs typeface="Trebuchet MS"/>
              </a:rPr>
              <a:t>100</a:t>
            </a:r>
            <a:r>
              <a:rPr dirty="0" sz="1800" spc="-10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114">
                <a:latin typeface="Trebuchet MS"/>
                <a:cs typeface="Trebuchet MS"/>
              </a:rPr>
              <a:t> </a:t>
            </a:r>
            <a:r>
              <a:rPr dirty="0" sz="1800" spc="-35">
                <a:latin typeface="Trebuchet MS"/>
                <a:cs typeface="Trebuchet MS"/>
              </a:rPr>
              <a:t>300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GHz)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14169" y="336867"/>
            <a:ext cx="7566659" cy="5778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686435">
              <a:lnSpc>
                <a:spcPts val="2280"/>
              </a:lnSpc>
              <a:spcBef>
                <a:spcPts val="125"/>
              </a:spcBef>
            </a:pPr>
            <a:r>
              <a:rPr dirty="0" u="sng" sz="2000">
                <a:uFill>
                  <a:solidFill>
                    <a:srgbClr val="000000"/>
                  </a:solidFill>
                </a:uFill>
              </a:rPr>
              <a:t>SPECTRAL</a:t>
            </a:r>
            <a:r>
              <a:rPr dirty="0" u="sng" sz="2000" spc="-10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2000">
                <a:uFill>
                  <a:solidFill>
                    <a:srgbClr val="000000"/>
                  </a:solidFill>
                </a:uFill>
              </a:rPr>
              <a:t>EFFICIENCY</a:t>
            </a:r>
            <a:r>
              <a:rPr dirty="0" u="sng" sz="2000" spc="-7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2000">
                <a:uFill>
                  <a:solidFill>
                    <a:srgbClr val="000000"/>
                  </a:solidFill>
                </a:uFill>
              </a:rPr>
              <a:t>FOR</a:t>
            </a:r>
            <a:r>
              <a:rPr dirty="0" u="sng" sz="2000" spc="-10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2000">
                <a:uFill>
                  <a:solidFill>
                    <a:srgbClr val="000000"/>
                  </a:solidFill>
                </a:uFill>
              </a:rPr>
              <a:t>DIFFERENT</a:t>
            </a:r>
            <a:r>
              <a:rPr dirty="0" u="sng" sz="2000" spc="-35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2000" spc="-10">
                <a:uFill>
                  <a:solidFill>
                    <a:srgbClr val="000000"/>
                  </a:solidFill>
                </a:uFill>
              </a:rPr>
              <a:t>BANDWIDTHS</a:t>
            </a:r>
            <a:endParaRPr sz="2000"/>
          </a:p>
          <a:p>
            <a:pPr marL="12700">
              <a:lnSpc>
                <a:spcPts val="2039"/>
              </a:lnSpc>
            </a:pPr>
            <a:r>
              <a:rPr dirty="0" sz="1800" spc="-10">
                <a:latin typeface="Trebuchet MS"/>
                <a:cs typeface="Trebuchet MS"/>
              </a:rPr>
              <a:t>Figure:1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63" y="6122987"/>
            <a:ext cx="12187555" cy="12700"/>
          </a:xfrm>
          <a:custGeom>
            <a:avLst/>
            <a:gdLst/>
            <a:ahLst/>
            <a:cxnLst/>
            <a:rect l="l" t="t" r="r" b="b"/>
            <a:pathLst>
              <a:path w="12187555" h="12700">
                <a:moveTo>
                  <a:pt x="12187236" y="0"/>
                </a:moveTo>
                <a:lnTo>
                  <a:pt x="0" y="0"/>
                </a:lnTo>
                <a:lnTo>
                  <a:pt x="0" y="12700"/>
                </a:lnTo>
                <a:lnTo>
                  <a:pt x="12187236" y="12700"/>
                </a:lnTo>
                <a:lnTo>
                  <a:pt x="12187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607185" y="1156398"/>
            <a:ext cx="7870190" cy="29254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51300"/>
              </a:lnSpc>
              <a:spcBef>
                <a:spcPts val="135"/>
              </a:spcBef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Fig.</a:t>
            </a:r>
            <a:r>
              <a:rPr dirty="0" u="sng" sz="1800" spc="-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1: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Figure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shows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 constant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Scaling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Factors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constant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User </a:t>
            </a:r>
            <a:r>
              <a:rPr dirty="0" sz="1800" spc="-10">
                <a:latin typeface="Times New Roman"/>
                <a:cs typeface="Times New Roman"/>
              </a:rPr>
              <a:t>Fraction, </a:t>
            </a:r>
            <a:r>
              <a:rPr dirty="0" sz="1800">
                <a:latin typeface="Times New Roman"/>
                <a:cs typeface="Times New Roman"/>
              </a:rPr>
              <a:t>if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increases Band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Width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Spectral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efficiency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decreases,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here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lower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have </a:t>
            </a:r>
            <a:r>
              <a:rPr dirty="0" sz="1800">
                <a:latin typeface="Times New Roman"/>
                <a:cs typeface="Times New Roman"/>
              </a:rPr>
              <a:t>highest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BW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i.e.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20MHz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but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spectral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efficiency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compared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10MHz.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 marR="44450">
              <a:lnSpc>
                <a:spcPct val="151300"/>
              </a:lnSpc>
            </a:pP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other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hand,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constant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Band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Width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 constant</a:t>
            </a:r>
            <a:r>
              <a:rPr dirty="0" sz="1800" spc="4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Fraction,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if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we </a:t>
            </a:r>
            <a:r>
              <a:rPr dirty="0" sz="1800" spc="-10">
                <a:latin typeface="Times New Roman"/>
                <a:cs typeface="Times New Roman"/>
              </a:rPr>
              <a:t>increase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Scaling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Factors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Spectral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Efficiency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(R)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increases,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here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yellow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line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more </a:t>
            </a:r>
            <a:r>
              <a:rPr dirty="0" sz="1800">
                <a:latin typeface="Times New Roman"/>
                <a:cs typeface="Times New Roman"/>
              </a:rPr>
              <a:t>Spectral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Efficiency(R).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342" y="474731"/>
            <a:ext cx="0" cy="5195570"/>
          </a:xfrm>
          <a:custGeom>
            <a:avLst/>
            <a:gdLst/>
            <a:ahLst/>
            <a:cxnLst/>
            <a:rect l="l" t="t" r="r" b="b"/>
            <a:pathLst>
              <a:path w="0" h="5195570">
                <a:moveTo>
                  <a:pt x="0" y="5195497"/>
                </a:moveTo>
                <a:lnTo>
                  <a:pt x="0" y="0"/>
                </a:lnTo>
              </a:path>
            </a:pathLst>
          </a:custGeom>
          <a:ln w="6308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80828" y="474731"/>
            <a:ext cx="0" cy="5195570"/>
          </a:xfrm>
          <a:custGeom>
            <a:avLst/>
            <a:gdLst/>
            <a:ahLst/>
            <a:cxnLst/>
            <a:rect l="l" t="t" r="r" b="b"/>
            <a:pathLst>
              <a:path w="0" h="5195570">
                <a:moveTo>
                  <a:pt x="0" y="5195497"/>
                </a:moveTo>
                <a:lnTo>
                  <a:pt x="0" y="0"/>
                </a:lnTo>
              </a:path>
            </a:pathLst>
          </a:custGeom>
          <a:ln w="6308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07314" y="1995525"/>
            <a:ext cx="0" cy="3674745"/>
          </a:xfrm>
          <a:custGeom>
            <a:avLst/>
            <a:gdLst/>
            <a:ahLst/>
            <a:cxnLst/>
            <a:rect l="l" t="t" r="r" b="b"/>
            <a:pathLst>
              <a:path w="0" h="3674745">
                <a:moveTo>
                  <a:pt x="0" y="0"/>
                </a:moveTo>
                <a:lnTo>
                  <a:pt x="0" y="3674702"/>
                </a:lnTo>
              </a:path>
            </a:pathLst>
          </a:custGeom>
          <a:ln w="6308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07314" y="474731"/>
            <a:ext cx="0" cy="935990"/>
          </a:xfrm>
          <a:custGeom>
            <a:avLst/>
            <a:gdLst/>
            <a:ahLst/>
            <a:cxnLst/>
            <a:rect l="l" t="t" r="r" b="b"/>
            <a:pathLst>
              <a:path w="0" h="935990">
                <a:moveTo>
                  <a:pt x="0" y="0"/>
                </a:moveTo>
                <a:lnTo>
                  <a:pt x="0" y="935873"/>
                </a:lnTo>
              </a:path>
            </a:pathLst>
          </a:custGeom>
          <a:ln w="6308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33800" y="1995525"/>
            <a:ext cx="0" cy="3674745"/>
          </a:xfrm>
          <a:custGeom>
            <a:avLst/>
            <a:gdLst/>
            <a:ahLst/>
            <a:cxnLst/>
            <a:rect l="l" t="t" r="r" b="b"/>
            <a:pathLst>
              <a:path w="0" h="3674745">
                <a:moveTo>
                  <a:pt x="0" y="0"/>
                </a:moveTo>
                <a:lnTo>
                  <a:pt x="0" y="3674702"/>
                </a:lnTo>
              </a:path>
            </a:pathLst>
          </a:custGeom>
          <a:ln w="6308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33800" y="474731"/>
            <a:ext cx="0" cy="935990"/>
          </a:xfrm>
          <a:custGeom>
            <a:avLst/>
            <a:gdLst/>
            <a:ahLst/>
            <a:cxnLst/>
            <a:rect l="l" t="t" r="r" b="b"/>
            <a:pathLst>
              <a:path w="0" h="935990">
                <a:moveTo>
                  <a:pt x="0" y="0"/>
                </a:moveTo>
                <a:lnTo>
                  <a:pt x="0" y="935873"/>
                </a:lnTo>
              </a:path>
            </a:pathLst>
          </a:custGeom>
          <a:ln w="6308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960286" y="474731"/>
            <a:ext cx="0" cy="5195570"/>
          </a:xfrm>
          <a:custGeom>
            <a:avLst/>
            <a:gdLst/>
            <a:ahLst/>
            <a:cxnLst/>
            <a:rect l="l" t="t" r="r" b="b"/>
            <a:pathLst>
              <a:path w="0" h="5195570">
                <a:moveTo>
                  <a:pt x="0" y="5195497"/>
                </a:moveTo>
                <a:lnTo>
                  <a:pt x="0" y="0"/>
                </a:lnTo>
              </a:path>
            </a:pathLst>
          </a:custGeom>
          <a:ln w="6308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086772" y="474731"/>
            <a:ext cx="0" cy="5195570"/>
          </a:xfrm>
          <a:custGeom>
            <a:avLst/>
            <a:gdLst/>
            <a:ahLst/>
            <a:cxnLst/>
            <a:rect l="l" t="t" r="r" b="b"/>
            <a:pathLst>
              <a:path w="0" h="5195570">
                <a:moveTo>
                  <a:pt x="0" y="5195497"/>
                </a:moveTo>
                <a:lnTo>
                  <a:pt x="0" y="0"/>
                </a:lnTo>
              </a:path>
            </a:pathLst>
          </a:custGeom>
          <a:ln w="6308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213258" y="474731"/>
            <a:ext cx="0" cy="5195570"/>
          </a:xfrm>
          <a:custGeom>
            <a:avLst/>
            <a:gdLst/>
            <a:ahLst/>
            <a:cxnLst/>
            <a:rect l="l" t="t" r="r" b="b"/>
            <a:pathLst>
              <a:path w="0" h="5195570">
                <a:moveTo>
                  <a:pt x="0" y="5195497"/>
                </a:moveTo>
                <a:lnTo>
                  <a:pt x="0" y="0"/>
                </a:lnTo>
              </a:path>
            </a:pathLst>
          </a:custGeom>
          <a:ln w="6308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339743" y="474731"/>
            <a:ext cx="0" cy="5195570"/>
          </a:xfrm>
          <a:custGeom>
            <a:avLst/>
            <a:gdLst/>
            <a:ahLst/>
            <a:cxnLst/>
            <a:rect l="l" t="t" r="r" b="b"/>
            <a:pathLst>
              <a:path w="0" h="5195570">
                <a:moveTo>
                  <a:pt x="0" y="5195497"/>
                </a:moveTo>
                <a:lnTo>
                  <a:pt x="0" y="0"/>
                </a:lnTo>
              </a:path>
            </a:pathLst>
          </a:custGeom>
          <a:ln w="6308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466229" y="474731"/>
            <a:ext cx="0" cy="5195570"/>
          </a:xfrm>
          <a:custGeom>
            <a:avLst/>
            <a:gdLst/>
            <a:ahLst/>
            <a:cxnLst/>
            <a:rect l="l" t="t" r="r" b="b"/>
            <a:pathLst>
              <a:path w="0" h="5195570">
                <a:moveTo>
                  <a:pt x="0" y="5195497"/>
                </a:moveTo>
                <a:lnTo>
                  <a:pt x="0" y="0"/>
                </a:lnTo>
              </a:path>
            </a:pathLst>
          </a:custGeom>
          <a:ln w="6308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592716" y="474731"/>
            <a:ext cx="0" cy="5195570"/>
          </a:xfrm>
          <a:custGeom>
            <a:avLst/>
            <a:gdLst/>
            <a:ahLst/>
            <a:cxnLst/>
            <a:rect l="l" t="t" r="r" b="b"/>
            <a:pathLst>
              <a:path w="0" h="5195570">
                <a:moveTo>
                  <a:pt x="0" y="5195497"/>
                </a:moveTo>
                <a:lnTo>
                  <a:pt x="0" y="0"/>
                </a:lnTo>
              </a:path>
            </a:pathLst>
          </a:custGeom>
          <a:ln w="6308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" name="object 14"/>
          <p:cNvGrpSpPr/>
          <p:nvPr/>
        </p:nvGrpSpPr>
        <p:grpSpPr>
          <a:xfrm>
            <a:off x="451188" y="471863"/>
            <a:ext cx="11271250" cy="5201285"/>
            <a:chOff x="451188" y="471863"/>
            <a:chExt cx="11271250" cy="5201285"/>
          </a:xfrm>
        </p:grpSpPr>
        <p:sp>
          <p:nvSpPr>
            <p:cNvPr id="15" name="object 15"/>
            <p:cNvSpPr/>
            <p:nvPr/>
          </p:nvSpPr>
          <p:spPr>
            <a:xfrm>
              <a:off x="454342" y="474731"/>
              <a:ext cx="11264900" cy="5195570"/>
            </a:xfrm>
            <a:custGeom>
              <a:avLst/>
              <a:gdLst/>
              <a:ahLst/>
              <a:cxnLst/>
              <a:rect l="l" t="t" r="r" b="b"/>
              <a:pathLst>
                <a:path w="11264900" h="5195570">
                  <a:moveTo>
                    <a:pt x="11264859" y="5195497"/>
                  </a:moveTo>
                  <a:lnTo>
                    <a:pt x="11264859" y="0"/>
                  </a:lnTo>
                </a:path>
                <a:path w="11264900" h="5195570">
                  <a:moveTo>
                    <a:pt x="11264859" y="5195497"/>
                  </a:moveTo>
                  <a:lnTo>
                    <a:pt x="0" y="5195497"/>
                  </a:lnTo>
                </a:path>
                <a:path w="11264900" h="5195570">
                  <a:moveTo>
                    <a:pt x="11264859" y="4675926"/>
                  </a:moveTo>
                  <a:lnTo>
                    <a:pt x="0" y="4675926"/>
                  </a:lnTo>
                </a:path>
                <a:path w="11264900" h="5195570">
                  <a:moveTo>
                    <a:pt x="11264859" y="4156379"/>
                  </a:moveTo>
                  <a:lnTo>
                    <a:pt x="0" y="4156379"/>
                  </a:lnTo>
                </a:path>
                <a:path w="11264900" h="5195570">
                  <a:moveTo>
                    <a:pt x="11264859" y="3636831"/>
                  </a:moveTo>
                  <a:lnTo>
                    <a:pt x="0" y="3636831"/>
                  </a:lnTo>
                </a:path>
                <a:path w="11264900" h="5195570">
                  <a:moveTo>
                    <a:pt x="11264859" y="3117284"/>
                  </a:moveTo>
                  <a:lnTo>
                    <a:pt x="0" y="3117284"/>
                  </a:lnTo>
                </a:path>
                <a:path w="11264900" h="5195570">
                  <a:moveTo>
                    <a:pt x="11264859" y="2597737"/>
                  </a:moveTo>
                  <a:lnTo>
                    <a:pt x="0" y="2597737"/>
                  </a:lnTo>
                </a:path>
                <a:path w="11264900" h="5195570">
                  <a:moveTo>
                    <a:pt x="11264859" y="2078189"/>
                  </a:moveTo>
                  <a:lnTo>
                    <a:pt x="0" y="2078189"/>
                  </a:lnTo>
                </a:path>
                <a:path w="11264900" h="5195570">
                  <a:moveTo>
                    <a:pt x="11264859" y="1558642"/>
                  </a:moveTo>
                  <a:lnTo>
                    <a:pt x="0" y="1558642"/>
                  </a:lnTo>
                </a:path>
              </a:pathLst>
            </a:custGeom>
            <a:ln w="6021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54342" y="1513825"/>
              <a:ext cx="11264900" cy="0"/>
            </a:xfrm>
            <a:custGeom>
              <a:avLst/>
              <a:gdLst/>
              <a:ahLst/>
              <a:cxnLst/>
              <a:rect l="l" t="t" r="r" b="b"/>
              <a:pathLst>
                <a:path w="11264900" h="0">
                  <a:moveTo>
                    <a:pt x="0" y="0"/>
                  </a:moveTo>
                  <a:lnTo>
                    <a:pt x="2165154" y="0"/>
                  </a:lnTo>
                </a:path>
                <a:path w="11264900" h="0">
                  <a:moveTo>
                    <a:pt x="4004778" y="0"/>
                  </a:moveTo>
                  <a:lnTo>
                    <a:pt x="11264859" y="0"/>
                  </a:lnTo>
                </a:path>
              </a:pathLst>
            </a:custGeom>
            <a:ln w="5734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54342" y="474731"/>
              <a:ext cx="11264900" cy="520065"/>
            </a:xfrm>
            <a:custGeom>
              <a:avLst/>
              <a:gdLst/>
              <a:ahLst/>
              <a:cxnLst/>
              <a:rect l="l" t="t" r="r" b="b"/>
              <a:pathLst>
                <a:path w="11264900" h="520065">
                  <a:moveTo>
                    <a:pt x="11264859" y="519547"/>
                  </a:moveTo>
                  <a:lnTo>
                    <a:pt x="0" y="519547"/>
                  </a:lnTo>
                </a:path>
                <a:path w="11264900" h="520065">
                  <a:moveTo>
                    <a:pt x="11264859" y="0"/>
                  </a:moveTo>
                  <a:lnTo>
                    <a:pt x="0" y="0"/>
                  </a:lnTo>
                </a:path>
              </a:pathLst>
            </a:custGeom>
            <a:ln w="6021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51180" y="5564962"/>
              <a:ext cx="11271250" cy="108585"/>
            </a:xfrm>
            <a:custGeom>
              <a:avLst/>
              <a:gdLst/>
              <a:ahLst/>
              <a:cxnLst/>
              <a:rect l="l" t="t" r="r" b="b"/>
              <a:pathLst>
                <a:path w="11271250" h="108585">
                  <a:moveTo>
                    <a:pt x="11271174" y="0"/>
                  </a:moveTo>
                  <a:lnTo>
                    <a:pt x="11264862" y="0"/>
                  </a:lnTo>
                  <a:lnTo>
                    <a:pt x="11264862" y="102387"/>
                  </a:lnTo>
                  <a:lnTo>
                    <a:pt x="10144684" y="102387"/>
                  </a:lnTo>
                  <a:lnTo>
                    <a:pt x="10144684" y="0"/>
                  </a:lnTo>
                  <a:lnTo>
                    <a:pt x="10138372" y="0"/>
                  </a:lnTo>
                  <a:lnTo>
                    <a:pt x="10138372" y="102387"/>
                  </a:lnTo>
                  <a:lnTo>
                    <a:pt x="9018194" y="102387"/>
                  </a:lnTo>
                  <a:lnTo>
                    <a:pt x="9018194" y="0"/>
                  </a:lnTo>
                  <a:lnTo>
                    <a:pt x="9011895" y="0"/>
                  </a:lnTo>
                  <a:lnTo>
                    <a:pt x="9011895" y="102387"/>
                  </a:lnTo>
                  <a:lnTo>
                    <a:pt x="7891716" y="102387"/>
                  </a:lnTo>
                  <a:lnTo>
                    <a:pt x="7891716" y="0"/>
                  </a:lnTo>
                  <a:lnTo>
                    <a:pt x="7885404" y="0"/>
                  </a:lnTo>
                  <a:lnTo>
                    <a:pt x="7885404" y="102387"/>
                  </a:lnTo>
                  <a:lnTo>
                    <a:pt x="6765226" y="102387"/>
                  </a:lnTo>
                  <a:lnTo>
                    <a:pt x="6765226" y="0"/>
                  </a:lnTo>
                  <a:lnTo>
                    <a:pt x="6758914" y="0"/>
                  </a:lnTo>
                  <a:lnTo>
                    <a:pt x="6758914" y="102387"/>
                  </a:lnTo>
                  <a:lnTo>
                    <a:pt x="5638736" y="102387"/>
                  </a:lnTo>
                  <a:lnTo>
                    <a:pt x="5638736" y="0"/>
                  </a:lnTo>
                  <a:lnTo>
                    <a:pt x="5632437" y="0"/>
                  </a:lnTo>
                  <a:lnTo>
                    <a:pt x="5632437" y="102387"/>
                  </a:lnTo>
                  <a:lnTo>
                    <a:pt x="4512259" y="102387"/>
                  </a:lnTo>
                  <a:lnTo>
                    <a:pt x="4512259" y="0"/>
                  </a:lnTo>
                  <a:lnTo>
                    <a:pt x="4505947" y="0"/>
                  </a:lnTo>
                  <a:lnTo>
                    <a:pt x="4505947" y="102387"/>
                  </a:lnTo>
                  <a:lnTo>
                    <a:pt x="3385769" y="102387"/>
                  </a:lnTo>
                  <a:lnTo>
                    <a:pt x="3385769" y="0"/>
                  </a:lnTo>
                  <a:lnTo>
                    <a:pt x="3379457" y="0"/>
                  </a:lnTo>
                  <a:lnTo>
                    <a:pt x="3379457" y="102387"/>
                  </a:lnTo>
                  <a:lnTo>
                    <a:pt x="2259279" y="102387"/>
                  </a:lnTo>
                  <a:lnTo>
                    <a:pt x="2259279" y="0"/>
                  </a:lnTo>
                  <a:lnTo>
                    <a:pt x="2252967" y="0"/>
                  </a:lnTo>
                  <a:lnTo>
                    <a:pt x="2252967" y="102387"/>
                  </a:lnTo>
                  <a:lnTo>
                    <a:pt x="1132801" y="102387"/>
                  </a:lnTo>
                  <a:lnTo>
                    <a:pt x="1132801" y="0"/>
                  </a:lnTo>
                  <a:lnTo>
                    <a:pt x="1126490" y="0"/>
                  </a:lnTo>
                  <a:lnTo>
                    <a:pt x="1126490" y="102387"/>
                  </a:lnTo>
                  <a:lnTo>
                    <a:pt x="6311" y="102387"/>
                  </a:lnTo>
                  <a:lnTo>
                    <a:pt x="6311" y="0"/>
                  </a:lnTo>
                  <a:lnTo>
                    <a:pt x="0" y="0"/>
                  </a:lnTo>
                  <a:lnTo>
                    <a:pt x="0" y="105257"/>
                  </a:lnTo>
                  <a:lnTo>
                    <a:pt x="3162" y="105257"/>
                  </a:lnTo>
                  <a:lnTo>
                    <a:pt x="3162" y="108127"/>
                  </a:lnTo>
                  <a:lnTo>
                    <a:pt x="11271174" y="108127"/>
                  </a:lnTo>
                  <a:lnTo>
                    <a:pt x="11271174" y="105257"/>
                  </a:lnTo>
                  <a:lnTo>
                    <a:pt x="11271174" y="102387"/>
                  </a:lnTo>
                  <a:lnTo>
                    <a:pt x="11271174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/>
          <p:nvPr/>
        </p:nvSpPr>
        <p:spPr>
          <a:xfrm>
            <a:off x="421537" y="5750029"/>
            <a:ext cx="57785" cy="81915"/>
          </a:xfrm>
          <a:custGeom>
            <a:avLst/>
            <a:gdLst/>
            <a:ahLst/>
            <a:cxnLst/>
            <a:rect l="l" t="t" r="r" b="b"/>
            <a:pathLst>
              <a:path w="57784" h="81914">
                <a:moveTo>
                  <a:pt x="33310" y="0"/>
                </a:moveTo>
                <a:lnTo>
                  <a:pt x="22206" y="0"/>
                </a:lnTo>
                <a:lnTo>
                  <a:pt x="16907" y="1559"/>
                </a:lnTo>
                <a:lnTo>
                  <a:pt x="8579" y="7787"/>
                </a:lnTo>
                <a:lnTo>
                  <a:pt x="5299" y="12225"/>
                </a:lnTo>
                <a:lnTo>
                  <a:pt x="3280" y="17960"/>
                </a:lnTo>
                <a:lnTo>
                  <a:pt x="1135" y="23706"/>
                </a:lnTo>
                <a:lnTo>
                  <a:pt x="0" y="31299"/>
                </a:lnTo>
                <a:lnTo>
                  <a:pt x="0" y="40715"/>
                </a:lnTo>
                <a:lnTo>
                  <a:pt x="468" y="49710"/>
                </a:lnTo>
                <a:lnTo>
                  <a:pt x="544" y="51164"/>
                </a:lnTo>
                <a:lnTo>
                  <a:pt x="20187" y="81384"/>
                </a:lnTo>
                <a:lnTo>
                  <a:pt x="35076" y="81384"/>
                </a:lnTo>
                <a:lnTo>
                  <a:pt x="40375" y="79824"/>
                </a:lnTo>
                <a:lnTo>
                  <a:pt x="48703" y="73550"/>
                </a:lnTo>
                <a:lnTo>
                  <a:pt x="48850" y="73344"/>
                </a:lnTo>
                <a:lnTo>
                  <a:pt x="23720" y="73344"/>
                </a:lnTo>
                <a:lnTo>
                  <a:pt x="19557" y="71176"/>
                </a:lnTo>
                <a:lnTo>
                  <a:pt x="11103" y="40715"/>
                </a:lnTo>
                <a:lnTo>
                  <a:pt x="11411" y="32812"/>
                </a:lnTo>
                <a:lnTo>
                  <a:pt x="11508" y="31299"/>
                </a:lnTo>
                <a:lnTo>
                  <a:pt x="12484" y="24337"/>
                </a:lnTo>
                <a:lnTo>
                  <a:pt x="12507" y="24173"/>
                </a:lnTo>
                <a:lnTo>
                  <a:pt x="14125" y="18625"/>
                </a:lnTo>
                <a:lnTo>
                  <a:pt x="14243" y="18219"/>
                </a:lnTo>
                <a:lnTo>
                  <a:pt x="16655" y="13808"/>
                </a:lnTo>
                <a:lnTo>
                  <a:pt x="19539" y="10023"/>
                </a:lnTo>
                <a:lnTo>
                  <a:pt x="23594" y="8097"/>
                </a:lnTo>
                <a:lnTo>
                  <a:pt x="48415" y="8097"/>
                </a:lnTo>
                <a:lnTo>
                  <a:pt x="47441" y="6778"/>
                </a:lnTo>
                <a:lnTo>
                  <a:pt x="44539" y="4300"/>
                </a:lnTo>
                <a:lnTo>
                  <a:pt x="37473" y="860"/>
                </a:lnTo>
                <a:lnTo>
                  <a:pt x="33310" y="0"/>
                </a:lnTo>
                <a:close/>
              </a:path>
              <a:path w="57784" h="81914">
                <a:moveTo>
                  <a:pt x="48415" y="8097"/>
                </a:moveTo>
                <a:lnTo>
                  <a:pt x="33562" y="8097"/>
                </a:lnTo>
                <a:lnTo>
                  <a:pt x="37726" y="10253"/>
                </a:lnTo>
                <a:lnTo>
                  <a:pt x="41132" y="14565"/>
                </a:lnTo>
                <a:lnTo>
                  <a:pt x="46179" y="40715"/>
                </a:lnTo>
                <a:lnTo>
                  <a:pt x="45849" y="49710"/>
                </a:lnTo>
                <a:lnTo>
                  <a:pt x="33562" y="73344"/>
                </a:lnTo>
                <a:lnTo>
                  <a:pt x="48850" y="73344"/>
                </a:lnTo>
                <a:lnTo>
                  <a:pt x="51857" y="69112"/>
                </a:lnTo>
                <a:lnTo>
                  <a:pt x="56147" y="57620"/>
                </a:lnTo>
                <a:lnTo>
                  <a:pt x="57157" y="50073"/>
                </a:lnTo>
                <a:lnTo>
                  <a:pt x="57045" y="31700"/>
                </a:lnTo>
                <a:lnTo>
                  <a:pt x="49838" y="10023"/>
                </a:lnTo>
                <a:lnTo>
                  <a:pt x="48415" y="8097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029" y="5750029"/>
            <a:ext cx="145731" cy="8138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21515" y="5750029"/>
            <a:ext cx="161755" cy="8138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48001" y="5750029"/>
            <a:ext cx="162765" cy="8144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74487" y="5750029"/>
            <a:ext cx="162386" cy="8138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00973" y="5750029"/>
            <a:ext cx="163395" cy="8138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27459" y="5750029"/>
            <a:ext cx="162638" cy="8138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53945" y="5750029"/>
            <a:ext cx="162765" cy="8138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380431" y="5750029"/>
            <a:ext cx="162891" cy="8138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506917" y="5750029"/>
            <a:ext cx="162891" cy="81384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11694724" y="5750029"/>
            <a:ext cx="32384" cy="80645"/>
          </a:xfrm>
          <a:custGeom>
            <a:avLst/>
            <a:gdLst/>
            <a:ahLst/>
            <a:cxnLst/>
            <a:rect l="l" t="t" r="r" b="b"/>
            <a:pathLst>
              <a:path w="32384" h="80645">
                <a:moveTo>
                  <a:pt x="32300" y="0"/>
                </a:moveTo>
                <a:lnTo>
                  <a:pt x="25361" y="0"/>
                </a:lnTo>
                <a:lnTo>
                  <a:pt x="23468" y="3440"/>
                </a:lnTo>
                <a:lnTo>
                  <a:pt x="20187" y="6996"/>
                </a:lnTo>
                <a:lnTo>
                  <a:pt x="11229" y="14313"/>
                </a:lnTo>
                <a:lnTo>
                  <a:pt x="5930" y="17432"/>
                </a:lnTo>
                <a:lnTo>
                  <a:pt x="0" y="20002"/>
                </a:lnTo>
                <a:lnTo>
                  <a:pt x="0" y="29463"/>
                </a:lnTo>
                <a:lnTo>
                  <a:pt x="21449" y="17662"/>
                </a:lnTo>
                <a:lnTo>
                  <a:pt x="21449" y="80030"/>
                </a:lnTo>
                <a:lnTo>
                  <a:pt x="32300" y="80030"/>
                </a:lnTo>
                <a:lnTo>
                  <a:pt x="3230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" name="object 30"/>
          <p:cNvGrpSpPr/>
          <p:nvPr/>
        </p:nvGrpSpPr>
        <p:grpSpPr>
          <a:xfrm>
            <a:off x="5234337" y="5943936"/>
            <a:ext cx="156845" cy="150495"/>
            <a:chOff x="5234337" y="5943936"/>
            <a:chExt cx="156845" cy="150495"/>
          </a:xfrm>
        </p:grpSpPr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34337" y="5943936"/>
              <a:ext cx="75830" cy="8917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338557" y="6024070"/>
              <a:ext cx="52705" cy="70485"/>
            </a:xfrm>
            <a:custGeom>
              <a:avLst/>
              <a:gdLst/>
              <a:ahLst/>
              <a:cxnLst/>
              <a:rect l="l" t="t" r="r" b="b"/>
              <a:pathLst>
                <a:path w="52704" h="70485">
                  <a:moveTo>
                    <a:pt x="52110" y="0"/>
                  </a:moveTo>
                  <a:lnTo>
                    <a:pt x="0" y="0"/>
                  </a:lnTo>
                  <a:lnTo>
                    <a:pt x="0" y="70133"/>
                  </a:lnTo>
                  <a:lnTo>
                    <a:pt x="10220" y="70133"/>
                  </a:lnTo>
                  <a:lnTo>
                    <a:pt x="10220" y="38272"/>
                  </a:lnTo>
                  <a:lnTo>
                    <a:pt x="46432" y="38272"/>
                  </a:lnTo>
                  <a:lnTo>
                    <a:pt x="46432" y="29991"/>
                  </a:lnTo>
                  <a:lnTo>
                    <a:pt x="10220" y="29991"/>
                  </a:lnTo>
                  <a:lnTo>
                    <a:pt x="10220" y="8269"/>
                  </a:lnTo>
                  <a:lnTo>
                    <a:pt x="52110" y="8269"/>
                  </a:lnTo>
                  <a:lnTo>
                    <a:pt x="52110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3" name="object 3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443913" y="5899918"/>
            <a:ext cx="1492896" cy="157469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451180" y="471868"/>
            <a:ext cx="119380" cy="5201285"/>
          </a:xfrm>
          <a:custGeom>
            <a:avLst/>
            <a:gdLst/>
            <a:ahLst/>
            <a:cxnLst/>
            <a:rect l="l" t="t" r="r" b="b"/>
            <a:pathLst>
              <a:path w="119379" h="5201285">
                <a:moveTo>
                  <a:pt x="118960" y="0"/>
                </a:moveTo>
                <a:lnTo>
                  <a:pt x="3162" y="0"/>
                </a:lnTo>
                <a:lnTo>
                  <a:pt x="0" y="12"/>
                </a:lnTo>
                <a:lnTo>
                  <a:pt x="0" y="5198351"/>
                </a:lnTo>
                <a:lnTo>
                  <a:pt x="3162" y="5198351"/>
                </a:lnTo>
                <a:lnTo>
                  <a:pt x="3162" y="5201221"/>
                </a:lnTo>
                <a:lnTo>
                  <a:pt x="118960" y="5201221"/>
                </a:lnTo>
                <a:lnTo>
                  <a:pt x="118960" y="5195481"/>
                </a:lnTo>
                <a:lnTo>
                  <a:pt x="6311" y="5195481"/>
                </a:lnTo>
                <a:lnTo>
                  <a:pt x="6311" y="4681664"/>
                </a:lnTo>
                <a:lnTo>
                  <a:pt x="118960" y="4681664"/>
                </a:lnTo>
                <a:lnTo>
                  <a:pt x="118960" y="4675924"/>
                </a:lnTo>
                <a:lnTo>
                  <a:pt x="6311" y="4675924"/>
                </a:lnTo>
                <a:lnTo>
                  <a:pt x="6311" y="4162120"/>
                </a:lnTo>
                <a:lnTo>
                  <a:pt x="118960" y="4162120"/>
                </a:lnTo>
                <a:lnTo>
                  <a:pt x="118960" y="4156379"/>
                </a:lnTo>
                <a:lnTo>
                  <a:pt x="6311" y="4156379"/>
                </a:lnTo>
                <a:lnTo>
                  <a:pt x="6311" y="3642563"/>
                </a:lnTo>
                <a:lnTo>
                  <a:pt x="118960" y="3642563"/>
                </a:lnTo>
                <a:lnTo>
                  <a:pt x="118960" y="3636835"/>
                </a:lnTo>
                <a:lnTo>
                  <a:pt x="6311" y="3636835"/>
                </a:lnTo>
                <a:lnTo>
                  <a:pt x="6311" y="3123019"/>
                </a:lnTo>
                <a:lnTo>
                  <a:pt x="118960" y="3123019"/>
                </a:lnTo>
                <a:lnTo>
                  <a:pt x="118960" y="3117291"/>
                </a:lnTo>
                <a:lnTo>
                  <a:pt x="6311" y="3117291"/>
                </a:lnTo>
                <a:lnTo>
                  <a:pt x="6311" y="2603474"/>
                </a:lnTo>
                <a:lnTo>
                  <a:pt x="118960" y="2603474"/>
                </a:lnTo>
                <a:lnTo>
                  <a:pt x="118960" y="2597734"/>
                </a:lnTo>
                <a:lnTo>
                  <a:pt x="6311" y="2597734"/>
                </a:lnTo>
                <a:lnTo>
                  <a:pt x="6311" y="2083930"/>
                </a:lnTo>
                <a:lnTo>
                  <a:pt x="118960" y="2083930"/>
                </a:lnTo>
                <a:lnTo>
                  <a:pt x="118960" y="2078189"/>
                </a:lnTo>
                <a:lnTo>
                  <a:pt x="6311" y="2078189"/>
                </a:lnTo>
                <a:lnTo>
                  <a:pt x="6311" y="1564373"/>
                </a:lnTo>
                <a:lnTo>
                  <a:pt x="118960" y="1564373"/>
                </a:lnTo>
                <a:lnTo>
                  <a:pt x="118960" y="1558645"/>
                </a:lnTo>
                <a:lnTo>
                  <a:pt x="6311" y="1558645"/>
                </a:lnTo>
                <a:lnTo>
                  <a:pt x="6311" y="1044829"/>
                </a:lnTo>
                <a:lnTo>
                  <a:pt x="118960" y="1044829"/>
                </a:lnTo>
                <a:lnTo>
                  <a:pt x="118960" y="1039101"/>
                </a:lnTo>
                <a:lnTo>
                  <a:pt x="6311" y="1039101"/>
                </a:lnTo>
                <a:lnTo>
                  <a:pt x="6311" y="525284"/>
                </a:lnTo>
                <a:lnTo>
                  <a:pt x="118960" y="525284"/>
                </a:lnTo>
                <a:lnTo>
                  <a:pt x="118960" y="519544"/>
                </a:lnTo>
                <a:lnTo>
                  <a:pt x="6311" y="519544"/>
                </a:lnTo>
                <a:lnTo>
                  <a:pt x="6311" y="5740"/>
                </a:lnTo>
                <a:lnTo>
                  <a:pt x="118960" y="5740"/>
                </a:lnTo>
                <a:lnTo>
                  <a:pt x="11896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33215" y="5631898"/>
            <a:ext cx="57785" cy="81915"/>
          </a:xfrm>
          <a:custGeom>
            <a:avLst/>
            <a:gdLst/>
            <a:ahLst/>
            <a:cxnLst/>
            <a:rect l="l" t="t" r="r" b="b"/>
            <a:pathLst>
              <a:path w="57785" h="81914">
                <a:moveTo>
                  <a:pt x="33310" y="0"/>
                </a:moveTo>
                <a:lnTo>
                  <a:pt x="22206" y="0"/>
                </a:lnTo>
                <a:lnTo>
                  <a:pt x="16907" y="1559"/>
                </a:lnTo>
                <a:lnTo>
                  <a:pt x="8579" y="7787"/>
                </a:lnTo>
                <a:lnTo>
                  <a:pt x="5299" y="12225"/>
                </a:lnTo>
                <a:lnTo>
                  <a:pt x="3280" y="17960"/>
                </a:lnTo>
                <a:lnTo>
                  <a:pt x="1135" y="23706"/>
                </a:lnTo>
                <a:lnTo>
                  <a:pt x="0" y="31299"/>
                </a:lnTo>
                <a:lnTo>
                  <a:pt x="0" y="40715"/>
                </a:lnTo>
                <a:lnTo>
                  <a:pt x="468" y="49710"/>
                </a:lnTo>
                <a:lnTo>
                  <a:pt x="544" y="51164"/>
                </a:lnTo>
                <a:lnTo>
                  <a:pt x="20187" y="81384"/>
                </a:lnTo>
                <a:lnTo>
                  <a:pt x="35076" y="81384"/>
                </a:lnTo>
                <a:lnTo>
                  <a:pt x="40375" y="79824"/>
                </a:lnTo>
                <a:lnTo>
                  <a:pt x="48703" y="73550"/>
                </a:lnTo>
                <a:lnTo>
                  <a:pt x="48850" y="73344"/>
                </a:lnTo>
                <a:lnTo>
                  <a:pt x="23720" y="73344"/>
                </a:lnTo>
                <a:lnTo>
                  <a:pt x="19557" y="71176"/>
                </a:lnTo>
                <a:lnTo>
                  <a:pt x="11103" y="40715"/>
                </a:lnTo>
                <a:lnTo>
                  <a:pt x="11411" y="32812"/>
                </a:lnTo>
                <a:lnTo>
                  <a:pt x="11508" y="31299"/>
                </a:lnTo>
                <a:lnTo>
                  <a:pt x="12484" y="24337"/>
                </a:lnTo>
                <a:lnTo>
                  <a:pt x="12507" y="24173"/>
                </a:lnTo>
                <a:lnTo>
                  <a:pt x="14125" y="18625"/>
                </a:lnTo>
                <a:lnTo>
                  <a:pt x="14243" y="18219"/>
                </a:lnTo>
                <a:lnTo>
                  <a:pt x="16655" y="13808"/>
                </a:lnTo>
                <a:lnTo>
                  <a:pt x="19539" y="10023"/>
                </a:lnTo>
                <a:lnTo>
                  <a:pt x="23594" y="8097"/>
                </a:lnTo>
                <a:lnTo>
                  <a:pt x="48415" y="8097"/>
                </a:lnTo>
                <a:lnTo>
                  <a:pt x="47441" y="6778"/>
                </a:lnTo>
                <a:lnTo>
                  <a:pt x="44539" y="4300"/>
                </a:lnTo>
                <a:lnTo>
                  <a:pt x="37473" y="860"/>
                </a:lnTo>
                <a:lnTo>
                  <a:pt x="33310" y="0"/>
                </a:lnTo>
                <a:close/>
              </a:path>
              <a:path w="57785" h="81914">
                <a:moveTo>
                  <a:pt x="48415" y="8097"/>
                </a:moveTo>
                <a:lnTo>
                  <a:pt x="33562" y="8097"/>
                </a:lnTo>
                <a:lnTo>
                  <a:pt x="37726" y="10253"/>
                </a:lnTo>
                <a:lnTo>
                  <a:pt x="41132" y="14565"/>
                </a:lnTo>
                <a:lnTo>
                  <a:pt x="43305" y="18625"/>
                </a:lnTo>
                <a:lnTo>
                  <a:pt x="44841" y="24173"/>
                </a:lnTo>
                <a:lnTo>
                  <a:pt x="44886" y="24337"/>
                </a:lnTo>
                <a:lnTo>
                  <a:pt x="45799" y="31299"/>
                </a:lnTo>
                <a:lnTo>
                  <a:pt x="45892" y="32812"/>
                </a:lnTo>
                <a:lnTo>
                  <a:pt x="46179" y="40715"/>
                </a:lnTo>
                <a:lnTo>
                  <a:pt x="45849" y="49710"/>
                </a:lnTo>
                <a:lnTo>
                  <a:pt x="33562" y="73344"/>
                </a:lnTo>
                <a:lnTo>
                  <a:pt x="48850" y="73344"/>
                </a:lnTo>
                <a:lnTo>
                  <a:pt x="51857" y="69112"/>
                </a:lnTo>
                <a:lnTo>
                  <a:pt x="56147" y="57620"/>
                </a:lnTo>
                <a:lnTo>
                  <a:pt x="57157" y="50073"/>
                </a:lnTo>
                <a:lnTo>
                  <a:pt x="57045" y="31700"/>
                </a:lnTo>
                <a:lnTo>
                  <a:pt x="49838" y="10023"/>
                </a:lnTo>
                <a:lnTo>
                  <a:pt x="48415" y="8097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6" name="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27228" y="5112351"/>
            <a:ext cx="163395" cy="81430"/>
          </a:xfrm>
          <a:prstGeom prst="rect">
            <a:avLst/>
          </a:prstGeom>
        </p:spPr>
      </p:pic>
      <p:sp>
        <p:nvSpPr>
          <p:cNvPr id="37" name="object 37"/>
          <p:cNvSpPr/>
          <p:nvPr/>
        </p:nvSpPr>
        <p:spPr>
          <a:xfrm>
            <a:off x="341542" y="4592803"/>
            <a:ext cx="32384" cy="80645"/>
          </a:xfrm>
          <a:custGeom>
            <a:avLst/>
            <a:gdLst/>
            <a:ahLst/>
            <a:cxnLst/>
            <a:rect l="l" t="t" r="r" b="b"/>
            <a:pathLst>
              <a:path w="32385" h="80645">
                <a:moveTo>
                  <a:pt x="32300" y="0"/>
                </a:moveTo>
                <a:lnTo>
                  <a:pt x="25361" y="0"/>
                </a:lnTo>
                <a:lnTo>
                  <a:pt x="23468" y="3440"/>
                </a:lnTo>
                <a:lnTo>
                  <a:pt x="20187" y="6996"/>
                </a:lnTo>
                <a:lnTo>
                  <a:pt x="11229" y="14336"/>
                </a:lnTo>
                <a:lnTo>
                  <a:pt x="5930" y="17432"/>
                </a:lnTo>
                <a:lnTo>
                  <a:pt x="0" y="19956"/>
                </a:lnTo>
                <a:lnTo>
                  <a:pt x="0" y="29475"/>
                </a:lnTo>
                <a:lnTo>
                  <a:pt x="21449" y="17662"/>
                </a:lnTo>
                <a:lnTo>
                  <a:pt x="21449" y="80053"/>
                </a:lnTo>
                <a:lnTo>
                  <a:pt x="32300" y="80053"/>
                </a:lnTo>
                <a:lnTo>
                  <a:pt x="3230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8" name="object 3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35555" y="4073256"/>
            <a:ext cx="155068" cy="81430"/>
          </a:xfrm>
          <a:prstGeom prst="rect">
            <a:avLst/>
          </a:prstGeom>
        </p:spPr>
      </p:pic>
      <p:sp>
        <p:nvSpPr>
          <p:cNvPr id="39" name="object 39"/>
          <p:cNvSpPr/>
          <p:nvPr/>
        </p:nvSpPr>
        <p:spPr>
          <a:xfrm>
            <a:off x="331827" y="3553709"/>
            <a:ext cx="58419" cy="80645"/>
          </a:xfrm>
          <a:custGeom>
            <a:avLst/>
            <a:gdLst/>
            <a:ahLst/>
            <a:cxnLst/>
            <a:rect l="l" t="t" r="r" b="b"/>
            <a:pathLst>
              <a:path w="58420" h="80645">
                <a:moveTo>
                  <a:pt x="38987" y="0"/>
                </a:moveTo>
                <a:lnTo>
                  <a:pt x="22206" y="0"/>
                </a:lnTo>
                <a:lnTo>
                  <a:pt x="15519" y="1949"/>
                </a:lnTo>
                <a:lnTo>
                  <a:pt x="5677" y="9863"/>
                </a:lnTo>
                <a:lnTo>
                  <a:pt x="2775" y="15597"/>
                </a:lnTo>
                <a:lnTo>
                  <a:pt x="2018" y="23052"/>
                </a:lnTo>
                <a:lnTo>
                  <a:pt x="13122" y="24084"/>
                </a:lnTo>
                <a:lnTo>
                  <a:pt x="13122" y="19038"/>
                </a:lnTo>
                <a:lnTo>
                  <a:pt x="14762" y="15139"/>
                </a:lnTo>
                <a:lnTo>
                  <a:pt x="17916" y="12386"/>
                </a:lnTo>
                <a:lnTo>
                  <a:pt x="20944" y="9519"/>
                </a:lnTo>
                <a:lnTo>
                  <a:pt x="25108" y="8143"/>
                </a:lnTo>
                <a:lnTo>
                  <a:pt x="35202" y="8143"/>
                </a:lnTo>
                <a:lnTo>
                  <a:pt x="39240" y="9404"/>
                </a:lnTo>
                <a:lnTo>
                  <a:pt x="45296" y="14795"/>
                </a:lnTo>
                <a:lnTo>
                  <a:pt x="46810" y="18006"/>
                </a:lnTo>
                <a:lnTo>
                  <a:pt x="46810" y="25575"/>
                </a:lnTo>
                <a:lnTo>
                  <a:pt x="16276" y="55166"/>
                </a:lnTo>
                <a:lnTo>
                  <a:pt x="11608" y="59180"/>
                </a:lnTo>
                <a:lnTo>
                  <a:pt x="5173" y="66061"/>
                </a:lnTo>
                <a:lnTo>
                  <a:pt x="2775" y="69617"/>
                </a:lnTo>
                <a:lnTo>
                  <a:pt x="378" y="75351"/>
                </a:lnTo>
                <a:lnTo>
                  <a:pt x="0" y="77645"/>
                </a:lnTo>
                <a:lnTo>
                  <a:pt x="0" y="80053"/>
                </a:lnTo>
                <a:lnTo>
                  <a:pt x="58040" y="80053"/>
                </a:lnTo>
                <a:lnTo>
                  <a:pt x="58040" y="70649"/>
                </a:lnTo>
                <a:lnTo>
                  <a:pt x="15014" y="70649"/>
                </a:lnTo>
                <a:lnTo>
                  <a:pt x="16150" y="68814"/>
                </a:lnTo>
                <a:lnTo>
                  <a:pt x="17664" y="67093"/>
                </a:lnTo>
                <a:lnTo>
                  <a:pt x="19557" y="65373"/>
                </a:lnTo>
                <a:lnTo>
                  <a:pt x="21323" y="63538"/>
                </a:lnTo>
                <a:lnTo>
                  <a:pt x="25487" y="60212"/>
                </a:lnTo>
                <a:lnTo>
                  <a:pt x="39744" y="49316"/>
                </a:lnTo>
                <a:lnTo>
                  <a:pt x="45296" y="44614"/>
                </a:lnTo>
                <a:lnTo>
                  <a:pt x="51857" y="37847"/>
                </a:lnTo>
                <a:lnTo>
                  <a:pt x="54255" y="34636"/>
                </a:lnTo>
                <a:lnTo>
                  <a:pt x="57157" y="28443"/>
                </a:lnTo>
                <a:lnTo>
                  <a:pt x="57914" y="25346"/>
                </a:lnTo>
                <a:lnTo>
                  <a:pt x="57914" y="15827"/>
                </a:lnTo>
                <a:lnTo>
                  <a:pt x="55390" y="10551"/>
                </a:lnTo>
                <a:lnTo>
                  <a:pt x="45548" y="2064"/>
                </a:lnTo>
                <a:lnTo>
                  <a:pt x="38987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0" name="object 4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25840" y="3034161"/>
            <a:ext cx="164783" cy="81430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333341" y="2514614"/>
            <a:ext cx="57785" cy="81915"/>
          </a:xfrm>
          <a:custGeom>
            <a:avLst/>
            <a:gdLst/>
            <a:ahLst/>
            <a:cxnLst/>
            <a:rect l="l" t="t" r="r" b="b"/>
            <a:pathLst>
              <a:path w="57785" h="81914">
                <a:moveTo>
                  <a:pt x="32174" y="0"/>
                </a:moveTo>
                <a:lnTo>
                  <a:pt x="20440" y="0"/>
                </a:lnTo>
                <a:lnTo>
                  <a:pt x="14636" y="1835"/>
                </a:lnTo>
                <a:lnTo>
                  <a:pt x="5299" y="9060"/>
                </a:lnTo>
                <a:lnTo>
                  <a:pt x="2397" y="14106"/>
                </a:lnTo>
                <a:lnTo>
                  <a:pt x="1009" y="20644"/>
                </a:lnTo>
                <a:lnTo>
                  <a:pt x="11734" y="22364"/>
                </a:lnTo>
                <a:lnTo>
                  <a:pt x="12617" y="17662"/>
                </a:lnTo>
                <a:lnTo>
                  <a:pt x="14383" y="13992"/>
                </a:lnTo>
                <a:lnTo>
                  <a:pt x="19935" y="9289"/>
                </a:lnTo>
                <a:lnTo>
                  <a:pt x="23468" y="8028"/>
                </a:lnTo>
                <a:lnTo>
                  <a:pt x="31922" y="8028"/>
                </a:lnTo>
                <a:lnTo>
                  <a:pt x="35328" y="9175"/>
                </a:lnTo>
                <a:lnTo>
                  <a:pt x="40628" y="13877"/>
                </a:lnTo>
                <a:lnTo>
                  <a:pt x="42016" y="16859"/>
                </a:lnTo>
                <a:lnTo>
                  <a:pt x="42016" y="25002"/>
                </a:lnTo>
                <a:lnTo>
                  <a:pt x="40123" y="28328"/>
                </a:lnTo>
                <a:lnTo>
                  <a:pt x="32805" y="32686"/>
                </a:lnTo>
                <a:lnTo>
                  <a:pt x="28641" y="33833"/>
                </a:lnTo>
                <a:lnTo>
                  <a:pt x="24099" y="33833"/>
                </a:lnTo>
                <a:lnTo>
                  <a:pt x="22332" y="33718"/>
                </a:lnTo>
                <a:lnTo>
                  <a:pt x="21197" y="42320"/>
                </a:lnTo>
                <a:lnTo>
                  <a:pt x="24225" y="41517"/>
                </a:lnTo>
                <a:lnTo>
                  <a:pt x="26748" y="41173"/>
                </a:lnTo>
                <a:lnTo>
                  <a:pt x="33814" y="41173"/>
                </a:lnTo>
                <a:lnTo>
                  <a:pt x="37852" y="42664"/>
                </a:lnTo>
                <a:lnTo>
                  <a:pt x="44287" y="48514"/>
                </a:lnTo>
                <a:lnTo>
                  <a:pt x="45927" y="52184"/>
                </a:lnTo>
                <a:lnTo>
                  <a:pt x="45927" y="61359"/>
                </a:lnTo>
                <a:lnTo>
                  <a:pt x="44161" y="65373"/>
                </a:lnTo>
                <a:lnTo>
                  <a:pt x="37221" y="71796"/>
                </a:lnTo>
                <a:lnTo>
                  <a:pt x="32931" y="73287"/>
                </a:lnTo>
                <a:lnTo>
                  <a:pt x="23594" y="73287"/>
                </a:lnTo>
                <a:lnTo>
                  <a:pt x="20061" y="72140"/>
                </a:lnTo>
                <a:lnTo>
                  <a:pt x="14005" y="67208"/>
                </a:lnTo>
                <a:lnTo>
                  <a:pt x="11986" y="63194"/>
                </a:lnTo>
                <a:lnTo>
                  <a:pt x="10724" y="57689"/>
                </a:lnTo>
                <a:lnTo>
                  <a:pt x="0" y="58950"/>
                </a:lnTo>
                <a:lnTo>
                  <a:pt x="630" y="65602"/>
                </a:lnTo>
                <a:lnTo>
                  <a:pt x="3532" y="70993"/>
                </a:lnTo>
                <a:lnTo>
                  <a:pt x="13753" y="79365"/>
                </a:lnTo>
                <a:lnTo>
                  <a:pt x="20187" y="81430"/>
                </a:lnTo>
                <a:lnTo>
                  <a:pt x="36338" y="81430"/>
                </a:lnTo>
                <a:lnTo>
                  <a:pt x="43404" y="79021"/>
                </a:lnTo>
                <a:lnTo>
                  <a:pt x="54633" y="69387"/>
                </a:lnTo>
                <a:lnTo>
                  <a:pt x="57409" y="63423"/>
                </a:lnTo>
                <a:lnTo>
                  <a:pt x="57409" y="51381"/>
                </a:lnTo>
                <a:lnTo>
                  <a:pt x="55895" y="47023"/>
                </a:lnTo>
                <a:lnTo>
                  <a:pt x="50217" y="40256"/>
                </a:lnTo>
                <a:lnTo>
                  <a:pt x="46179" y="37962"/>
                </a:lnTo>
                <a:lnTo>
                  <a:pt x="41006" y="36815"/>
                </a:lnTo>
                <a:lnTo>
                  <a:pt x="44918" y="35209"/>
                </a:lnTo>
                <a:lnTo>
                  <a:pt x="47946" y="32916"/>
                </a:lnTo>
                <a:lnTo>
                  <a:pt x="52110" y="27296"/>
                </a:lnTo>
                <a:lnTo>
                  <a:pt x="53119" y="24199"/>
                </a:lnTo>
                <a:lnTo>
                  <a:pt x="53119" y="17088"/>
                </a:lnTo>
                <a:lnTo>
                  <a:pt x="51983" y="13648"/>
                </a:lnTo>
                <a:lnTo>
                  <a:pt x="47693" y="7225"/>
                </a:lnTo>
                <a:lnTo>
                  <a:pt x="44665" y="4702"/>
                </a:lnTo>
                <a:lnTo>
                  <a:pt x="36590" y="917"/>
                </a:lnTo>
                <a:lnTo>
                  <a:pt x="32174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2" name="object 4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27354" y="1995066"/>
            <a:ext cx="163269" cy="81430"/>
          </a:xfrm>
          <a:prstGeom prst="rect">
            <a:avLst/>
          </a:prstGeom>
        </p:spPr>
      </p:pic>
      <p:sp>
        <p:nvSpPr>
          <p:cNvPr id="43" name="object 43"/>
          <p:cNvSpPr/>
          <p:nvPr/>
        </p:nvSpPr>
        <p:spPr>
          <a:xfrm>
            <a:off x="329682" y="1475863"/>
            <a:ext cx="60960" cy="80010"/>
          </a:xfrm>
          <a:custGeom>
            <a:avLst/>
            <a:gdLst/>
            <a:ahLst/>
            <a:cxnLst/>
            <a:rect l="l" t="t" r="r" b="b"/>
            <a:pathLst>
              <a:path w="60960" h="80009">
                <a:moveTo>
                  <a:pt x="48829" y="60556"/>
                </a:moveTo>
                <a:lnTo>
                  <a:pt x="38104" y="60556"/>
                </a:lnTo>
                <a:lnTo>
                  <a:pt x="38104" y="79709"/>
                </a:lnTo>
                <a:lnTo>
                  <a:pt x="48829" y="79709"/>
                </a:lnTo>
                <a:lnTo>
                  <a:pt x="48829" y="60556"/>
                </a:lnTo>
                <a:close/>
              </a:path>
              <a:path w="60960" h="80009">
                <a:moveTo>
                  <a:pt x="48829" y="0"/>
                </a:moveTo>
                <a:lnTo>
                  <a:pt x="39997" y="0"/>
                </a:lnTo>
                <a:lnTo>
                  <a:pt x="0" y="51610"/>
                </a:lnTo>
                <a:lnTo>
                  <a:pt x="0" y="60556"/>
                </a:lnTo>
                <a:lnTo>
                  <a:pt x="60689" y="60556"/>
                </a:lnTo>
                <a:lnTo>
                  <a:pt x="60689" y="51610"/>
                </a:lnTo>
                <a:lnTo>
                  <a:pt x="10598" y="51610"/>
                </a:lnTo>
                <a:lnTo>
                  <a:pt x="38104" y="15712"/>
                </a:lnTo>
                <a:lnTo>
                  <a:pt x="48829" y="15712"/>
                </a:lnTo>
                <a:lnTo>
                  <a:pt x="48829" y="0"/>
                </a:lnTo>
                <a:close/>
              </a:path>
              <a:path w="60960" h="80009">
                <a:moveTo>
                  <a:pt x="48829" y="15712"/>
                </a:moveTo>
                <a:lnTo>
                  <a:pt x="38104" y="15712"/>
                </a:lnTo>
                <a:lnTo>
                  <a:pt x="38104" y="51610"/>
                </a:lnTo>
                <a:lnTo>
                  <a:pt x="48829" y="51610"/>
                </a:lnTo>
                <a:lnTo>
                  <a:pt x="48829" y="15712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4" name="object 4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23695" y="956316"/>
            <a:ext cx="166928" cy="81086"/>
          </a:xfrm>
          <a:prstGeom prst="rect">
            <a:avLst/>
          </a:prstGeom>
        </p:spPr>
      </p:pic>
      <p:sp>
        <p:nvSpPr>
          <p:cNvPr id="45" name="object 45"/>
          <p:cNvSpPr/>
          <p:nvPr/>
        </p:nvSpPr>
        <p:spPr>
          <a:xfrm>
            <a:off x="333214" y="437800"/>
            <a:ext cx="58419" cy="80645"/>
          </a:xfrm>
          <a:custGeom>
            <a:avLst/>
            <a:gdLst/>
            <a:ahLst/>
            <a:cxnLst/>
            <a:rect l="l" t="t" r="r" b="b"/>
            <a:pathLst>
              <a:path w="58420" h="80645">
                <a:moveTo>
                  <a:pt x="54002" y="0"/>
                </a:moveTo>
                <a:lnTo>
                  <a:pt x="10472" y="0"/>
                </a:lnTo>
                <a:lnTo>
                  <a:pt x="1892" y="40944"/>
                </a:lnTo>
                <a:lnTo>
                  <a:pt x="11986" y="42206"/>
                </a:lnTo>
                <a:lnTo>
                  <a:pt x="13626" y="39912"/>
                </a:lnTo>
                <a:lnTo>
                  <a:pt x="15771" y="38077"/>
                </a:lnTo>
                <a:lnTo>
                  <a:pt x="21449" y="35209"/>
                </a:lnTo>
                <a:lnTo>
                  <a:pt x="24604" y="34407"/>
                </a:lnTo>
                <a:lnTo>
                  <a:pt x="33562" y="34407"/>
                </a:lnTo>
                <a:lnTo>
                  <a:pt x="38104" y="36012"/>
                </a:lnTo>
                <a:lnTo>
                  <a:pt x="41511" y="39338"/>
                </a:lnTo>
                <a:lnTo>
                  <a:pt x="45044" y="42550"/>
                </a:lnTo>
                <a:lnTo>
                  <a:pt x="46684" y="46908"/>
                </a:lnTo>
                <a:lnTo>
                  <a:pt x="46684" y="58377"/>
                </a:lnTo>
                <a:lnTo>
                  <a:pt x="44918" y="63079"/>
                </a:lnTo>
                <a:lnTo>
                  <a:pt x="37726" y="70190"/>
                </a:lnTo>
                <a:lnTo>
                  <a:pt x="33436" y="71910"/>
                </a:lnTo>
                <a:lnTo>
                  <a:pt x="23846" y="71910"/>
                </a:lnTo>
                <a:lnTo>
                  <a:pt x="20187" y="70649"/>
                </a:lnTo>
                <a:lnTo>
                  <a:pt x="14131" y="65717"/>
                </a:lnTo>
                <a:lnTo>
                  <a:pt x="12112" y="61932"/>
                </a:lnTo>
                <a:lnTo>
                  <a:pt x="11355" y="56886"/>
                </a:lnTo>
                <a:lnTo>
                  <a:pt x="0" y="57803"/>
                </a:lnTo>
                <a:lnTo>
                  <a:pt x="757" y="64455"/>
                </a:lnTo>
                <a:lnTo>
                  <a:pt x="3659" y="69846"/>
                </a:lnTo>
                <a:lnTo>
                  <a:pt x="13753" y="77989"/>
                </a:lnTo>
                <a:lnTo>
                  <a:pt x="20187" y="80053"/>
                </a:lnTo>
                <a:lnTo>
                  <a:pt x="37978" y="80053"/>
                </a:lnTo>
                <a:lnTo>
                  <a:pt x="45548" y="76842"/>
                </a:lnTo>
                <a:lnTo>
                  <a:pt x="55895" y="65029"/>
                </a:lnTo>
                <a:lnTo>
                  <a:pt x="58166" y="58836"/>
                </a:lnTo>
                <a:lnTo>
                  <a:pt x="58166" y="44041"/>
                </a:lnTo>
                <a:lnTo>
                  <a:pt x="55516" y="37847"/>
                </a:lnTo>
                <a:lnTo>
                  <a:pt x="45044" y="28213"/>
                </a:lnTo>
                <a:lnTo>
                  <a:pt x="38483" y="25805"/>
                </a:lnTo>
                <a:lnTo>
                  <a:pt x="25108" y="25805"/>
                </a:lnTo>
                <a:lnTo>
                  <a:pt x="19557" y="27525"/>
                </a:lnTo>
                <a:lnTo>
                  <a:pt x="14257" y="30851"/>
                </a:lnTo>
                <a:lnTo>
                  <a:pt x="19052" y="9404"/>
                </a:lnTo>
                <a:lnTo>
                  <a:pt x="54002" y="9404"/>
                </a:lnTo>
                <a:lnTo>
                  <a:pt x="54002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6" name="object 4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4653" y="2115721"/>
            <a:ext cx="126553" cy="1913952"/>
          </a:xfrm>
          <a:prstGeom prst="rect">
            <a:avLst/>
          </a:prstGeom>
        </p:spPr>
      </p:pic>
      <p:grpSp>
        <p:nvGrpSpPr>
          <p:cNvPr id="47" name="object 47"/>
          <p:cNvGrpSpPr/>
          <p:nvPr/>
        </p:nvGrpSpPr>
        <p:grpSpPr>
          <a:xfrm>
            <a:off x="473016" y="325748"/>
            <a:ext cx="307340" cy="120650"/>
            <a:chOff x="473016" y="325748"/>
            <a:chExt cx="307340" cy="120650"/>
          </a:xfrm>
        </p:grpSpPr>
        <p:sp>
          <p:nvSpPr>
            <p:cNvPr id="48" name="object 48"/>
            <p:cNvSpPr/>
            <p:nvPr/>
          </p:nvSpPr>
          <p:spPr>
            <a:xfrm>
              <a:off x="473016" y="390433"/>
              <a:ext cx="61594" cy="55880"/>
            </a:xfrm>
            <a:custGeom>
              <a:avLst/>
              <a:gdLst/>
              <a:ahLst/>
              <a:cxnLst/>
              <a:rect l="l" t="t" r="r" b="b"/>
              <a:pathLst>
                <a:path w="61595" h="55879">
                  <a:moveTo>
                    <a:pt x="59554" y="0"/>
                  </a:moveTo>
                  <a:lnTo>
                    <a:pt x="58418" y="0"/>
                  </a:lnTo>
                  <a:lnTo>
                    <a:pt x="57787" y="229"/>
                  </a:lnTo>
                  <a:lnTo>
                    <a:pt x="57030" y="688"/>
                  </a:lnTo>
                  <a:lnTo>
                    <a:pt x="30786" y="24658"/>
                  </a:lnTo>
                  <a:lnTo>
                    <a:pt x="4416" y="688"/>
                  </a:lnTo>
                  <a:lnTo>
                    <a:pt x="3785" y="229"/>
                  </a:lnTo>
                  <a:lnTo>
                    <a:pt x="3154" y="0"/>
                  </a:lnTo>
                  <a:lnTo>
                    <a:pt x="1892" y="0"/>
                  </a:lnTo>
                  <a:lnTo>
                    <a:pt x="1261" y="229"/>
                  </a:lnTo>
                  <a:lnTo>
                    <a:pt x="252" y="1146"/>
                  </a:lnTo>
                  <a:lnTo>
                    <a:pt x="0" y="1720"/>
                  </a:lnTo>
                  <a:lnTo>
                    <a:pt x="0" y="2981"/>
                  </a:lnTo>
                  <a:lnTo>
                    <a:pt x="252" y="3440"/>
                  </a:lnTo>
                  <a:lnTo>
                    <a:pt x="27127" y="27869"/>
                  </a:lnTo>
                  <a:lnTo>
                    <a:pt x="630" y="51840"/>
                  </a:lnTo>
                  <a:lnTo>
                    <a:pt x="252" y="52298"/>
                  </a:lnTo>
                  <a:lnTo>
                    <a:pt x="0" y="52872"/>
                  </a:lnTo>
                  <a:lnTo>
                    <a:pt x="0" y="53445"/>
                  </a:lnTo>
                  <a:lnTo>
                    <a:pt x="0" y="54019"/>
                  </a:lnTo>
                  <a:lnTo>
                    <a:pt x="252" y="54477"/>
                  </a:lnTo>
                  <a:lnTo>
                    <a:pt x="1261" y="55510"/>
                  </a:lnTo>
                  <a:lnTo>
                    <a:pt x="1892" y="55739"/>
                  </a:lnTo>
                  <a:lnTo>
                    <a:pt x="3154" y="55739"/>
                  </a:lnTo>
                  <a:lnTo>
                    <a:pt x="3911" y="55510"/>
                  </a:lnTo>
                  <a:lnTo>
                    <a:pt x="4416" y="54936"/>
                  </a:lnTo>
                  <a:lnTo>
                    <a:pt x="30786" y="31081"/>
                  </a:lnTo>
                  <a:lnTo>
                    <a:pt x="57661" y="55510"/>
                  </a:lnTo>
                  <a:lnTo>
                    <a:pt x="58292" y="55739"/>
                  </a:lnTo>
                  <a:lnTo>
                    <a:pt x="59554" y="55739"/>
                  </a:lnTo>
                  <a:lnTo>
                    <a:pt x="60185" y="55510"/>
                  </a:lnTo>
                  <a:lnTo>
                    <a:pt x="61194" y="54592"/>
                  </a:lnTo>
                  <a:lnTo>
                    <a:pt x="61446" y="54133"/>
                  </a:lnTo>
                  <a:lnTo>
                    <a:pt x="61446" y="52872"/>
                  </a:lnTo>
                  <a:lnTo>
                    <a:pt x="61194" y="52298"/>
                  </a:lnTo>
                  <a:lnTo>
                    <a:pt x="60816" y="51840"/>
                  </a:lnTo>
                  <a:lnTo>
                    <a:pt x="34319" y="27869"/>
                  </a:lnTo>
                  <a:lnTo>
                    <a:pt x="61194" y="3440"/>
                  </a:lnTo>
                  <a:lnTo>
                    <a:pt x="61446" y="2981"/>
                  </a:lnTo>
                  <a:lnTo>
                    <a:pt x="61446" y="1720"/>
                  </a:lnTo>
                  <a:lnTo>
                    <a:pt x="61194" y="1146"/>
                  </a:lnTo>
                  <a:lnTo>
                    <a:pt x="60185" y="229"/>
                  </a:lnTo>
                  <a:lnTo>
                    <a:pt x="59554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66133" y="325748"/>
              <a:ext cx="214118" cy="119851"/>
            </a:xfrm>
            <a:prstGeom prst="rect">
              <a:avLst/>
            </a:prstGeom>
          </p:spPr>
        </p:pic>
      </p:grpSp>
      <p:pic>
        <p:nvPicPr>
          <p:cNvPr id="50" name="object 5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641822" y="328959"/>
            <a:ext cx="2885989" cy="114919"/>
          </a:xfrm>
          <a:prstGeom prst="rect">
            <a:avLst/>
          </a:prstGeom>
        </p:spPr>
      </p:pic>
      <p:grpSp>
        <p:nvGrpSpPr>
          <p:cNvPr id="51" name="object 51"/>
          <p:cNvGrpSpPr/>
          <p:nvPr/>
        </p:nvGrpSpPr>
        <p:grpSpPr>
          <a:xfrm>
            <a:off x="413335" y="847360"/>
            <a:ext cx="11347450" cy="4860290"/>
            <a:chOff x="413335" y="847360"/>
            <a:chExt cx="11347450" cy="4860290"/>
          </a:xfrm>
        </p:grpSpPr>
        <p:sp>
          <p:nvSpPr>
            <p:cNvPr id="52" name="object 52"/>
            <p:cNvSpPr/>
            <p:nvPr/>
          </p:nvSpPr>
          <p:spPr>
            <a:xfrm>
              <a:off x="454342" y="2675639"/>
              <a:ext cx="11264900" cy="2994660"/>
            </a:xfrm>
            <a:custGeom>
              <a:avLst/>
              <a:gdLst/>
              <a:ahLst/>
              <a:cxnLst/>
              <a:rect l="l" t="t" r="r" b="b"/>
              <a:pathLst>
                <a:path w="11264900" h="2994660">
                  <a:moveTo>
                    <a:pt x="0" y="2994588"/>
                  </a:moveTo>
                  <a:lnTo>
                    <a:pt x="1126485" y="2694856"/>
                  </a:lnTo>
                  <a:lnTo>
                    <a:pt x="2252971" y="2395193"/>
                  </a:lnTo>
                  <a:lnTo>
                    <a:pt x="3379457" y="2095622"/>
                  </a:lnTo>
                  <a:lnTo>
                    <a:pt x="4505943" y="1796051"/>
                  </a:lnTo>
                  <a:lnTo>
                    <a:pt x="5632429" y="1496480"/>
                  </a:lnTo>
                  <a:lnTo>
                    <a:pt x="6758915" y="1197138"/>
                  </a:lnTo>
                  <a:lnTo>
                    <a:pt x="7885401" y="897681"/>
                  </a:lnTo>
                  <a:lnTo>
                    <a:pt x="9011887" y="598454"/>
                  </a:lnTo>
                  <a:lnTo>
                    <a:pt x="10138373" y="299227"/>
                  </a:lnTo>
                  <a:lnTo>
                    <a:pt x="11264859" y="0"/>
                  </a:lnTo>
                </a:path>
              </a:pathLst>
            </a:custGeom>
            <a:ln w="577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416490" y="2641232"/>
              <a:ext cx="11341100" cy="3063875"/>
            </a:xfrm>
            <a:custGeom>
              <a:avLst/>
              <a:gdLst/>
              <a:ahLst/>
              <a:cxnLst/>
              <a:rect l="l" t="t" r="r" b="b"/>
              <a:pathLst>
                <a:path w="11341100" h="3063875">
                  <a:moveTo>
                    <a:pt x="37852" y="2994577"/>
                  </a:moveTo>
                  <a:lnTo>
                    <a:pt x="37852" y="3063391"/>
                  </a:lnTo>
                </a:path>
                <a:path w="11341100" h="3063875">
                  <a:moveTo>
                    <a:pt x="0" y="3028984"/>
                  </a:moveTo>
                  <a:lnTo>
                    <a:pt x="75704" y="3028984"/>
                  </a:lnTo>
                </a:path>
                <a:path w="11341100" h="3063875">
                  <a:moveTo>
                    <a:pt x="11103" y="3004658"/>
                  </a:moveTo>
                  <a:lnTo>
                    <a:pt x="64601" y="3053321"/>
                  </a:lnTo>
                </a:path>
                <a:path w="11341100" h="3063875">
                  <a:moveTo>
                    <a:pt x="11103" y="3053321"/>
                  </a:moveTo>
                  <a:lnTo>
                    <a:pt x="64601" y="3004658"/>
                  </a:lnTo>
                </a:path>
                <a:path w="11341100" h="3063875">
                  <a:moveTo>
                    <a:pt x="1164338" y="2694856"/>
                  </a:moveTo>
                  <a:lnTo>
                    <a:pt x="1164338" y="2763671"/>
                  </a:lnTo>
                </a:path>
                <a:path w="11341100" h="3063875">
                  <a:moveTo>
                    <a:pt x="1126485" y="2729264"/>
                  </a:moveTo>
                  <a:lnTo>
                    <a:pt x="1202190" y="2729264"/>
                  </a:lnTo>
                </a:path>
                <a:path w="11341100" h="3063875">
                  <a:moveTo>
                    <a:pt x="1137589" y="2704926"/>
                  </a:moveTo>
                  <a:lnTo>
                    <a:pt x="1191087" y="2753589"/>
                  </a:lnTo>
                </a:path>
                <a:path w="11341100" h="3063875">
                  <a:moveTo>
                    <a:pt x="1137589" y="2753589"/>
                  </a:moveTo>
                  <a:lnTo>
                    <a:pt x="1191087" y="2704926"/>
                  </a:lnTo>
                </a:path>
                <a:path w="11341100" h="3063875">
                  <a:moveTo>
                    <a:pt x="2290824" y="2395193"/>
                  </a:moveTo>
                  <a:lnTo>
                    <a:pt x="2290824" y="2464008"/>
                  </a:lnTo>
                </a:path>
                <a:path w="11341100" h="3063875">
                  <a:moveTo>
                    <a:pt x="2252971" y="2429600"/>
                  </a:moveTo>
                  <a:lnTo>
                    <a:pt x="2328676" y="2429600"/>
                  </a:lnTo>
                </a:path>
                <a:path w="11341100" h="3063875">
                  <a:moveTo>
                    <a:pt x="2264075" y="2405286"/>
                  </a:moveTo>
                  <a:lnTo>
                    <a:pt x="2317573" y="2453915"/>
                  </a:lnTo>
                </a:path>
                <a:path w="11341100" h="3063875">
                  <a:moveTo>
                    <a:pt x="2264075" y="2453915"/>
                  </a:moveTo>
                  <a:lnTo>
                    <a:pt x="2317573" y="2405286"/>
                  </a:lnTo>
                </a:path>
                <a:path w="11341100" h="3063875">
                  <a:moveTo>
                    <a:pt x="3417310" y="2095622"/>
                  </a:moveTo>
                  <a:lnTo>
                    <a:pt x="3417310" y="2164436"/>
                  </a:lnTo>
                </a:path>
                <a:path w="11341100" h="3063875">
                  <a:moveTo>
                    <a:pt x="3379457" y="2130029"/>
                  </a:moveTo>
                  <a:lnTo>
                    <a:pt x="3455162" y="2130029"/>
                  </a:lnTo>
                </a:path>
                <a:path w="11341100" h="3063875">
                  <a:moveTo>
                    <a:pt x="3390561" y="2105600"/>
                  </a:moveTo>
                  <a:lnTo>
                    <a:pt x="3444059" y="2154344"/>
                  </a:lnTo>
                </a:path>
                <a:path w="11341100" h="3063875">
                  <a:moveTo>
                    <a:pt x="3390561" y="2154344"/>
                  </a:moveTo>
                  <a:lnTo>
                    <a:pt x="3444059" y="2105600"/>
                  </a:lnTo>
                </a:path>
                <a:path w="11341100" h="3063875">
                  <a:moveTo>
                    <a:pt x="4543796" y="1796051"/>
                  </a:moveTo>
                  <a:lnTo>
                    <a:pt x="4543796" y="1864865"/>
                  </a:lnTo>
                </a:path>
                <a:path w="11341100" h="3063875">
                  <a:moveTo>
                    <a:pt x="4505943" y="1830458"/>
                  </a:moveTo>
                  <a:lnTo>
                    <a:pt x="4581648" y="1830458"/>
                  </a:lnTo>
                </a:path>
                <a:path w="11341100" h="3063875">
                  <a:moveTo>
                    <a:pt x="4517047" y="1806144"/>
                  </a:moveTo>
                  <a:lnTo>
                    <a:pt x="4570545" y="1854772"/>
                  </a:lnTo>
                </a:path>
                <a:path w="11341100" h="3063875">
                  <a:moveTo>
                    <a:pt x="4517047" y="1854772"/>
                  </a:moveTo>
                  <a:lnTo>
                    <a:pt x="4570545" y="1806144"/>
                  </a:lnTo>
                </a:path>
                <a:path w="11341100" h="3063875">
                  <a:moveTo>
                    <a:pt x="5670281" y="1496480"/>
                  </a:moveTo>
                  <a:lnTo>
                    <a:pt x="5670281" y="1565294"/>
                  </a:lnTo>
                </a:path>
                <a:path w="11341100" h="3063875">
                  <a:moveTo>
                    <a:pt x="5632429" y="1530887"/>
                  </a:moveTo>
                  <a:lnTo>
                    <a:pt x="5708134" y="1530887"/>
                  </a:lnTo>
                </a:path>
                <a:path w="11341100" h="3063875">
                  <a:moveTo>
                    <a:pt x="5643533" y="1506572"/>
                  </a:moveTo>
                  <a:lnTo>
                    <a:pt x="5697030" y="1555316"/>
                  </a:lnTo>
                </a:path>
                <a:path w="11341100" h="3063875">
                  <a:moveTo>
                    <a:pt x="5643533" y="1555316"/>
                  </a:moveTo>
                  <a:lnTo>
                    <a:pt x="5697030" y="1506572"/>
                  </a:lnTo>
                </a:path>
                <a:path w="11341100" h="3063875">
                  <a:moveTo>
                    <a:pt x="6796767" y="1197138"/>
                  </a:moveTo>
                  <a:lnTo>
                    <a:pt x="6796767" y="1265952"/>
                  </a:lnTo>
                </a:path>
                <a:path w="11341100" h="3063875">
                  <a:moveTo>
                    <a:pt x="6758915" y="1231545"/>
                  </a:moveTo>
                  <a:lnTo>
                    <a:pt x="6834620" y="1231545"/>
                  </a:lnTo>
                </a:path>
                <a:path w="11341100" h="3063875">
                  <a:moveTo>
                    <a:pt x="6770018" y="1207230"/>
                  </a:moveTo>
                  <a:lnTo>
                    <a:pt x="6823516" y="1255859"/>
                  </a:lnTo>
                </a:path>
                <a:path w="11341100" h="3063875">
                  <a:moveTo>
                    <a:pt x="6770018" y="1255859"/>
                  </a:moveTo>
                  <a:lnTo>
                    <a:pt x="6823516" y="1207230"/>
                  </a:lnTo>
                </a:path>
                <a:path w="11341100" h="3063875">
                  <a:moveTo>
                    <a:pt x="7923253" y="897681"/>
                  </a:moveTo>
                  <a:lnTo>
                    <a:pt x="7923253" y="966495"/>
                  </a:lnTo>
                </a:path>
                <a:path w="11341100" h="3063875">
                  <a:moveTo>
                    <a:pt x="7885401" y="932088"/>
                  </a:moveTo>
                  <a:lnTo>
                    <a:pt x="7961106" y="932088"/>
                  </a:lnTo>
                </a:path>
                <a:path w="11341100" h="3063875">
                  <a:moveTo>
                    <a:pt x="7896504" y="907774"/>
                  </a:moveTo>
                  <a:lnTo>
                    <a:pt x="7950002" y="956517"/>
                  </a:lnTo>
                </a:path>
                <a:path w="11341100" h="3063875">
                  <a:moveTo>
                    <a:pt x="7896504" y="956517"/>
                  </a:moveTo>
                  <a:lnTo>
                    <a:pt x="7950002" y="907774"/>
                  </a:lnTo>
                </a:path>
                <a:path w="11341100" h="3063875">
                  <a:moveTo>
                    <a:pt x="9049739" y="598454"/>
                  </a:moveTo>
                  <a:lnTo>
                    <a:pt x="9049739" y="667268"/>
                  </a:lnTo>
                </a:path>
                <a:path w="11341100" h="3063875">
                  <a:moveTo>
                    <a:pt x="9011887" y="632861"/>
                  </a:moveTo>
                  <a:lnTo>
                    <a:pt x="9087592" y="632861"/>
                  </a:lnTo>
                </a:path>
                <a:path w="11341100" h="3063875">
                  <a:moveTo>
                    <a:pt x="9022990" y="608547"/>
                  </a:moveTo>
                  <a:lnTo>
                    <a:pt x="9076488" y="657175"/>
                  </a:lnTo>
                </a:path>
                <a:path w="11341100" h="3063875">
                  <a:moveTo>
                    <a:pt x="9022990" y="657175"/>
                  </a:moveTo>
                  <a:lnTo>
                    <a:pt x="9076488" y="608547"/>
                  </a:lnTo>
                </a:path>
                <a:path w="11341100" h="3063875">
                  <a:moveTo>
                    <a:pt x="10176225" y="299227"/>
                  </a:moveTo>
                  <a:lnTo>
                    <a:pt x="10176225" y="368041"/>
                  </a:lnTo>
                </a:path>
                <a:path w="11341100" h="3063875">
                  <a:moveTo>
                    <a:pt x="10138373" y="333634"/>
                  </a:moveTo>
                  <a:lnTo>
                    <a:pt x="10214078" y="333634"/>
                  </a:lnTo>
                </a:path>
                <a:path w="11341100" h="3063875">
                  <a:moveTo>
                    <a:pt x="10149476" y="309205"/>
                  </a:moveTo>
                  <a:lnTo>
                    <a:pt x="10202974" y="357948"/>
                  </a:lnTo>
                </a:path>
                <a:path w="11341100" h="3063875">
                  <a:moveTo>
                    <a:pt x="10149476" y="357948"/>
                  </a:moveTo>
                  <a:lnTo>
                    <a:pt x="10202974" y="309205"/>
                  </a:lnTo>
                </a:path>
                <a:path w="11341100" h="3063875">
                  <a:moveTo>
                    <a:pt x="11302711" y="0"/>
                  </a:moveTo>
                  <a:lnTo>
                    <a:pt x="11302711" y="68814"/>
                  </a:lnTo>
                </a:path>
                <a:path w="11341100" h="3063875">
                  <a:moveTo>
                    <a:pt x="11264859" y="34407"/>
                  </a:moveTo>
                  <a:lnTo>
                    <a:pt x="11340563" y="34407"/>
                  </a:lnTo>
                </a:path>
                <a:path w="11341100" h="3063875">
                  <a:moveTo>
                    <a:pt x="11275962" y="10092"/>
                  </a:moveTo>
                  <a:lnTo>
                    <a:pt x="11329460" y="58721"/>
                  </a:lnTo>
                </a:path>
                <a:path w="11341100" h="3063875">
                  <a:moveTo>
                    <a:pt x="11275962" y="58721"/>
                  </a:moveTo>
                  <a:lnTo>
                    <a:pt x="11329460" y="10092"/>
                  </a:lnTo>
                </a:path>
              </a:pathLst>
            </a:custGeom>
            <a:ln w="6021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454342" y="1479418"/>
              <a:ext cx="11264900" cy="4191000"/>
            </a:xfrm>
            <a:custGeom>
              <a:avLst/>
              <a:gdLst/>
              <a:ahLst/>
              <a:cxnLst/>
              <a:rect l="l" t="t" r="r" b="b"/>
              <a:pathLst>
                <a:path w="11264900" h="4191000">
                  <a:moveTo>
                    <a:pt x="0" y="4190809"/>
                  </a:moveTo>
                  <a:lnTo>
                    <a:pt x="1126485" y="3771203"/>
                  </a:lnTo>
                  <a:lnTo>
                    <a:pt x="2252971" y="3351711"/>
                  </a:lnTo>
                  <a:lnTo>
                    <a:pt x="3379457" y="2932288"/>
                  </a:lnTo>
                  <a:lnTo>
                    <a:pt x="4505943" y="2513095"/>
                  </a:lnTo>
                  <a:lnTo>
                    <a:pt x="5632429" y="2093902"/>
                  </a:lnTo>
                  <a:lnTo>
                    <a:pt x="6758915" y="1674938"/>
                  </a:lnTo>
                  <a:lnTo>
                    <a:pt x="7885401" y="1256089"/>
                  </a:lnTo>
                  <a:lnTo>
                    <a:pt x="9011887" y="837239"/>
                  </a:lnTo>
                  <a:lnTo>
                    <a:pt x="10138373" y="418619"/>
                  </a:lnTo>
                  <a:lnTo>
                    <a:pt x="11264859" y="0"/>
                  </a:lnTo>
                </a:path>
              </a:pathLst>
            </a:custGeom>
            <a:ln w="58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539821" y="5213393"/>
              <a:ext cx="82013" cy="7450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13335" y="5632942"/>
              <a:ext cx="82013" cy="7454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792793" y="4374433"/>
              <a:ext cx="82013" cy="745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666307" y="4793856"/>
              <a:ext cx="82013" cy="74548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919279" y="3955239"/>
              <a:ext cx="82013" cy="74548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045765" y="3536046"/>
              <a:ext cx="82013" cy="74548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172251" y="3117082"/>
              <a:ext cx="82013" cy="74548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298737" y="2698233"/>
              <a:ext cx="82013" cy="74548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425223" y="2279384"/>
              <a:ext cx="82013" cy="74548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551709" y="1860764"/>
              <a:ext cx="82013" cy="74548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678195" y="1442144"/>
              <a:ext cx="82013" cy="74548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454342" y="881767"/>
              <a:ext cx="11264900" cy="4788535"/>
            </a:xfrm>
            <a:custGeom>
              <a:avLst/>
              <a:gdLst/>
              <a:ahLst/>
              <a:cxnLst/>
              <a:rect l="l" t="t" r="r" b="b"/>
              <a:pathLst>
                <a:path w="11264900" h="4788535">
                  <a:moveTo>
                    <a:pt x="0" y="4788460"/>
                  </a:moveTo>
                  <a:lnTo>
                    <a:pt x="1126485" y="4308917"/>
                  </a:lnTo>
                  <a:lnTo>
                    <a:pt x="2252971" y="3829511"/>
                  </a:lnTo>
                  <a:lnTo>
                    <a:pt x="3379457" y="3350335"/>
                  </a:lnTo>
                  <a:lnTo>
                    <a:pt x="4505943" y="2871273"/>
                  </a:lnTo>
                  <a:lnTo>
                    <a:pt x="5632429" y="2392326"/>
                  </a:lnTo>
                  <a:lnTo>
                    <a:pt x="6758915" y="1913494"/>
                  </a:lnTo>
                  <a:lnTo>
                    <a:pt x="7885401" y="1434891"/>
                  </a:lnTo>
                  <a:lnTo>
                    <a:pt x="9011887" y="956403"/>
                  </a:lnTo>
                  <a:lnTo>
                    <a:pt x="10138373" y="478144"/>
                  </a:lnTo>
                  <a:lnTo>
                    <a:pt x="11264859" y="0"/>
                  </a:lnTo>
                </a:path>
              </a:pathLst>
            </a:custGeom>
            <a:ln w="582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416490" y="847360"/>
              <a:ext cx="11341100" cy="4857750"/>
            </a:xfrm>
            <a:custGeom>
              <a:avLst/>
              <a:gdLst/>
              <a:ahLst/>
              <a:cxnLst/>
              <a:rect l="l" t="t" r="r" b="b"/>
              <a:pathLst>
                <a:path w="11341100" h="4857750">
                  <a:moveTo>
                    <a:pt x="37852" y="4788449"/>
                  </a:moveTo>
                  <a:lnTo>
                    <a:pt x="37852" y="4857263"/>
                  </a:lnTo>
                </a:path>
                <a:path w="11341100" h="4857750">
                  <a:moveTo>
                    <a:pt x="0" y="4822856"/>
                  </a:moveTo>
                  <a:lnTo>
                    <a:pt x="75704" y="4822856"/>
                  </a:lnTo>
                </a:path>
                <a:path w="11341100" h="4857750">
                  <a:moveTo>
                    <a:pt x="1164338" y="4308917"/>
                  </a:moveTo>
                  <a:lnTo>
                    <a:pt x="1164338" y="4377731"/>
                  </a:lnTo>
                </a:path>
                <a:path w="11341100" h="4857750">
                  <a:moveTo>
                    <a:pt x="1126485" y="4343324"/>
                  </a:moveTo>
                  <a:lnTo>
                    <a:pt x="1202190" y="4343324"/>
                  </a:lnTo>
                </a:path>
                <a:path w="11341100" h="4857750">
                  <a:moveTo>
                    <a:pt x="2290824" y="3829511"/>
                  </a:moveTo>
                  <a:lnTo>
                    <a:pt x="2290824" y="3898325"/>
                  </a:lnTo>
                </a:path>
                <a:path w="11341100" h="4857750">
                  <a:moveTo>
                    <a:pt x="2252971" y="3863918"/>
                  </a:moveTo>
                  <a:lnTo>
                    <a:pt x="2328676" y="3863918"/>
                  </a:lnTo>
                </a:path>
                <a:path w="11341100" h="4857750">
                  <a:moveTo>
                    <a:pt x="3417310" y="3350335"/>
                  </a:moveTo>
                  <a:lnTo>
                    <a:pt x="3417310" y="3419149"/>
                  </a:lnTo>
                </a:path>
                <a:path w="11341100" h="4857750">
                  <a:moveTo>
                    <a:pt x="3379457" y="3384742"/>
                  </a:moveTo>
                  <a:lnTo>
                    <a:pt x="3455162" y="3384742"/>
                  </a:lnTo>
                </a:path>
                <a:path w="11341100" h="4857750">
                  <a:moveTo>
                    <a:pt x="4543796" y="2871273"/>
                  </a:moveTo>
                  <a:lnTo>
                    <a:pt x="4543796" y="2940087"/>
                  </a:lnTo>
                </a:path>
                <a:path w="11341100" h="4857750">
                  <a:moveTo>
                    <a:pt x="4505943" y="2905680"/>
                  </a:moveTo>
                  <a:lnTo>
                    <a:pt x="4581648" y="2905680"/>
                  </a:lnTo>
                </a:path>
                <a:path w="11341100" h="4857750">
                  <a:moveTo>
                    <a:pt x="5670281" y="2392326"/>
                  </a:moveTo>
                  <a:lnTo>
                    <a:pt x="5670281" y="2461140"/>
                  </a:lnTo>
                </a:path>
                <a:path w="11341100" h="4857750">
                  <a:moveTo>
                    <a:pt x="5632429" y="2426733"/>
                  </a:moveTo>
                  <a:lnTo>
                    <a:pt x="5708134" y="2426733"/>
                  </a:lnTo>
                </a:path>
                <a:path w="11341100" h="4857750">
                  <a:moveTo>
                    <a:pt x="6796767" y="1913494"/>
                  </a:moveTo>
                  <a:lnTo>
                    <a:pt x="6796767" y="1982308"/>
                  </a:lnTo>
                </a:path>
                <a:path w="11341100" h="4857750">
                  <a:moveTo>
                    <a:pt x="6758915" y="1947901"/>
                  </a:moveTo>
                  <a:lnTo>
                    <a:pt x="6834620" y="1947901"/>
                  </a:lnTo>
                </a:path>
                <a:path w="11341100" h="4857750">
                  <a:moveTo>
                    <a:pt x="7923253" y="1434891"/>
                  </a:moveTo>
                  <a:lnTo>
                    <a:pt x="7923253" y="1503705"/>
                  </a:lnTo>
                </a:path>
                <a:path w="11341100" h="4857750">
                  <a:moveTo>
                    <a:pt x="7885401" y="1469298"/>
                  </a:moveTo>
                  <a:lnTo>
                    <a:pt x="7961106" y="1469298"/>
                  </a:lnTo>
                </a:path>
                <a:path w="11341100" h="4857750">
                  <a:moveTo>
                    <a:pt x="9049739" y="956403"/>
                  </a:moveTo>
                  <a:lnTo>
                    <a:pt x="9049739" y="1025217"/>
                  </a:lnTo>
                </a:path>
                <a:path w="11341100" h="4857750">
                  <a:moveTo>
                    <a:pt x="9011887" y="990810"/>
                  </a:moveTo>
                  <a:lnTo>
                    <a:pt x="9087592" y="990810"/>
                  </a:lnTo>
                </a:path>
                <a:path w="11341100" h="4857750">
                  <a:moveTo>
                    <a:pt x="10176225" y="478144"/>
                  </a:moveTo>
                  <a:lnTo>
                    <a:pt x="10176225" y="546958"/>
                  </a:lnTo>
                </a:path>
                <a:path w="11341100" h="4857750">
                  <a:moveTo>
                    <a:pt x="10138373" y="512551"/>
                  </a:moveTo>
                  <a:lnTo>
                    <a:pt x="10214078" y="512551"/>
                  </a:lnTo>
                </a:path>
                <a:path w="11341100" h="4857750">
                  <a:moveTo>
                    <a:pt x="11302711" y="0"/>
                  </a:moveTo>
                  <a:lnTo>
                    <a:pt x="11302711" y="68814"/>
                  </a:lnTo>
                </a:path>
                <a:path w="11341100" h="4857750">
                  <a:moveTo>
                    <a:pt x="11264859" y="34407"/>
                  </a:moveTo>
                  <a:lnTo>
                    <a:pt x="11340563" y="34407"/>
                  </a:lnTo>
                </a:path>
              </a:pathLst>
            </a:custGeom>
            <a:ln w="6021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454342" y="4172004"/>
              <a:ext cx="11264900" cy="1498600"/>
            </a:xfrm>
            <a:custGeom>
              <a:avLst/>
              <a:gdLst/>
              <a:ahLst/>
              <a:cxnLst/>
              <a:rect l="l" t="t" r="r" b="b"/>
              <a:pathLst>
                <a:path w="11264900" h="1498600">
                  <a:moveTo>
                    <a:pt x="0" y="1498223"/>
                  </a:moveTo>
                  <a:lnTo>
                    <a:pt x="1126485" y="1348334"/>
                  </a:lnTo>
                  <a:lnTo>
                    <a:pt x="2252971" y="1198457"/>
                  </a:lnTo>
                  <a:lnTo>
                    <a:pt x="3379457" y="1048614"/>
                  </a:lnTo>
                  <a:lnTo>
                    <a:pt x="4505943" y="898713"/>
                  </a:lnTo>
                  <a:lnTo>
                    <a:pt x="5632429" y="748928"/>
                  </a:lnTo>
                  <a:lnTo>
                    <a:pt x="6758915" y="599142"/>
                  </a:lnTo>
                  <a:lnTo>
                    <a:pt x="7885401" y="449356"/>
                  </a:lnTo>
                  <a:lnTo>
                    <a:pt x="9011887" y="299571"/>
                  </a:lnTo>
                  <a:lnTo>
                    <a:pt x="10138373" y="149785"/>
                  </a:lnTo>
                  <a:lnTo>
                    <a:pt x="11264859" y="0"/>
                  </a:lnTo>
                </a:path>
              </a:pathLst>
            </a:custGeom>
            <a:ln w="574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416490" y="4137597"/>
              <a:ext cx="11341100" cy="1567180"/>
            </a:xfrm>
            <a:custGeom>
              <a:avLst/>
              <a:gdLst/>
              <a:ahLst/>
              <a:cxnLst/>
              <a:rect l="l" t="t" r="r" b="b"/>
              <a:pathLst>
                <a:path w="11341100" h="1567179">
                  <a:moveTo>
                    <a:pt x="37852" y="1498211"/>
                  </a:moveTo>
                  <a:lnTo>
                    <a:pt x="37852" y="1567026"/>
                  </a:lnTo>
                </a:path>
                <a:path w="11341100" h="1567179">
                  <a:moveTo>
                    <a:pt x="0" y="1532618"/>
                  </a:moveTo>
                  <a:lnTo>
                    <a:pt x="75704" y="1532618"/>
                  </a:lnTo>
                </a:path>
                <a:path w="11341100" h="1567179">
                  <a:moveTo>
                    <a:pt x="11103" y="1508293"/>
                  </a:moveTo>
                  <a:lnTo>
                    <a:pt x="64601" y="1556956"/>
                  </a:lnTo>
                </a:path>
                <a:path w="11341100" h="1567179">
                  <a:moveTo>
                    <a:pt x="11103" y="1556956"/>
                  </a:moveTo>
                  <a:lnTo>
                    <a:pt x="64601" y="1508293"/>
                  </a:lnTo>
                </a:path>
                <a:path w="11341100" h="1567179">
                  <a:moveTo>
                    <a:pt x="1164338" y="1348334"/>
                  </a:moveTo>
                  <a:lnTo>
                    <a:pt x="1164338" y="1417148"/>
                  </a:lnTo>
                </a:path>
                <a:path w="11341100" h="1567179">
                  <a:moveTo>
                    <a:pt x="1126485" y="1382741"/>
                  </a:moveTo>
                  <a:lnTo>
                    <a:pt x="1202190" y="1382741"/>
                  </a:lnTo>
                </a:path>
                <a:path w="11341100" h="1567179">
                  <a:moveTo>
                    <a:pt x="1137589" y="1358404"/>
                  </a:moveTo>
                  <a:lnTo>
                    <a:pt x="1191087" y="1407067"/>
                  </a:lnTo>
                </a:path>
                <a:path w="11341100" h="1567179">
                  <a:moveTo>
                    <a:pt x="1137589" y="1407067"/>
                  </a:moveTo>
                  <a:lnTo>
                    <a:pt x="1191087" y="1358404"/>
                  </a:lnTo>
                </a:path>
                <a:path w="11341100" h="1567179">
                  <a:moveTo>
                    <a:pt x="2290824" y="1198457"/>
                  </a:moveTo>
                  <a:lnTo>
                    <a:pt x="2290824" y="1267271"/>
                  </a:lnTo>
                </a:path>
                <a:path w="11341100" h="1567179">
                  <a:moveTo>
                    <a:pt x="2252971" y="1232864"/>
                  </a:moveTo>
                  <a:lnTo>
                    <a:pt x="2328676" y="1232864"/>
                  </a:lnTo>
                </a:path>
                <a:path w="11341100" h="1567179">
                  <a:moveTo>
                    <a:pt x="2264075" y="1208538"/>
                  </a:moveTo>
                  <a:lnTo>
                    <a:pt x="2317573" y="1257190"/>
                  </a:lnTo>
                </a:path>
                <a:path w="11341100" h="1567179">
                  <a:moveTo>
                    <a:pt x="2264075" y="1257190"/>
                  </a:moveTo>
                  <a:lnTo>
                    <a:pt x="2317573" y="1208538"/>
                  </a:lnTo>
                </a:path>
                <a:path w="11341100" h="1567179">
                  <a:moveTo>
                    <a:pt x="3417310" y="1048614"/>
                  </a:moveTo>
                  <a:lnTo>
                    <a:pt x="3417310" y="1117416"/>
                  </a:lnTo>
                </a:path>
                <a:path w="11341100" h="1567179">
                  <a:moveTo>
                    <a:pt x="3379457" y="1083021"/>
                  </a:moveTo>
                  <a:lnTo>
                    <a:pt x="3455162" y="1083021"/>
                  </a:lnTo>
                </a:path>
                <a:path w="11341100" h="1567179">
                  <a:moveTo>
                    <a:pt x="3390561" y="1058706"/>
                  </a:moveTo>
                  <a:lnTo>
                    <a:pt x="3444059" y="1107335"/>
                  </a:lnTo>
                </a:path>
                <a:path w="11341100" h="1567179">
                  <a:moveTo>
                    <a:pt x="3390561" y="1107335"/>
                  </a:moveTo>
                  <a:lnTo>
                    <a:pt x="3444059" y="1058706"/>
                  </a:lnTo>
                </a:path>
                <a:path w="11341100" h="1567179">
                  <a:moveTo>
                    <a:pt x="4543796" y="898713"/>
                  </a:moveTo>
                  <a:lnTo>
                    <a:pt x="4543796" y="967528"/>
                  </a:lnTo>
                </a:path>
                <a:path w="11341100" h="1567179">
                  <a:moveTo>
                    <a:pt x="4505943" y="933120"/>
                  </a:moveTo>
                  <a:lnTo>
                    <a:pt x="4581648" y="933120"/>
                  </a:lnTo>
                </a:path>
                <a:path w="11341100" h="1567179">
                  <a:moveTo>
                    <a:pt x="4517047" y="908806"/>
                  </a:moveTo>
                  <a:lnTo>
                    <a:pt x="4570545" y="957549"/>
                  </a:lnTo>
                </a:path>
                <a:path w="11341100" h="1567179">
                  <a:moveTo>
                    <a:pt x="4517047" y="957549"/>
                  </a:moveTo>
                  <a:lnTo>
                    <a:pt x="4570545" y="908806"/>
                  </a:lnTo>
                </a:path>
                <a:path w="11341100" h="1567179">
                  <a:moveTo>
                    <a:pt x="5670281" y="748928"/>
                  </a:moveTo>
                  <a:lnTo>
                    <a:pt x="5670281" y="817742"/>
                  </a:lnTo>
                </a:path>
                <a:path w="11341100" h="1567179">
                  <a:moveTo>
                    <a:pt x="5632429" y="783335"/>
                  </a:moveTo>
                  <a:lnTo>
                    <a:pt x="5708134" y="783335"/>
                  </a:lnTo>
                </a:path>
                <a:path w="11341100" h="1567179">
                  <a:moveTo>
                    <a:pt x="5643533" y="759020"/>
                  </a:moveTo>
                  <a:lnTo>
                    <a:pt x="5697030" y="807649"/>
                  </a:lnTo>
                </a:path>
                <a:path w="11341100" h="1567179">
                  <a:moveTo>
                    <a:pt x="5643533" y="807649"/>
                  </a:moveTo>
                  <a:lnTo>
                    <a:pt x="5697030" y="759020"/>
                  </a:lnTo>
                </a:path>
                <a:path w="11341100" h="1567179">
                  <a:moveTo>
                    <a:pt x="6796767" y="599142"/>
                  </a:moveTo>
                  <a:lnTo>
                    <a:pt x="6796767" y="667956"/>
                  </a:lnTo>
                </a:path>
                <a:path w="11341100" h="1567179">
                  <a:moveTo>
                    <a:pt x="6758915" y="633549"/>
                  </a:moveTo>
                  <a:lnTo>
                    <a:pt x="6834620" y="633549"/>
                  </a:lnTo>
                </a:path>
                <a:path w="11341100" h="1567179">
                  <a:moveTo>
                    <a:pt x="6770018" y="609235"/>
                  </a:moveTo>
                  <a:lnTo>
                    <a:pt x="6823516" y="657864"/>
                  </a:lnTo>
                </a:path>
                <a:path w="11341100" h="1567179">
                  <a:moveTo>
                    <a:pt x="6770018" y="657864"/>
                  </a:moveTo>
                  <a:lnTo>
                    <a:pt x="6823516" y="609235"/>
                  </a:lnTo>
                </a:path>
                <a:path w="11341100" h="1567179">
                  <a:moveTo>
                    <a:pt x="7923253" y="449356"/>
                  </a:moveTo>
                  <a:lnTo>
                    <a:pt x="7923253" y="518171"/>
                  </a:lnTo>
                </a:path>
                <a:path w="11341100" h="1567179">
                  <a:moveTo>
                    <a:pt x="7885401" y="483764"/>
                  </a:moveTo>
                  <a:lnTo>
                    <a:pt x="7961106" y="483764"/>
                  </a:lnTo>
                </a:path>
                <a:path w="11341100" h="1567179">
                  <a:moveTo>
                    <a:pt x="7896504" y="459449"/>
                  </a:moveTo>
                  <a:lnTo>
                    <a:pt x="7950002" y="508078"/>
                  </a:lnTo>
                </a:path>
                <a:path w="11341100" h="1567179">
                  <a:moveTo>
                    <a:pt x="7896504" y="508078"/>
                  </a:moveTo>
                  <a:lnTo>
                    <a:pt x="7950002" y="459449"/>
                  </a:lnTo>
                </a:path>
                <a:path w="11341100" h="1567179">
                  <a:moveTo>
                    <a:pt x="9049739" y="299571"/>
                  </a:moveTo>
                  <a:lnTo>
                    <a:pt x="9049739" y="368385"/>
                  </a:lnTo>
                </a:path>
                <a:path w="11341100" h="1567179">
                  <a:moveTo>
                    <a:pt x="9011887" y="333978"/>
                  </a:moveTo>
                  <a:lnTo>
                    <a:pt x="9087592" y="333978"/>
                  </a:lnTo>
                </a:path>
                <a:path w="11341100" h="1567179">
                  <a:moveTo>
                    <a:pt x="9022990" y="309664"/>
                  </a:moveTo>
                  <a:lnTo>
                    <a:pt x="9076488" y="358292"/>
                  </a:lnTo>
                </a:path>
                <a:path w="11341100" h="1567179">
                  <a:moveTo>
                    <a:pt x="9022990" y="358292"/>
                  </a:moveTo>
                  <a:lnTo>
                    <a:pt x="9076488" y="309664"/>
                  </a:lnTo>
                </a:path>
                <a:path w="11341100" h="1567179">
                  <a:moveTo>
                    <a:pt x="10176225" y="149785"/>
                  </a:moveTo>
                  <a:lnTo>
                    <a:pt x="10176225" y="218599"/>
                  </a:lnTo>
                </a:path>
                <a:path w="11341100" h="1567179">
                  <a:moveTo>
                    <a:pt x="10138373" y="184192"/>
                  </a:moveTo>
                  <a:lnTo>
                    <a:pt x="10214078" y="184192"/>
                  </a:lnTo>
                </a:path>
                <a:path w="11341100" h="1567179">
                  <a:moveTo>
                    <a:pt x="10149476" y="159878"/>
                  </a:moveTo>
                  <a:lnTo>
                    <a:pt x="10202974" y="208507"/>
                  </a:lnTo>
                </a:path>
                <a:path w="11341100" h="1567179">
                  <a:moveTo>
                    <a:pt x="10149476" y="208507"/>
                  </a:moveTo>
                  <a:lnTo>
                    <a:pt x="10202974" y="159878"/>
                  </a:lnTo>
                </a:path>
                <a:path w="11341100" h="1567179">
                  <a:moveTo>
                    <a:pt x="11302711" y="0"/>
                  </a:moveTo>
                  <a:lnTo>
                    <a:pt x="11302711" y="68814"/>
                  </a:lnTo>
                </a:path>
                <a:path w="11341100" h="1567179">
                  <a:moveTo>
                    <a:pt x="11264859" y="34407"/>
                  </a:moveTo>
                  <a:lnTo>
                    <a:pt x="11340563" y="34407"/>
                  </a:lnTo>
                </a:path>
                <a:path w="11341100" h="1567179">
                  <a:moveTo>
                    <a:pt x="11275962" y="10092"/>
                  </a:moveTo>
                  <a:lnTo>
                    <a:pt x="11329460" y="58721"/>
                  </a:lnTo>
                </a:path>
                <a:path w="11341100" h="1567179">
                  <a:moveTo>
                    <a:pt x="11275962" y="58721"/>
                  </a:moveTo>
                  <a:lnTo>
                    <a:pt x="11329460" y="10092"/>
                  </a:lnTo>
                </a:path>
              </a:pathLst>
            </a:custGeom>
            <a:ln w="6021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454342" y="3573206"/>
              <a:ext cx="11264900" cy="2097405"/>
            </a:xfrm>
            <a:custGeom>
              <a:avLst/>
              <a:gdLst/>
              <a:ahLst/>
              <a:cxnLst/>
              <a:rect l="l" t="t" r="r" b="b"/>
              <a:pathLst>
                <a:path w="11264900" h="2097404">
                  <a:moveTo>
                    <a:pt x="0" y="2097021"/>
                  </a:moveTo>
                  <a:lnTo>
                    <a:pt x="1126485" y="1887172"/>
                  </a:lnTo>
                  <a:lnTo>
                    <a:pt x="2252971" y="1677369"/>
                  </a:lnTo>
                  <a:lnTo>
                    <a:pt x="3379457" y="1467578"/>
                  </a:lnTo>
                  <a:lnTo>
                    <a:pt x="4505943" y="1257809"/>
                  </a:lnTo>
                  <a:lnTo>
                    <a:pt x="5632429" y="1048155"/>
                  </a:lnTo>
                  <a:lnTo>
                    <a:pt x="6758915" y="838386"/>
                  </a:lnTo>
                  <a:lnTo>
                    <a:pt x="7885401" y="628732"/>
                  </a:lnTo>
                  <a:lnTo>
                    <a:pt x="9011887" y="419078"/>
                  </a:lnTo>
                  <a:lnTo>
                    <a:pt x="10138373" y="209539"/>
                  </a:lnTo>
                  <a:lnTo>
                    <a:pt x="11264859" y="0"/>
                  </a:lnTo>
                </a:path>
              </a:pathLst>
            </a:custGeom>
            <a:ln w="575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13335" y="5632942"/>
              <a:ext cx="82013" cy="74548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39821" y="5423104"/>
              <a:ext cx="82013" cy="74548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666307" y="5213278"/>
              <a:ext cx="82013" cy="74571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792793" y="5003509"/>
              <a:ext cx="82013" cy="74548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919279" y="4793741"/>
              <a:ext cx="82013" cy="74548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045765" y="4584087"/>
              <a:ext cx="82013" cy="74548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172251" y="4374318"/>
              <a:ext cx="82013" cy="74548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298737" y="4164664"/>
              <a:ext cx="82013" cy="74548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425223" y="3955010"/>
              <a:ext cx="82013" cy="74548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551709" y="3745471"/>
              <a:ext cx="82013" cy="74548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678195" y="3535932"/>
              <a:ext cx="82013" cy="74548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454342" y="3273864"/>
              <a:ext cx="11264900" cy="2396490"/>
            </a:xfrm>
            <a:custGeom>
              <a:avLst/>
              <a:gdLst/>
              <a:ahLst/>
              <a:cxnLst/>
              <a:rect l="l" t="t" r="r" b="b"/>
              <a:pathLst>
                <a:path w="11264900" h="2396490">
                  <a:moveTo>
                    <a:pt x="0" y="2396363"/>
                  </a:moveTo>
                  <a:lnTo>
                    <a:pt x="1126485" y="2156546"/>
                  </a:lnTo>
                  <a:lnTo>
                    <a:pt x="2252971" y="1916820"/>
                  </a:lnTo>
                  <a:lnTo>
                    <a:pt x="3379457" y="1677002"/>
                  </a:lnTo>
                  <a:lnTo>
                    <a:pt x="4505943" y="1437299"/>
                  </a:lnTo>
                  <a:lnTo>
                    <a:pt x="5632429" y="1197711"/>
                  </a:lnTo>
                  <a:lnTo>
                    <a:pt x="6758915" y="958008"/>
                  </a:lnTo>
                  <a:lnTo>
                    <a:pt x="7885401" y="718420"/>
                  </a:lnTo>
                  <a:lnTo>
                    <a:pt x="9011887" y="478947"/>
                  </a:lnTo>
                  <a:lnTo>
                    <a:pt x="10138373" y="239473"/>
                  </a:lnTo>
                  <a:lnTo>
                    <a:pt x="11264859" y="0"/>
                  </a:lnTo>
                </a:path>
              </a:pathLst>
            </a:custGeom>
            <a:ln w="5759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416490" y="3239457"/>
              <a:ext cx="11341100" cy="2465705"/>
            </a:xfrm>
            <a:custGeom>
              <a:avLst/>
              <a:gdLst/>
              <a:ahLst/>
              <a:cxnLst/>
              <a:rect l="l" t="t" r="r" b="b"/>
              <a:pathLst>
                <a:path w="11341100" h="2465704">
                  <a:moveTo>
                    <a:pt x="37852" y="2396352"/>
                  </a:moveTo>
                  <a:lnTo>
                    <a:pt x="37852" y="2465166"/>
                  </a:lnTo>
                </a:path>
                <a:path w="11341100" h="2465704">
                  <a:moveTo>
                    <a:pt x="0" y="2430759"/>
                  </a:moveTo>
                  <a:lnTo>
                    <a:pt x="75704" y="2430759"/>
                  </a:lnTo>
                </a:path>
                <a:path w="11341100" h="2465704">
                  <a:moveTo>
                    <a:pt x="1164338" y="2156546"/>
                  </a:moveTo>
                  <a:lnTo>
                    <a:pt x="1164338" y="2225360"/>
                  </a:lnTo>
                </a:path>
                <a:path w="11341100" h="2465704">
                  <a:moveTo>
                    <a:pt x="1126485" y="2190953"/>
                  </a:moveTo>
                  <a:lnTo>
                    <a:pt x="1202190" y="2190953"/>
                  </a:lnTo>
                </a:path>
                <a:path w="11341100" h="2465704">
                  <a:moveTo>
                    <a:pt x="2290824" y="1916820"/>
                  </a:moveTo>
                  <a:lnTo>
                    <a:pt x="2290824" y="1985634"/>
                  </a:lnTo>
                </a:path>
                <a:path w="11341100" h="2465704">
                  <a:moveTo>
                    <a:pt x="2252971" y="1951227"/>
                  </a:moveTo>
                  <a:lnTo>
                    <a:pt x="2328676" y="1951227"/>
                  </a:lnTo>
                </a:path>
                <a:path w="11341100" h="2465704">
                  <a:moveTo>
                    <a:pt x="3417310" y="1677002"/>
                  </a:moveTo>
                  <a:lnTo>
                    <a:pt x="3417310" y="1745816"/>
                  </a:lnTo>
                </a:path>
                <a:path w="11341100" h="2465704">
                  <a:moveTo>
                    <a:pt x="3379457" y="1711409"/>
                  </a:moveTo>
                  <a:lnTo>
                    <a:pt x="3455162" y="1711409"/>
                  </a:lnTo>
                </a:path>
                <a:path w="11341100" h="2465704">
                  <a:moveTo>
                    <a:pt x="4543796" y="1437299"/>
                  </a:moveTo>
                  <a:lnTo>
                    <a:pt x="4543796" y="1506114"/>
                  </a:lnTo>
                </a:path>
                <a:path w="11341100" h="2465704">
                  <a:moveTo>
                    <a:pt x="4505943" y="1471706"/>
                  </a:moveTo>
                  <a:lnTo>
                    <a:pt x="4581648" y="1471706"/>
                  </a:lnTo>
                </a:path>
                <a:path w="11341100" h="2465704">
                  <a:moveTo>
                    <a:pt x="5670281" y="1197711"/>
                  </a:moveTo>
                  <a:lnTo>
                    <a:pt x="5670281" y="1266525"/>
                  </a:lnTo>
                </a:path>
                <a:path w="11341100" h="2465704">
                  <a:moveTo>
                    <a:pt x="5632429" y="1232118"/>
                  </a:moveTo>
                  <a:lnTo>
                    <a:pt x="5708134" y="1232118"/>
                  </a:lnTo>
                </a:path>
                <a:path w="11341100" h="2465704">
                  <a:moveTo>
                    <a:pt x="6796767" y="958008"/>
                  </a:moveTo>
                  <a:lnTo>
                    <a:pt x="6796767" y="1026822"/>
                  </a:lnTo>
                </a:path>
                <a:path w="11341100" h="2465704">
                  <a:moveTo>
                    <a:pt x="6758915" y="992415"/>
                  </a:moveTo>
                  <a:lnTo>
                    <a:pt x="6834620" y="992415"/>
                  </a:lnTo>
                </a:path>
                <a:path w="11341100" h="2465704">
                  <a:moveTo>
                    <a:pt x="7923253" y="718420"/>
                  </a:moveTo>
                  <a:lnTo>
                    <a:pt x="7923253" y="787234"/>
                  </a:lnTo>
                </a:path>
                <a:path w="11341100" h="2465704">
                  <a:moveTo>
                    <a:pt x="7885401" y="752827"/>
                  </a:moveTo>
                  <a:lnTo>
                    <a:pt x="7961106" y="752827"/>
                  </a:lnTo>
                </a:path>
                <a:path w="11341100" h="2465704">
                  <a:moveTo>
                    <a:pt x="9049739" y="478947"/>
                  </a:moveTo>
                  <a:lnTo>
                    <a:pt x="9049739" y="547761"/>
                  </a:lnTo>
                </a:path>
                <a:path w="11341100" h="2465704">
                  <a:moveTo>
                    <a:pt x="9011887" y="513354"/>
                  </a:moveTo>
                  <a:lnTo>
                    <a:pt x="9087592" y="513354"/>
                  </a:lnTo>
                </a:path>
                <a:path w="11341100" h="2465704">
                  <a:moveTo>
                    <a:pt x="10176225" y="239473"/>
                  </a:moveTo>
                  <a:lnTo>
                    <a:pt x="10176225" y="308287"/>
                  </a:lnTo>
                </a:path>
                <a:path w="11341100" h="2465704">
                  <a:moveTo>
                    <a:pt x="10138373" y="273880"/>
                  </a:moveTo>
                  <a:lnTo>
                    <a:pt x="10214078" y="273880"/>
                  </a:lnTo>
                </a:path>
                <a:path w="11341100" h="2465704">
                  <a:moveTo>
                    <a:pt x="11302711" y="0"/>
                  </a:moveTo>
                  <a:lnTo>
                    <a:pt x="11302711" y="68814"/>
                  </a:lnTo>
                </a:path>
                <a:path w="11341100" h="2465704">
                  <a:moveTo>
                    <a:pt x="11264859" y="34407"/>
                  </a:moveTo>
                  <a:lnTo>
                    <a:pt x="11340563" y="34407"/>
                  </a:lnTo>
                </a:path>
              </a:pathLst>
            </a:custGeom>
            <a:ln w="6021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2619496" y="1410604"/>
              <a:ext cx="1840230" cy="585470"/>
            </a:xfrm>
            <a:custGeom>
              <a:avLst/>
              <a:gdLst/>
              <a:ahLst/>
              <a:cxnLst/>
              <a:rect l="l" t="t" r="r" b="b"/>
              <a:pathLst>
                <a:path w="1840229" h="585469">
                  <a:moveTo>
                    <a:pt x="1839624" y="0"/>
                  </a:moveTo>
                  <a:lnTo>
                    <a:pt x="0" y="0"/>
                  </a:lnTo>
                  <a:lnTo>
                    <a:pt x="0" y="584920"/>
                  </a:lnTo>
                  <a:lnTo>
                    <a:pt x="1839624" y="584920"/>
                  </a:lnTo>
                  <a:lnTo>
                    <a:pt x="18396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3071327" y="1472422"/>
              <a:ext cx="1336040" cy="125730"/>
            </a:xfrm>
            <a:custGeom>
              <a:avLst/>
              <a:gdLst/>
              <a:ahLst/>
              <a:cxnLst/>
              <a:rect l="l" t="t" r="r" b="b"/>
              <a:pathLst>
                <a:path w="1336039" h="125730">
                  <a:moveTo>
                    <a:pt x="13137" y="65602"/>
                  </a:moveTo>
                  <a:lnTo>
                    <a:pt x="11664" y="65602"/>
                  </a:lnTo>
                  <a:lnTo>
                    <a:pt x="0" y="66520"/>
                  </a:lnTo>
                  <a:lnTo>
                    <a:pt x="27379" y="97601"/>
                  </a:lnTo>
                  <a:lnTo>
                    <a:pt x="35328" y="98863"/>
                  </a:lnTo>
                  <a:lnTo>
                    <a:pt x="52362" y="98863"/>
                  </a:lnTo>
                  <a:lnTo>
                    <a:pt x="59049" y="97601"/>
                  </a:lnTo>
                  <a:lnTo>
                    <a:pt x="71162" y="92555"/>
                  </a:lnTo>
                  <a:lnTo>
                    <a:pt x="75704" y="89114"/>
                  </a:lnTo>
                  <a:lnTo>
                    <a:pt x="76882" y="87508"/>
                  </a:lnTo>
                  <a:lnTo>
                    <a:pt x="38230" y="87508"/>
                  </a:lnTo>
                  <a:lnTo>
                    <a:pt x="32805" y="86591"/>
                  </a:lnTo>
                  <a:lnTo>
                    <a:pt x="28010" y="84641"/>
                  </a:lnTo>
                  <a:lnTo>
                    <a:pt x="23216" y="82806"/>
                  </a:lnTo>
                  <a:lnTo>
                    <a:pt x="19683" y="80283"/>
                  </a:lnTo>
                  <a:lnTo>
                    <a:pt x="17412" y="77186"/>
                  </a:lnTo>
                  <a:lnTo>
                    <a:pt x="15140" y="74204"/>
                  </a:lnTo>
                  <a:lnTo>
                    <a:pt x="13753" y="70190"/>
                  </a:lnTo>
                  <a:lnTo>
                    <a:pt x="13260" y="66520"/>
                  </a:lnTo>
                  <a:lnTo>
                    <a:pt x="13137" y="65602"/>
                  </a:lnTo>
                  <a:close/>
                </a:path>
                <a:path w="1336039" h="125730">
                  <a:moveTo>
                    <a:pt x="48829" y="0"/>
                  </a:moveTo>
                  <a:lnTo>
                    <a:pt x="33940" y="0"/>
                  </a:lnTo>
                  <a:lnTo>
                    <a:pt x="26791" y="1146"/>
                  </a:lnTo>
                  <a:lnTo>
                    <a:pt x="27200" y="1146"/>
                  </a:lnTo>
                  <a:lnTo>
                    <a:pt x="15897" y="5390"/>
                  </a:lnTo>
                  <a:lnTo>
                    <a:pt x="4037" y="21561"/>
                  </a:lnTo>
                  <a:lnTo>
                    <a:pt x="4037" y="30737"/>
                  </a:lnTo>
                  <a:lnTo>
                    <a:pt x="5173" y="34636"/>
                  </a:lnTo>
                  <a:lnTo>
                    <a:pt x="7696" y="38191"/>
                  </a:lnTo>
                  <a:lnTo>
                    <a:pt x="10093" y="41747"/>
                  </a:lnTo>
                  <a:lnTo>
                    <a:pt x="13879" y="44729"/>
                  </a:lnTo>
                  <a:lnTo>
                    <a:pt x="22837" y="48972"/>
                  </a:lnTo>
                  <a:lnTo>
                    <a:pt x="29524" y="51037"/>
                  </a:lnTo>
                  <a:lnTo>
                    <a:pt x="48955" y="55166"/>
                  </a:lnTo>
                  <a:lnTo>
                    <a:pt x="55138" y="56771"/>
                  </a:lnTo>
                  <a:lnTo>
                    <a:pt x="57914" y="57803"/>
                  </a:lnTo>
                  <a:lnTo>
                    <a:pt x="62330" y="59294"/>
                  </a:lnTo>
                  <a:lnTo>
                    <a:pt x="65484" y="61129"/>
                  </a:lnTo>
                  <a:lnTo>
                    <a:pt x="69395" y="65602"/>
                  </a:lnTo>
                  <a:lnTo>
                    <a:pt x="70279" y="68240"/>
                  </a:lnTo>
                  <a:lnTo>
                    <a:pt x="70279" y="74204"/>
                  </a:lnTo>
                  <a:lnTo>
                    <a:pt x="58292" y="85329"/>
                  </a:lnTo>
                  <a:lnTo>
                    <a:pt x="54128" y="86820"/>
                  </a:lnTo>
                  <a:lnTo>
                    <a:pt x="49460" y="87508"/>
                  </a:lnTo>
                  <a:lnTo>
                    <a:pt x="76882" y="87508"/>
                  </a:lnTo>
                  <a:lnTo>
                    <a:pt x="78985" y="84641"/>
                  </a:lnTo>
                  <a:lnTo>
                    <a:pt x="82139" y="80053"/>
                  </a:lnTo>
                  <a:lnTo>
                    <a:pt x="83779" y="75351"/>
                  </a:lnTo>
                  <a:lnTo>
                    <a:pt x="83779" y="65144"/>
                  </a:lnTo>
                  <a:lnTo>
                    <a:pt x="82265" y="60556"/>
                  </a:lnTo>
                  <a:lnTo>
                    <a:pt x="79449" y="56771"/>
                  </a:lnTo>
                  <a:lnTo>
                    <a:pt x="76461" y="52642"/>
                  </a:lnTo>
                  <a:lnTo>
                    <a:pt x="71919" y="49431"/>
                  </a:lnTo>
                  <a:lnTo>
                    <a:pt x="65736" y="46908"/>
                  </a:lnTo>
                  <a:lnTo>
                    <a:pt x="61573" y="45073"/>
                  </a:lnTo>
                  <a:lnTo>
                    <a:pt x="53876" y="43123"/>
                  </a:lnTo>
                  <a:lnTo>
                    <a:pt x="42520" y="40715"/>
                  </a:lnTo>
                  <a:lnTo>
                    <a:pt x="31165" y="38421"/>
                  </a:lnTo>
                  <a:lnTo>
                    <a:pt x="24225" y="36127"/>
                  </a:lnTo>
                  <a:lnTo>
                    <a:pt x="21449" y="33948"/>
                  </a:lnTo>
                  <a:lnTo>
                    <a:pt x="18800" y="31769"/>
                  </a:lnTo>
                  <a:lnTo>
                    <a:pt x="17412" y="28901"/>
                  </a:lnTo>
                  <a:lnTo>
                    <a:pt x="17412" y="21561"/>
                  </a:lnTo>
                  <a:lnTo>
                    <a:pt x="19304" y="18121"/>
                  </a:lnTo>
                  <a:lnTo>
                    <a:pt x="23216" y="15368"/>
                  </a:lnTo>
                  <a:lnTo>
                    <a:pt x="26698" y="12730"/>
                  </a:lnTo>
                  <a:lnTo>
                    <a:pt x="25970" y="12730"/>
                  </a:lnTo>
                  <a:lnTo>
                    <a:pt x="33183" y="11124"/>
                  </a:lnTo>
                  <a:lnTo>
                    <a:pt x="73725" y="11124"/>
                  </a:lnTo>
                  <a:lnTo>
                    <a:pt x="72171" y="9060"/>
                  </a:lnTo>
                  <a:lnTo>
                    <a:pt x="67629" y="5619"/>
                  </a:lnTo>
                  <a:lnTo>
                    <a:pt x="61699" y="3326"/>
                  </a:lnTo>
                  <a:lnTo>
                    <a:pt x="55769" y="1146"/>
                  </a:lnTo>
                  <a:lnTo>
                    <a:pt x="48829" y="0"/>
                  </a:lnTo>
                  <a:close/>
                </a:path>
                <a:path w="1336039" h="125730">
                  <a:moveTo>
                    <a:pt x="73725" y="11124"/>
                  </a:moveTo>
                  <a:lnTo>
                    <a:pt x="49712" y="11124"/>
                  </a:lnTo>
                  <a:lnTo>
                    <a:pt x="56235" y="12730"/>
                  </a:lnTo>
                  <a:lnTo>
                    <a:pt x="55923" y="12730"/>
                  </a:lnTo>
                  <a:lnTo>
                    <a:pt x="64096" y="18809"/>
                  </a:lnTo>
                  <a:lnTo>
                    <a:pt x="66493" y="23396"/>
                  </a:lnTo>
                  <a:lnTo>
                    <a:pt x="67136" y="28557"/>
                  </a:lnTo>
                  <a:lnTo>
                    <a:pt x="67251" y="29475"/>
                  </a:lnTo>
                  <a:lnTo>
                    <a:pt x="80625" y="28557"/>
                  </a:lnTo>
                  <a:lnTo>
                    <a:pt x="80393" y="23396"/>
                  </a:lnTo>
                  <a:lnTo>
                    <a:pt x="80373" y="22938"/>
                  </a:lnTo>
                  <a:lnTo>
                    <a:pt x="78687" y="18121"/>
                  </a:lnTo>
                  <a:lnTo>
                    <a:pt x="78606" y="17891"/>
                  </a:lnTo>
                  <a:lnTo>
                    <a:pt x="75452" y="13418"/>
                  </a:lnTo>
                  <a:lnTo>
                    <a:pt x="73725" y="11124"/>
                  </a:lnTo>
                  <a:close/>
                </a:path>
                <a:path w="1336039" h="125730">
                  <a:moveTo>
                    <a:pt x="143081" y="26378"/>
                  </a:moveTo>
                  <a:lnTo>
                    <a:pt x="128319" y="26378"/>
                  </a:lnTo>
                  <a:lnTo>
                    <a:pt x="122263" y="27755"/>
                  </a:lnTo>
                  <a:lnTo>
                    <a:pt x="111033" y="33374"/>
                  </a:lnTo>
                  <a:lnTo>
                    <a:pt x="106869" y="37618"/>
                  </a:lnTo>
                  <a:lnTo>
                    <a:pt x="104220" y="43238"/>
                  </a:lnTo>
                  <a:lnTo>
                    <a:pt x="101444" y="48858"/>
                  </a:lnTo>
                  <a:lnTo>
                    <a:pt x="100056" y="55395"/>
                  </a:lnTo>
                  <a:lnTo>
                    <a:pt x="100056" y="62850"/>
                  </a:lnTo>
                  <a:lnTo>
                    <a:pt x="120638" y="96425"/>
                  </a:lnTo>
                  <a:lnTo>
                    <a:pt x="134754" y="98748"/>
                  </a:lnTo>
                  <a:lnTo>
                    <a:pt x="143081" y="98748"/>
                  </a:lnTo>
                  <a:lnTo>
                    <a:pt x="150147" y="96569"/>
                  </a:lnTo>
                  <a:lnTo>
                    <a:pt x="155825" y="92096"/>
                  </a:lnTo>
                  <a:lnTo>
                    <a:pt x="159516" y="89114"/>
                  </a:lnTo>
                  <a:lnTo>
                    <a:pt x="128319" y="89114"/>
                  </a:lnTo>
                  <a:lnTo>
                    <a:pt x="123146" y="87049"/>
                  </a:lnTo>
                  <a:lnTo>
                    <a:pt x="115323" y="78562"/>
                  </a:lnTo>
                  <a:lnTo>
                    <a:pt x="113430" y="71796"/>
                  </a:lnTo>
                  <a:lnTo>
                    <a:pt x="113430" y="53331"/>
                  </a:lnTo>
                  <a:lnTo>
                    <a:pt x="115449" y="46678"/>
                  </a:lnTo>
                  <a:lnTo>
                    <a:pt x="123524" y="38191"/>
                  </a:lnTo>
                  <a:lnTo>
                    <a:pt x="128824" y="36012"/>
                  </a:lnTo>
                  <a:lnTo>
                    <a:pt x="160524" y="36012"/>
                  </a:lnTo>
                  <a:lnTo>
                    <a:pt x="155194" y="32113"/>
                  </a:lnTo>
                  <a:lnTo>
                    <a:pt x="149895" y="28328"/>
                  </a:lnTo>
                  <a:lnTo>
                    <a:pt x="143081" y="26378"/>
                  </a:lnTo>
                  <a:close/>
                </a:path>
                <a:path w="1336039" h="125730">
                  <a:moveTo>
                    <a:pt x="153806" y="71796"/>
                  </a:moveTo>
                  <a:lnTo>
                    <a:pt x="152923" y="77760"/>
                  </a:lnTo>
                  <a:lnTo>
                    <a:pt x="150778" y="82118"/>
                  </a:lnTo>
                  <a:lnTo>
                    <a:pt x="147371" y="84870"/>
                  </a:lnTo>
                  <a:lnTo>
                    <a:pt x="143965" y="87738"/>
                  </a:lnTo>
                  <a:lnTo>
                    <a:pt x="139675" y="89114"/>
                  </a:lnTo>
                  <a:lnTo>
                    <a:pt x="159516" y="89114"/>
                  </a:lnTo>
                  <a:lnTo>
                    <a:pt x="161503" y="87508"/>
                  </a:lnTo>
                  <a:lnTo>
                    <a:pt x="165162" y="81315"/>
                  </a:lnTo>
                  <a:lnTo>
                    <a:pt x="166550" y="73401"/>
                  </a:lnTo>
                  <a:lnTo>
                    <a:pt x="153806" y="71796"/>
                  </a:lnTo>
                  <a:close/>
                </a:path>
                <a:path w="1336039" h="125730">
                  <a:moveTo>
                    <a:pt x="160440" y="36012"/>
                  </a:moveTo>
                  <a:lnTo>
                    <a:pt x="139675" y="36012"/>
                  </a:lnTo>
                  <a:lnTo>
                    <a:pt x="143334" y="37159"/>
                  </a:lnTo>
                  <a:lnTo>
                    <a:pt x="146362" y="39568"/>
                  </a:lnTo>
                  <a:lnTo>
                    <a:pt x="149390" y="41861"/>
                  </a:lnTo>
                  <a:lnTo>
                    <a:pt x="151535" y="45417"/>
                  </a:lnTo>
                  <a:lnTo>
                    <a:pt x="152671" y="50005"/>
                  </a:lnTo>
                  <a:lnTo>
                    <a:pt x="165288" y="48284"/>
                  </a:lnTo>
                  <a:lnTo>
                    <a:pt x="163898" y="41861"/>
                  </a:lnTo>
                  <a:lnTo>
                    <a:pt x="163774" y="41288"/>
                  </a:lnTo>
                  <a:lnTo>
                    <a:pt x="160440" y="36012"/>
                  </a:lnTo>
                  <a:close/>
                </a:path>
                <a:path w="1336039" h="125730">
                  <a:moveTo>
                    <a:pt x="238895" y="36127"/>
                  </a:moveTo>
                  <a:lnTo>
                    <a:pt x="216641" y="36127"/>
                  </a:lnTo>
                  <a:lnTo>
                    <a:pt x="221562" y="37389"/>
                  </a:lnTo>
                  <a:lnTo>
                    <a:pt x="224842" y="40026"/>
                  </a:lnTo>
                  <a:lnTo>
                    <a:pt x="227240" y="42091"/>
                  </a:lnTo>
                  <a:lnTo>
                    <a:pt x="228502" y="45417"/>
                  </a:lnTo>
                  <a:lnTo>
                    <a:pt x="228375" y="53216"/>
                  </a:lnTo>
                  <a:lnTo>
                    <a:pt x="223455" y="54821"/>
                  </a:lnTo>
                  <a:lnTo>
                    <a:pt x="215884" y="56198"/>
                  </a:lnTo>
                  <a:lnTo>
                    <a:pt x="200238" y="57918"/>
                  </a:lnTo>
                  <a:lnTo>
                    <a:pt x="196453" y="58492"/>
                  </a:lnTo>
                  <a:lnTo>
                    <a:pt x="193930" y="59065"/>
                  </a:lnTo>
                  <a:lnTo>
                    <a:pt x="190523" y="59983"/>
                  </a:lnTo>
                  <a:lnTo>
                    <a:pt x="187369" y="61244"/>
                  </a:lnTo>
                  <a:lnTo>
                    <a:pt x="184593" y="62965"/>
                  </a:lnTo>
                  <a:lnTo>
                    <a:pt x="181817" y="64570"/>
                  </a:lnTo>
                  <a:lnTo>
                    <a:pt x="179672" y="66864"/>
                  </a:lnTo>
                  <a:lnTo>
                    <a:pt x="177906" y="69617"/>
                  </a:lnTo>
                  <a:lnTo>
                    <a:pt x="176265" y="72484"/>
                  </a:lnTo>
                  <a:lnTo>
                    <a:pt x="175382" y="75580"/>
                  </a:lnTo>
                  <a:lnTo>
                    <a:pt x="175382" y="84756"/>
                  </a:lnTo>
                  <a:lnTo>
                    <a:pt x="177265" y="88655"/>
                  </a:lnTo>
                  <a:lnTo>
                    <a:pt x="177376" y="88885"/>
                  </a:lnTo>
                  <a:lnTo>
                    <a:pt x="177791" y="89573"/>
                  </a:lnTo>
                  <a:lnTo>
                    <a:pt x="186612" y="96913"/>
                  </a:lnTo>
                  <a:lnTo>
                    <a:pt x="193046" y="98748"/>
                  </a:lnTo>
                  <a:lnTo>
                    <a:pt x="206547" y="98748"/>
                  </a:lnTo>
                  <a:lnTo>
                    <a:pt x="228312" y="89573"/>
                  </a:lnTo>
                  <a:lnTo>
                    <a:pt x="199481" y="89573"/>
                  </a:lnTo>
                  <a:lnTo>
                    <a:pt x="196117" y="88655"/>
                  </a:lnTo>
                  <a:lnTo>
                    <a:pt x="195843" y="88655"/>
                  </a:lnTo>
                  <a:lnTo>
                    <a:pt x="193194" y="86591"/>
                  </a:lnTo>
                  <a:lnTo>
                    <a:pt x="190523" y="84412"/>
                  </a:lnTo>
                  <a:lnTo>
                    <a:pt x="189195" y="81888"/>
                  </a:lnTo>
                  <a:lnTo>
                    <a:pt x="189135" y="76613"/>
                  </a:lnTo>
                  <a:lnTo>
                    <a:pt x="189766" y="74778"/>
                  </a:lnTo>
                  <a:lnTo>
                    <a:pt x="191028" y="73057"/>
                  </a:lnTo>
                  <a:lnTo>
                    <a:pt x="192163" y="71337"/>
                  </a:lnTo>
                  <a:lnTo>
                    <a:pt x="193804" y="70075"/>
                  </a:lnTo>
                  <a:lnTo>
                    <a:pt x="196075" y="69272"/>
                  </a:lnTo>
                  <a:lnTo>
                    <a:pt x="198220" y="68355"/>
                  </a:lnTo>
                  <a:lnTo>
                    <a:pt x="202005" y="67552"/>
                  </a:lnTo>
                  <a:lnTo>
                    <a:pt x="216767" y="65717"/>
                  </a:lnTo>
                  <a:lnTo>
                    <a:pt x="223707" y="64226"/>
                  </a:lnTo>
                  <a:lnTo>
                    <a:pt x="228375" y="62506"/>
                  </a:lnTo>
                  <a:lnTo>
                    <a:pt x="241497" y="62506"/>
                  </a:lnTo>
                  <a:lnTo>
                    <a:pt x="241497" y="47367"/>
                  </a:lnTo>
                  <a:lnTo>
                    <a:pt x="241363" y="45417"/>
                  </a:lnTo>
                  <a:lnTo>
                    <a:pt x="241245" y="43697"/>
                  </a:lnTo>
                  <a:lnTo>
                    <a:pt x="240933" y="42091"/>
                  </a:lnTo>
                  <a:lnTo>
                    <a:pt x="240191" y="38880"/>
                  </a:lnTo>
                  <a:lnTo>
                    <a:pt x="240110" y="38535"/>
                  </a:lnTo>
                  <a:lnTo>
                    <a:pt x="238895" y="36127"/>
                  </a:lnTo>
                  <a:close/>
                </a:path>
                <a:path w="1336039" h="125730">
                  <a:moveTo>
                    <a:pt x="242330" y="88655"/>
                  </a:moveTo>
                  <a:lnTo>
                    <a:pt x="229511" y="88655"/>
                  </a:lnTo>
                  <a:lnTo>
                    <a:pt x="229863" y="91752"/>
                  </a:lnTo>
                  <a:lnTo>
                    <a:pt x="229889" y="91981"/>
                  </a:lnTo>
                  <a:lnTo>
                    <a:pt x="230702" y="94619"/>
                  </a:lnTo>
                  <a:lnTo>
                    <a:pt x="230839" y="94963"/>
                  </a:lnTo>
                  <a:lnTo>
                    <a:pt x="232161" y="97257"/>
                  </a:lnTo>
                  <a:lnTo>
                    <a:pt x="245535" y="97257"/>
                  </a:lnTo>
                  <a:lnTo>
                    <a:pt x="244021" y="94619"/>
                  </a:lnTo>
                  <a:lnTo>
                    <a:pt x="242976" y="91981"/>
                  </a:lnTo>
                  <a:lnTo>
                    <a:pt x="242885" y="91752"/>
                  </a:lnTo>
                  <a:lnTo>
                    <a:pt x="242502" y="89573"/>
                  </a:lnTo>
                  <a:lnTo>
                    <a:pt x="242381" y="88885"/>
                  </a:lnTo>
                  <a:lnTo>
                    <a:pt x="242330" y="88655"/>
                  </a:lnTo>
                  <a:close/>
                </a:path>
                <a:path w="1336039" h="125730">
                  <a:moveTo>
                    <a:pt x="241497" y="62506"/>
                  </a:moveTo>
                  <a:lnTo>
                    <a:pt x="228375" y="62506"/>
                  </a:lnTo>
                  <a:lnTo>
                    <a:pt x="228283" y="72484"/>
                  </a:lnTo>
                  <a:lnTo>
                    <a:pt x="227782" y="75580"/>
                  </a:lnTo>
                  <a:lnTo>
                    <a:pt x="217777" y="86591"/>
                  </a:lnTo>
                  <a:lnTo>
                    <a:pt x="213991" y="88655"/>
                  </a:lnTo>
                  <a:lnTo>
                    <a:pt x="209575" y="89573"/>
                  </a:lnTo>
                  <a:lnTo>
                    <a:pt x="228312" y="89573"/>
                  </a:lnTo>
                  <a:lnTo>
                    <a:pt x="229511" y="88655"/>
                  </a:lnTo>
                  <a:lnTo>
                    <a:pt x="242330" y="88655"/>
                  </a:lnTo>
                  <a:lnTo>
                    <a:pt x="241876" y="86591"/>
                  </a:lnTo>
                  <a:lnTo>
                    <a:pt x="241750" y="86017"/>
                  </a:lnTo>
                  <a:lnTo>
                    <a:pt x="241691" y="84412"/>
                  </a:lnTo>
                  <a:lnTo>
                    <a:pt x="241598" y="81888"/>
                  </a:lnTo>
                  <a:lnTo>
                    <a:pt x="241497" y="62506"/>
                  </a:lnTo>
                  <a:close/>
                </a:path>
                <a:path w="1336039" h="125730">
                  <a:moveTo>
                    <a:pt x="218534" y="26378"/>
                  </a:moveTo>
                  <a:lnTo>
                    <a:pt x="205412" y="26378"/>
                  </a:lnTo>
                  <a:lnTo>
                    <a:pt x="199734" y="27181"/>
                  </a:lnTo>
                  <a:lnTo>
                    <a:pt x="177653" y="47711"/>
                  </a:lnTo>
                  <a:lnTo>
                    <a:pt x="190271" y="49316"/>
                  </a:lnTo>
                  <a:lnTo>
                    <a:pt x="191659" y="44385"/>
                  </a:lnTo>
                  <a:lnTo>
                    <a:pt x="193804" y="40944"/>
                  </a:lnTo>
                  <a:lnTo>
                    <a:pt x="199608" y="37044"/>
                  </a:lnTo>
                  <a:lnTo>
                    <a:pt x="204024" y="36127"/>
                  </a:lnTo>
                  <a:lnTo>
                    <a:pt x="238895" y="36127"/>
                  </a:lnTo>
                  <a:lnTo>
                    <a:pt x="238722" y="35783"/>
                  </a:lnTo>
                  <a:lnTo>
                    <a:pt x="234936" y="31654"/>
                  </a:lnTo>
                  <a:lnTo>
                    <a:pt x="231908" y="29819"/>
                  </a:lnTo>
                  <a:lnTo>
                    <a:pt x="224170" y="27181"/>
                  </a:lnTo>
                  <a:lnTo>
                    <a:pt x="224716" y="27181"/>
                  </a:lnTo>
                  <a:lnTo>
                    <a:pt x="218534" y="26378"/>
                  </a:lnTo>
                  <a:close/>
                </a:path>
                <a:path w="1336039" h="125730">
                  <a:moveTo>
                    <a:pt x="276574" y="1605"/>
                  </a:moveTo>
                  <a:lnTo>
                    <a:pt x="263704" y="1605"/>
                  </a:lnTo>
                  <a:lnTo>
                    <a:pt x="263704" y="97257"/>
                  </a:lnTo>
                  <a:lnTo>
                    <a:pt x="276574" y="97257"/>
                  </a:lnTo>
                  <a:lnTo>
                    <a:pt x="276574" y="1605"/>
                  </a:lnTo>
                  <a:close/>
                </a:path>
                <a:path w="1336039" h="125730">
                  <a:moveTo>
                    <a:pt x="310641" y="1605"/>
                  </a:moveTo>
                  <a:lnTo>
                    <a:pt x="297645" y="1605"/>
                  </a:lnTo>
                  <a:lnTo>
                    <a:pt x="297645" y="15139"/>
                  </a:lnTo>
                  <a:lnTo>
                    <a:pt x="310641" y="15139"/>
                  </a:lnTo>
                  <a:lnTo>
                    <a:pt x="310641" y="1605"/>
                  </a:lnTo>
                  <a:close/>
                </a:path>
                <a:path w="1336039" h="125730">
                  <a:moveTo>
                    <a:pt x="310641" y="27984"/>
                  </a:moveTo>
                  <a:lnTo>
                    <a:pt x="297645" y="27984"/>
                  </a:lnTo>
                  <a:lnTo>
                    <a:pt x="297645" y="97257"/>
                  </a:lnTo>
                  <a:lnTo>
                    <a:pt x="310641" y="97257"/>
                  </a:lnTo>
                  <a:lnTo>
                    <a:pt x="310641" y="27984"/>
                  </a:lnTo>
                  <a:close/>
                </a:path>
                <a:path w="1336039" h="125730">
                  <a:moveTo>
                    <a:pt x="342942" y="27984"/>
                  </a:moveTo>
                  <a:lnTo>
                    <a:pt x="331334" y="27984"/>
                  </a:lnTo>
                  <a:lnTo>
                    <a:pt x="331334" y="97257"/>
                  </a:lnTo>
                  <a:lnTo>
                    <a:pt x="344204" y="97257"/>
                  </a:lnTo>
                  <a:lnTo>
                    <a:pt x="344204" y="50463"/>
                  </a:lnTo>
                  <a:lnTo>
                    <a:pt x="346222" y="44499"/>
                  </a:lnTo>
                  <a:lnTo>
                    <a:pt x="354171" y="38191"/>
                  </a:lnTo>
                  <a:lnTo>
                    <a:pt x="355199" y="37847"/>
                  </a:lnTo>
                  <a:lnTo>
                    <a:pt x="342942" y="37847"/>
                  </a:lnTo>
                  <a:lnTo>
                    <a:pt x="342942" y="27984"/>
                  </a:lnTo>
                  <a:close/>
                </a:path>
                <a:path w="1336039" h="125730">
                  <a:moveTo>
                    <a:pt x="390113" y="36586"/>
                  </a:moveTo>
                  <a:lnTo>
                    <a:pt x="367924" y="36586"/>
                  </a:lnTo>
                  <a:lnTo>
                    <a:pt x="370953" y="37274"/>
                  </a:lnTo>
                  <a:lnTo>
                    <a:pt x="373476" y="38650"/>
                  </a:lnTo>
                  <a:lnTo>
                    <a:pt x="376000" y="40141"/>
                  </a:lnTo>
                  <a:lnTo>
                    <a:pt x="377766" y="41976"/>
                  </a:lnTo>
                  <a:lnTo>
                    <a:pt x="378826" y="44499"/>
                  </a:lnTo>
                  <a:lnTo>
                    <a:pt x="379785" y="46678"/>
                  </a:lnTo>
                  <a:lnTo>
                    <a:pt x="380289" y="50463"/>
                  </a:lnTo>
                  <a:lnTo>
                    <a:pt x="380289" y="97257"/>
                  </a:lnTo>
                  <a:lnTo>
                    <a:pt x="393285" y="97257"/>
                  </a:lnTo>
                  <a:lnTo>
                    <a:pt x="393285" y="49202"/>
                  </a:lnTo>
                  <a:lnTo>
                    <a:pt x="393117" y="46678"/>
                  </a:lnTo>
                  <a:lnTo>
                    <a:pt x="393033" y="45417"/>
                  </a:lnTo>
                  <a:lnTo>
                    <a:pt x="391824" y="40141"/>
                  </a:lnTo>
                  <a:lnTo>
                    <a:pt x="391771" y="39912"/>
                  </a:lnTo>
                  <a:lnTo>
                    <a:pt x="390383" y="36930"/>
                  </a:lnTo>
                  <a:lnTo>
                    <a:pt x="390113" y="36586"/>
                  </a:lnTo>
                  <a:close/>
                </a:path>
                <a:path w="1336039" h="125730">
                  <a:moveTo>
                    <a:pt x="371836" y="26378"/>
                  </a:moveTo>
                  <a:lnTo>
                    <a:pt x="367167" y="26378"/>
                  </a:lnTo>
                  <a:lnTo>
                    <a:pt x="358731" y="27181"/>
                  </a:lnTo>
                  <a:lnTo>
                    <a:pt x="359413" y="27181"/>
                  </a:lnTo>
                  <a:lnTo>
                    <a:pt x="353162" y="29231"/>
                  </a:lnTo>
                  <a:lnTo>
                    <a:pt x="347579" y="32813"/>
                  </a:lnTo>
                  <a:lnTo>
                    <a:pt x="342942" y="37847"/>
                  </a:lnTo>
                  <a:lnTo>
                    <a:pt x="355199" y="37847"/>
                  </a:lnTo>
                  <a:lnTo>
                    <a:pt x="358966" y="36586"/>
                  </a:lnTo>
                  <a:lnTo>
                    <a:pt x="390113" y="36586"/>
                  </a:lnTo>
                  <a:lnTo>
                    <a:pt x="386598" y="32113"/>
                  </a:lnTo>
                  <a:lnTo>
                    <a:pt x="383696" y="30163"/>
                  </a:lnTo>
                  <a:lnTo>
                    <a:pt x="379911" y="28672"/>
                  </a:lnTo>
                  <a:lnTo>
                    <a:pt x="376000" y="27181"/>
                  </a:lnTo>
                  <a:lnTo>
                    <a:pt x="371836" y="26378"/>
                  </a:lnTo>
                  <a:close/>
                </a:path>
                <a:path w="1336039" h="125730">
                  <a:moveTo>
                    <a:pt x="413095" y="102991"/>
                  </a:moveTo>
                  <a:lnTo>
                    <a:pt x="412969" y="110446"/>
                  </a:lnTo>
                  <a:lnTo>
                    <a:pt x="415618" y="116066"/>
                  </a:lnTo>
                  <a:lnTo>
                    <a:pt x="426848" y="123521"/>
                  </a:lnTo>
                  <a:lnTo>
                    <a:pt x="434166" y="125356"/>
                  </a:lnTo>
                  <a:lnTo>
                    <a:pt x="450947" y="125356"/>
                  </a:lnTo>
                  <a:lnTo>
                    <a:pt x="457382" y="124094"/>
                  </a:lnTo>
                  <a:lnTo>
                    <a:pt x="462555" y="121457"/>
                  </a:lnTo>
                  <a:lnTo>
                    <a:pt x="467855" y="118819"/>
                  </a:lnTo>
                  <a:lnTo>
                    <a:pt x="471273" y="115607"/>
                  </a:lnTo>
                  <a:lnTo>
                    <a:pt x="437699" y="115607"/>
                  </a:lnTo>
                  <a:lnTo>
                    <a:pt x="433283" y="114575"/>
                  </a:lnTo>
                  <a:lnTo>
                    <a:pt x="427605" y="110790"/>
                  </a:lnTo>
                  <a:lnTo>
                    <a:pt x="426217" y="108153"/>
                  </a:lnTo>
                  <a:lnTo>
                    <a:pt x="425712" y="104712"/>
                  </a:lnTo>
                  <a:lnTo>
                    <a:pt x="413095" y="102991"/>
                  </a:lnTo>
                  <a:close/>
                </a:path>
                <a:path w="1336039" h="125730">
                  <a:moveTo>
                    <a:pt x="477696" y="88196"/>
                  </a:moveTo>
                  <a:lnTo>
                    <a:pt x="464574" y="88196"/>
                  </a:lnTo>
                  <a:lnTo>
                    <a:pt x="464532" y="96612"/>
                  </a:lnTo>
                  <a:lnTo>
                    <a:pt x="464431" y="98633"/>
                  </a:lnTo>
                  <a:lnTo>
                    <a:pt x="457004" y="112396"/>
                  </a:lnTo>
                  <a:lnTo>
                    <a:pt x="453849" y="114575"/>
                  </a:lnTo>
                  <a:lnTo>
                    <a:pt x="449181" y="115607"/>
                  </a:lnTo>
                  <a:lnTo>
                    <a:pt x="471273" y="115607"/>
                  </a:lnTo>
                  <a:lnTo>
                    <a:pt x="471640" y="115263"/>
                  </a:lnTo>
                  <a:lnTo>
                    <a:pt x="474037" y="110790"/>
                  </a:lnTo>
                  <a:lnTo>
                    <a:pt x="476561" y="106317"/>
                  </a:lnTo>
                  <a:lnTo>
                    <a:pt x="477696" y="98633"/>
                  </a:lnTo>
                  <a:lnTo>
                    <a:pt x="477696" y="88196"/>
                  </a:lnTo>
                  <a:close/>
                </a:path>
                <a:path w="1336039" h="125730">
                  <a:moveTo>
                    <a:pt x="452587" y="26378"/>
                  </a:moveTo>
                  <a:lnTo>
                    <a:pt x="436816" y="26378"/>
                  </a:lnTo>
                  <a:lnTo>
                    <a:pt x="430429" y="27984"/>
                  </a:lnTo>
                  <a:lnTo>
                    <a:pt x="430703" y="27984"/>
                  </a:lnTo>
                  <a:lnTo>
                    <a:pt x="425965" y="30966"/>
                  </a:lnTo>
                  <a:lnTo>
                    <a:pt x="420918" y="33948"/>
                  </a:lnTo>
                  <a:lnTo>
                    <a:pt x="417132" y="38306"/>
                  </a:lnTo>
                  <a:lnTo>
                    <a:pt x="414483" y="43926"/>
                  </a:lnTo>
                  <a:lnTo>
                    <a:pt x="411833" y="49431"/>
                  </a:lnTo>
                  <a:lnTo>
                    <a:pt x="410571" y="55624"/>
                  </a:lnTo>
                  <a:lnTo>
                    <a:pt x="410571" y="62162"/>
                  </a:lnTo>
                  <a:lnTo>
                    <a:pt x="411096" y="69129"/>
                  </a:lnTo>
                  <a:lnTo>
                    <a:pt x="412685" y="75580"/>
                  </a:lnTo>
                  <a:lnTo>
                    <a:pt x="415271" y="81315"/>
                  </a:lnTo>
                  <a:lnTo>
                    <a:pt x="415362" y="81516"/>
                  </a:lnTo>
                  <a:lnTo>
                    <a:pt x="443503" y="97257"/>
                  </a:lnTo>
                  <a:lnTo>
                    <a:pt x="451957" y="97257"/>
                  </a:lnTo>
                  <a:lnTo>
                    <a:pt x="458896" y="94160"/>
                  </a:lnTo>
                  <a:lnTo>
                    <a:pt x="464574" y="88196"/>
                  </a:lnTo>
                  <a:lnTo>
                    <a:pt x="477696" y="88196"/>
                  </a:lnTo>
                  <a:lnTo>
                    <a:pt x="477696" y="87508"/>
                  </a:lnTo>
                  <a:lnTo>
                    <a:pt x="438708" y="87508"/>
                  </a:lnTo>
                  <a:lnTo>
                    <a:pt x="433787" y="85444"/>
                  </a:lnTo>
                  <a:lnTo>
                    <a:pt x="425838" y="77071"/>
                  </a:lnTo>
                  <a:lnTo>
                    <a:pt x="423889" y="70649"/>
                  </a:lnTo>
                  <a:lnTo>
                    <a:pt x="423820" y="52986"/>
                  </a:lnTo>
                  <a:lnTo>
                    <a:pt x="425765" y="46908"/>
                  </a:lnTo>
                  <a:lnTo>
                    <a:pt x="425838" y="46678"/>
                  </a:lnTo>
                  <a:lnTo>
                    <a:pt x="433804" y="38306"/>
                  </a:lnTo>
                  <a:lnTo>
                    <a:pt x="433647" y="38306"/>
                  </a:lnTo>
                  <a:lnTo>
                    <a:pt x="438442" y="36242"/>
                  </a:lnTo>
                  <a:lnTo>
                    <a:pt x="465836" y="36242"/>
                  </a:lnTo>
                  <a:lnTo>
                    <a:pt x="459906" y="29704"/>
                  </a:lnTo>
                  <a:lnTo>
                    <a:pt x="452587" y="26378"/>
                  </a:lnTo>
                  <a:close/>
                </a:path>
                <a:path w="1336039" h="125730">
                  <a:moveTo>
                    <a:pt x="477696" y="27984"/>
                  </a:moveTo>
                  <a:lnTo>
                    <a:pt x="465836" y="27984"/>
                  </a:lnTo>
                  <a:lnTo>
                    <a:pt x="465836" y="36242"/>
                  </a:lnTo>
                  <a:lnTo>
                    <a:pt x="450582" y="36242"/>
                  </a:lnTo>
                  <a:lnTo>
                    <a:pt x="455363" y="38306"/>
                  </a:lnTo>
                  <a:lnTo>
                    <a:pt x="463565" y="46908"/>
                  </a:lnTo>
                  <a:lnTo>
                    <a:pt x="465632" y="52986"/>
                  </a:lnTo>
                  <a:lnTo>
                    <a:pt x="465710" y="70649"/>
                  </a:lnTo>
                  <a:lnTo>
                    <a:pt x="463691" y="77071"/>
                  </a:lnTo>
                  <a:lnTo>
                    <a:pt x="459653" y="81315"/>
                  </a:lnTo>
                  <a:lnTo>
                    <a:pt x="455616" y="85444"/>
                  </a:lnTo>
                  <a:lnTo>
                    <a:pt x="450695" y="87508"/>
                  </a:lnTo>
                  <a:lnTo>
                    <a:pt x="477696" y="87508"/>
                  </a:lnTo>
                  <a:lnTo>
                    <a:pt x="477696" y="27984"/>
                  </a:lnTo>
                  <a:close/>
                </a:path>
                <a:path w="1336039" h="125730">
                  <a:moveTo>
                    <a:pt x="615100" y="1605"/>
                  </a:moveTo>
                  <a:lnTo>
                    <a:pt x="544064" y="1605"/>
                  </a:lnTo>
                  <a:lnTo>
                    <a:pt x="544064" y="97257"/>
                  </a:lnTo>
                  <a:lnTo>
                    <a:pt x="558069" y="97257"/>
                  </a:lnTo>
                  <a:lnTo>
                    <a:pt x="558069" y="53789"/>
                  </a:lnTo>
                  <a:lnTo>
                    <a:pt x="607404" y="53789"/>
                  </a:lnTo>
                  <a:lnTo>
                    <a:pt x="607404" y="42550"/>
                  </a:lnTo>
                  <a:lnTo>
                    <a:pt x="558069" y="42550"/>
                  </a:lnTo>
                  <a:lnTo>
                    <a:pt x="558069" y="12845"/>
                  </a:lnTo>
                  <a:lnTo>
                    <a:pt x="615100" y="12845"/>
                  </a:lnTo>
                  <a:lnTo>
                    <a:pt x="615100" y="1605"/>
                  </a:lnTo>
                  <a:close/>
                </a:path>
                <a:path w="1336039" h="125730">
                  <a:moveTo>
                    <a:pt x="693376" y="36127"/>
                  </a:moveTo>
                  <a:lnTo>
                    <a:pt x="671122" y="36127"/>
                  </a:lnTo>
                  <a:lnTo>
                    <a:pt x="676042" y="37389"/>
                  </a:lnTo>
                  <a:lnTo>
                    <a:pt x="679323" y="40026"/>
                  </a:lnTo>
                  <a:lnTo>
                    <a:pt x="681720" y="42091"/>
                  </a:lnTo>
                  <a:lnTo>
                    <a:pt x="682982" y="45417"/>
                  </a:lnTo>
                  <a:lnTo>
                    <a:pt x="682982" y="53216"/>
                  </a:lnTo>
                  <a:lnTo>
                    <a:pt x="678061" y="54821"/>
                  </a:lnTo>
                  <a:lnTo>
                    <a:pt x="670365" y="56198"/>
                  </a:lnTo>
                  <a:lnTo>
                    <a:pt x="654719" y="57918"/>
                  </a:lnTo>
                  <a:lnTo>
                    <a:pt x="650934" y="58492"/>
                  </a:lnTo>
                  <a:lnTo>
                    <a:pt x="648410" y="59065"/>
                  </a:lnTo>
                  <a:lnTo>
                    <a:pt x="645004" y="59983"/>
                  </a:lnTo>
                  <a:lnTo>
                    <a:pt x="641849" y="61244"/>
                  </a:lnTo>
                  <a:lnTo>
                    <a:pt x="639073" y="62965"/>
                  </a:lnTo>
                  <a:lnTo>
                    <a:pt x="636298" y="64570"/>
                  </a:lnTo>
                  <a:lnTo>
                    <a:pt x="634153" y="66864"/>
                  </a:lnTo>
                  <a:lnTo>
                    <a:pt x="632386" y="69617"/>
                  </a:lnTo>
                  <a:lnTo>
                    <a:pt x="630746" y="72484"/>
                  </a:lnTo>
                  <a:lnTo>
                    <a:pt x="629863" y="75580"/>
                  </a:lnTo>
                  <a:lnTo>
                    <a:pt x="629863" y="84756"/>
                  </a:lnTo>
                  <a:lnTo>
                    <a:pt x="647527" y="98748"/>
                  </a:lnTo>
                  <a:lnTo>
                    <a:pt x="661028" y="98748"/>
                  </a:lnTo>
                  <a:lnTo>
                    <a:pt x="682793" y="89573"/>
                  </a:lnTo>
                  <a:lnTo>
                    <a:pt x="653962" y="89573"/>
                  </a:lnTo>
                  <a:lnTo>
                    <a:pt x="650597" y="88655"/>
                  </a:lnTo>
                  <a:lnTo>
                    <a:pt x="650324" y="88655"/>
                  </a:lnTo>
                  <a:lnTo>
                    <a:pt x="647674" y="86591"/>
                  </a:lnTo>
                  <a:lnTo>
                    <a:pt x="645004" y="84412"/>
                  </a:lnTo>
                  <a:lnTo>
                    <a:pt x="643676" y="81888"/>
                  </a:lnTo>
                  <a:lnTo>
                    <a:pt x="643616" y="76613"/>
                  </a:lnTo>
                  <a:lnTo>
                    <a:pt x="644247" y="74778"/>
                  </a:lnTo>
                  <a:lnTo>
                    <a:pt x="645508" y="73057"/>
                  </a:lnTo>
                  <a:lnTo>
                    <a:pt x="646644" y="71337"/>
                  </a:lnTo>
                  <a:lnTo>
                    <a:pt x="648410" y="70075"/>
                  </a:lnTo>
                  <a:lnTo>
                    <a:pt x="650555" y="69272"/>
                  </a:lnTo>
                  <a:lnTo>
                    <a:pt x="652700" y="68355"/>
                  </a:lnTo>
                  <a:lnTo>
                    <a:pt x="656485" y="67552"/>
                  </a:lnTo>
                  <a:lnTo>
                    <a:pt x="671248" y="65717"/>
                  </a:lnTo>
                  <a:lnTo>
                    <a:pt x="678187" y="64226"/>
                  </a:lnTo>
                  <a:lnTo>
                    <a:pt x="682982" y="62506"/>
                  </a:lnTo>
                  <a:lnTo>
                    <a:pt x="695978" y="62506"/>
                  </a:lnTo>
                  <a:lnTo>
                    <a:pt x="695978" y="47367"/>
                  </a:lnTo>
                  <a:lnTo>
                    <a:pt x="695844" y="45417"/>
                  </a:lnTo>
                  <a:lnTo>
                    <a:pt x="695726" y="43697"/>
                  </a:lnTo>
                  <a:lnTo>
                    <a:pt x="695414" y="42091"/>
                  </a:lnTo>
                  <a:lnTo>
                    <a:pt x="694671" y="38880"/>
                  </a:lnTo>
                  <a:lnTo>
                    <a:pt x="694590" y="38535"/>
                  </a:lnTo>
                  <a:lnTo>
                    <a:pt x="693376" y="36127"/>
                  </a:lnTo>
                  <a:close/>
                </a:path>
                <a:path w="1336039" h="125730">
                  <a:moveTo>
                    <a:pt x="696811" y="88655"/>
                  </a:moveTo>
                  <a:lnTo>
                    <a:pt x="683991" y="88655"/>
                  </a:lnTo>
                  <a:lnTo>
                    <a:pt x="684344" y="91752"/>
                  </a:lnTo>
                  <a:lnTo>
                    <a:pt x="684370" y="91981"/>
                  </a:lnTo>
                  <a:lnTo>
                    <a:pt x="685183" y="94619"/>
                  </a:lnTo>
                  <a:lnTo>
                    <a:pt x="685319" y="94963"/>
                  </a:lnTo>
                  <a:lnTo>
                    <a:pt x="686641" y="97257"/>
                  </a:lnTo>
                  <a:lnTo>
                    <a:pt x="700142" y="97257"/>
                  </a:lnTo>
                  <a:lnTo>
                    <a:pt x="698502" y="94619"/>
                  </a:lnTo>
                  <a:lnTo>
                    <a:pt x="697457" y="91981"/>
                  </a:lnTo>
                  <a:lnTo>
                    <a:pt x="697366" y="91752"/>
                  </a:lnTo>
                  <a:lnTo>
                    <a:pt x="696982" y="89573"/>
                  </a:lnTo>
                  <a:lnTo>
                    <a:pt x="696861" y="88885"/>
                  </a:lnTo>
                  <a:lnTo>
                    <a:pt x="696811" y="88655"/>
                  </a:lnTo>
                  <a:close/>
                </a:path>
                <a:path w="1336039" h="125730">
                  <a:moveTo>
                    <a:pt x="695978" y="62506"/>
                  </a:moveTo>
                  <a:lnTo>
                    <a:pt x="682982" y="62506"/>
                  </a:lnTo>
                  <a:lnTo>
                    <a:pt x="682871" y="72484"/>
                  </a:lnTo>
                  <a:lnTo>
                    <a:pt x="682270" y="75580"/>
                  </a:lnTo>
                  <a:lnTo>
                    <a:pt x="672257" y="86591"/>
                  </a:lnTo>
                  <a:lnTo>
                    <a:pt x="668472" y="88655"/>
                  </a:lnTo>
                  <a:lnTo>
                    <a:pt x="664056" y="89573"/>
                  </a:lnTo>
                  <a:lnTo>
                    <a:pt x="682793" y="89573"/>
                  </a:lnTo>
                  <a:lnTo>
                    <a:pt x="683991" y="88655"/>
                  </a:lnTo>
                  <a:lnTo>
                    <a:pt x="696811" y="88655"/>
                  </a:lnTo>
                  <a:lnTo>
                    <a:pt x="696357" y="86591"/>
                  </a:lnTo>
                  <a:lnTo>
                    <a:pt x="696230" y="86017"/>
                  </a:lnTo>
                  <a:lnTo>
                    <a:pt x="696172" y="84412"/>
                  </a:lnTo>
                  <a:lnTo>
                    <a:pt x="696079" y="81888"/>
                  </a:lnTo>
                  <a:lnTo>
                    <a:pt x="695978" y="62506"/>
                  </a:lnTo>
                  <a:close/>
                </a:path>
                <a:path w="1336039" h="125730">
                  <a:moveTo>
                    <a:pt x="673014" y="26378"/>
                  </a:moveTo>
                  <a:lnTo>
                    <a:pt x="659892" y="26378"/>
                  </a:lnTo>
                  <a:lnTo>
                    <a:pt x="654214" y="27181"/>
                  </a:lnTo>
                  <a:lnTo>
                    <a:pt x="632134" y="47711"/>
                  </a:lnTo>
                  <a:lnTo>
                    <a:pt x="644751" y="49316"/>
                  </a:lnTo>
                  <a:lnTo>
                    <a:pt x="646139" y="44385"/>
                  </a:lnTo>
                  <a:lnTo>
                    <a:pt x="648284" y="40944"/>
                  </a:lnTo>
                  <a:lnTo>
                    <a:pt x="654088" y="37044"/>
                  </a:lnTo>
                  <a:lnTo>
                    <a:pt x="658504" y="36127"/>
                  </a:lnTo>
                  <a:lnTo>
                    <a:pt x="693376" y="36127"/>
                  </a:lnTo>
                  <a:lnTo>
                    <a:pt x="693202" y="35783"/>
                  </a:lnTo>
                  <a:lnTo>
                    <a:pt x="689417" y="31654"/>
                  </a:lnTo>
                  <a:lnTo>
                    <a:pt x="686389" y="29819"/>
                  </a:lnTo>
                  <a:lnTo>
                    <a:pt x="678650" y="27181"/>
                  </a:lnTo>
                  <a:lnTo>
                    <a:pt x="679197" y="27181"/>
                  </a:lnTo>
                  <a:lnTo>
                    <a:pt x="673014" y="26378"/>
                  </a:lnTo>
                  <a:close/>
                </a:path>
                <a:path w="1336039" h="125730">
                  <a:moveTo>
                    <a:pt x="757551" y="26378"/>
                  </a:moveTo>
                  <a:lnTo>
                    <a:pt x="742663" y="26378"/>
                  </a:lnTo>
                  <a:lnTo>
                    <a:pt x="736606" y="27755"/>
                  </a:lnTo>
                  <a:lnTo>
                    <a:pt x="731055" y="30622"/>
                  </a:lnTo>
                  <a:lnTo>
                    <a:pt x="725503" y="33374"/>
                  </a:lnTo>
                  <a:lnTo>
                    <a:pt x="721339" y="37618"/>
                  </a:lnTo>
                  <a:lnTo>
                    <a:pt x="718563" y="43238"/>
                  </a:lnTo>
                  <a:lnTo>
                    <a:pt x="715914" y="48858"/>
                  </a:lnTo>
                  <a:lnTo>
                    <a:pt x="714526" y="55395"/>
                  </a:lnTo>
                  <a:lnTo>
                    <a:pt x="714526" y="62850"/>
                  </a:lnTo>
                  <a:lnTo>
                    <a:pt x="715117" y="71023"/>
                  </a:lnTo>
                  <a:lnTo>
                    <a:pt x="716788" y="77760"/>
                  </a:lnTo>
                  <a:lnTo>
                    <a:pt x="716891" y="78175"/>
                  </a:lnTo>
                  <a:lnTo>
                    <a:pt x="749224" y="98748"/>
                  </a:lnTo>
                  <a:lnTo>
                    <a:pt x="757551" y="98748"/>
                  </a:lnTo>
                  <a:lnTo>
                    <a:pt x="764491" y="96569"/>
                  </a:lnTo>
                  <a:lnTo>
                    <a:pt x="770295" y="92096"/>
                  </a:lnTo>
                  <a:lnTo>
                    <a:pt x="773985" y="89114"/>
                  </a:lnTo>
                  <a:lnTo>
                    <a:pt x="742663" y="89114"/>
                  </a:lnTo>
                  <a:lnTo>
                    <a:pt x="737616" y="87049"/>
                  </a:lnTo>
                  <a:lnTo>
                    <a:pt x="729793" y="78562"/>
                  </a:lnTo>
                  <a:lnTo>
                    <a:pt x="727774" y="71796"/>
                  </a:lnTo>
                  <a:lnTo>
                    <a:pt x="727774" y="53331"/>
                  </a:lnTo>
                  <a:lnTo>
                    <a:pt x="729793" y="46678"/>
                  </a:lnTo>
                  <a:lnTo>
                    <a:pt x="733830" y="42435"/>
                  </a:lnTo>
                  <a:lnTo>
                    <a:pt x="737994" y="38191"/>
                  </a:lnTo>
                  <a:lnTo>
                    <a:pt x="743293" y="36012"/>
                  </a:lnTo>
                  <a:lnTo>
                    <a:pt x="774998" y="36012"/>
                  </a:lnTo>
                  <a:lnTo>
                    <a:pt x="764238" y="28328"/>
                  </a:lnTo>
                  <a:lnTo>
                    <a:pt x="757551" y="26378"/>
                  </a:lnTo>
                  <a:close/>
                </a:path>
                <a:path w="1336039" h="125730">
                  <a:moveTo>
                    <a:pt x="768150" y="71796"/>
                  </a:moveTo>
                  <a:lnTo>
                    <a:pt x="767267" y="77760"/>
                  </a:lnTo>
                  <a:lnTo>
                    <a:pt x="765122" y="82118"/>
                  </a:lnTo>
                  <a:lnTo>
                    <a:pt x="761715" y="84870"/>
                  </a:lnTo>
                  <a:lnTo>
                    <a:pt x="758308" y="87738"/>
                  </a:lnTo>
                  <a:lnTo>
                    <a:pt x="754145" y="89114"/>
                  </a:lnTo>
                  <a:lnTo>
                    <a:pt x="773985" y="89114"/>
                  </a:lnTo>
                  <a:lnTo>
                    <a:pt x="775973" y="87508"/>
                  </a:lnTo>
                  <a:lnTo>
                    <a:pt x="779506" y="81315"/>
                  </a:lnTo>
                  <a:lnTo>
                    <a:pt x="780894" y="73401"/>
                  </a:lnTo>
                  <a:lnTo>
                    <a:pt x="768150" y="71796"/>
                  </a:lnTo>
                  <a:close/>
                </a:path>
                <a:path w="1336039" h="125730">
                  <a:moveTo>
                    <a:pt x="774910" y="36012"/>
                  </a:moveTo>
                  <a:lnTo>
                    <a:pt x="754018" y="36012"/>
                  </a:lnTo>
                  <a:lnTo>
                    <a:pt x="757677" y="37159"/>
                  </a:lnTo>
                  <a:lnTo>
                    <a:pt x="763860" y="41861"/>
                  </a:lnTo>
                  <a:lnTo>
                    <a:pt x="765879" y="45417"/>
                  </a:lnTo>
                  <a:lnTo>
                    <a:pt x="767140" y="50005"/>
                  </a:lnTo>
                  <a:lnTo>
                    <a:pt x="779632" y="48284"/>
                  </a:lnTo>
                  <a:lnTo>
                    <a:pt x="778471" y="42435"/>
                  </a:lnTo>
                  <a:lnTo>
                    <a:pt x="778358" y="41861"/>
                  </a:lnTo>
                  <a:lnTo>
                    <a:pt x="778244" y="41288"/>
                  </a:lnTo>
                  <a:lnTo>
                    <a:pt x="774910" y="36012"/>
                  </a:lnTo>
                  <a:close/>
                </a:path>
                <a:path w="1336039" h="125730">
                  <a:moveTo>
                    <a:pt x="809409" y="37044"/>
                  </a:moveTo>
                  <a:lnTo>
                    <a:pt x="796539" y="37044"/>
                  </a:lnTo>
                  <a:lnTo>
                    <a:pt x="796650" y="84985"/>
                  </a:lnTo>
                  <a:lnTo>
                    <a:pt x="797044" y="88655"/>
                  </a:lnTo>
                  <a:lnTo>
                    <a:pt x="798179" y="90834"/>
                  </a:lnTo>
                  <a:lnTo>
                    <a:pt x="799189" y="93013"/>
                  </a:lnTo>
                  <a:lnTo>
                    <a:pt x="800955" y="94734"/>
                  </a:lnTo>
                  <a:lnTo>
                    <a:pt x="803605" y="96110"/>
                  </a:lnTo>
                  <a:lnTo>
                    <a:pt x="806128" y="97486"/>
                  </a:lnTo>
                  <a:lnTo>
                    <a:pt x="809787" y="98174"/>
                  </a:lnTo>
                  <a:lnTo>
                    <a:pt x="817358" y="98174"/>
                  </a:lnTo>
                  <a:lnTo>
                    <a:pt x="820638" y="97830"/>
                  </a:lnTo>
                  <a:lnTo>
                    <a:pt x="824298" y="97142"/>
                  </a:lnTo>
                  <a:lnTo>
                    <a:pt x="822467" y="87049"/>
                  </a:lnTo>
                  <a:lnTo>
                    <a:pt x="813522" y="87049"/>
                  </a:lnTo>
                  <a:lnTo>
                    <a:pt x="811302" y="85788"/>
                  </a:lnTo>
                  <a:lnTo>
                    <a:pt x="810545" y="84985"/>
                  </a:lnTo>
                  <a:lnTo>
                    <a:pt x="810040" y="84068"/>
                  </a:lnTo>
                  <a:lnTo>
                    <a:pt x="809661" y="83150"/>
                  </a:lnTo>
                  <a:lnTo>
                    <a:pt x="809409" y="80971"/>
                  </a:lnTo>
                  <a:lnTo>
                    <a:pt x="809409" y="37044"/>
                  </a:lnTo>
                  <a:close/>
                </a:path>
                <a:path w="1336039" h="125730">
                  <a:moveTo>
                    <a:pt x="822405" y="86705"/>
                  </a:moveTo>
                  <a:lnTo>
                    <a:pt x="820008" y="87049"/>
                  </a:lnTo>
                  <a:lnTo>
                    <a:pt x="822467" y="87049"/>
                  </a:lnTo>
                  <a:lnTo>
                    <a:pt x="822405" y="86705"/>
                  </a:lnTo>
                  <a:close/>
                </a:path>
                <a:path w="1336039" h="125730">
                  <a:moveTo>
                    <a:pt x="822405" y="27984"/>
                  </a:moveTo>
                  <a:lnTo>
                    <a:pt x="787076" y="27984"/>
                  </a:lnTo>
                  <a:lnTo>
                    <a:pt x="787076" y="37044"/>
                  </a:lnTo>
                  <a:lnTo>
                    <a:pt x="822405" y="37044"/>
                  </a:lnTo>
                  <a:lnTo>
                    <a:pt x="822405" y="27984"/>
                  </a:lnTo>
                  <a:close/>
                </a:path>
                <a:path w="1336039" h="125730">
                  <a:moveTo>
                    <a:pt x="809409" y="3784"/>
                  </a:moveTo>
                  <a:lnTo>
                    <a:pt x="796539" y="10780"/>
                  </a:lnTo>
                  <a:lnTo>
                    <a:pt x="796539" y="27984"/>
                  </a:lnTo>
                  <a:lnTo>
                    <a:pt x="809409" y="27984"/>
                  </a:lnTo>
                  <a:lnTo>
                    <a:pt x="809409" y="3784"/>
                  </a:lnTo>
                  <a:close/>
                </a:path>
                <a:path w="1336039" h="125730">
                  <a:moveTo>
                    <a:pt x="867197" y="26378"/>
                  </a:moveTo>
                  <a:lnTo>
                    <a:pt x="857734" y="26378"/>
                  </a:lnTo>
                  <a:lnTo>
                    <a:pt x="849785" y="28901"/>
                  </a:lnTo>
                  <a:lnTo>
                    <a:pt x="831489" y="62620"/>
                  </a:lnTo>
                  <a:lnTo>
                    <a:pt x="832079" y="70534"/>
                  </a:lnTo>
                  <a:lnTo>
                    <a:pt x="859553" y="98167"/>
                  </a:lnTo>
                  <a:lnTo>
                    <a:pt x="867197" y="98748"/>
                  </a:lnTo>
                  <a:lnTo>
                    <a:pt x="873884" y="98748"/>
                  </a:lnTo>
                  <a:lnTo>
                    <a:pt x="879940" y="97372"/>
                  </a:lnTo>
                  <a:lnTo>
                    <a:pt x="891170" y="91752"/>
                  </a:lnTo>
                  <a:lnTo>
                    <a:pt x="893989" y="89114"/>
                  </a:lnTo>
                  <a:lnTo>
                    <a:pt x="860762" y="89114"/>
                  </a:lnTo>
                  <a:lnTo>
                    <a:pt x="855336" y="86935"/>
                  </a:lnTo>
                  <a:lnTo>
                    <a:pt x="851159" y="82691"/>
                  </a:lnTo>
                  <a:lnTo>
                    <a:pt x="846883" y="78104"/>
                  </a:lnTo>
                  <a:lnTo>
                    <a:pt x="844738" y="71452"/>
                  </a:lnTo>
                  <a:lnTo>
                    <a:pt x="844738" y="53782"/>
                  </a:lnTo>
                  <a:lnTo>
                    <a:pt x="846883" y="47137"/>
                  </a:lnTo>
                  <a:lnTo>
                    <a:pt x="851047" y="42664"/>
                  </a:lnTo>
                  <a:lnTo>
                    <a:pt x="855336" y="38306"/>
                  </a:lnTo>
                  <a:lnTo>
                    <a:pt x="860762" y="36127"/>
                  </a:lnTo>
                  <a:lnTo>
                    <a:pt x="893228" y="36127"/>
                  </a:lnTo>
                  <a:lnTo>
                    <a:pt x="892936" y="35783"/>
                  </a:lnTo>
                  <a:lnTo>
                    <a:pt x="887566" y="31652"/>
                  </a:lnTo>
                  <a:lnTo>
                    <a:pt x="881486" y="28715"/>
                  </a:lnTo>
                  <a:lnTo>
                    <a:pt x="874696" y="26961"/>
                  </a:lnTo>
                  <a:lnTo>
                    <a:pt x="867197" y="26378"/>
                  </a:lnTo>
                  <a:close/>
                </a:path>
                <a:path w="1336039" h="125730">
                  <a:moveTo>
                    <a:pt x="893228" y="36127"/>
                  </a:moveTo>
                  <a:lnTo>
                    <a:pt x="873506" y="36127"/>
                  </a:lnTo>
                  <a:lnTo>
                    <a:pt x="878931" y="38306"/>
                  </a:lnTo>
                  <a:lnTo>
                    <a:pt x="887385" y="47137"/>
                  </a:lnTo>
                  <a:lnTo>
                    <a:pt x="889530" y="53782"/>
                  </a:lnTo>
                  <a:lnTo>
                    <a:pt x="889493" y="71452"/>
                  </a:lnTo>
                  <a:lnTo>
                    <a:pt x="887385" y="78104"/>
                  </a:lnTo>
                  <a:lnTo>
                    <a:pt x="878931" y="86935"/>
                  </a:lnTo>
                  <a:lnTo>
                    <a:pt x="873632" y="89114"/>
                  </a:lnTo>
                  <a:lnTo>
                    <a:pt x="893989" y="89114"/>
                  </a:lnTo>
                  <a:lnTo>
                    <a:pt x="895460" y="87738"/>
                  </a:lnTo>
                  <a:lnTo>
                    <a:pt x="898488" y="82691"/>
                  </a:lnTo>
                  <a:lnTo>
                    <a:pt x="901390" y="77530"/>
                  </a:lnTo>
                  <a:lnTo>
                    <a:pt x="902706" y="71452"/>
                  </a:lnTo>
                  <a:lnTo>
                    <a:pt x="902830" y="70878"/>
                  </a:lnTo>
                  <a:lnTo>
                    <a:pt x="902904" y="61588"/>
                  </a:lnTo>
                  <a:lnTo>
                    <a:pt x="902269" y="53782"/>
                  </a:lnTo>
                  <a:lnTo>
                    <a:pt x="900451" y="47137"/>
                  </a:lnTo>
                  <a:lnTo>
                    <a:pt x="900381" y="46879"/>
                  </a:lnTo>
                  <a:lnTo>
                    <a:pt x="897262" y="40879"/>
                  </a:lnTo>
                  <a:lnTo>
                    <a:pt x="893228" y="36127"/>
                  </a:lnTo>
                  <a:close/>
                </a:path>
                <a:path w="1336039" h="125730">
                  <a:moveTo>
                    <a:pt x="931924" y="27984"/>
                  </a:moveTo>
                  <a:lnTo>
                    <a:pt x="920316" y="27984"/>
                  </a:lnTo>
                  <a:lnTo>
                    <a:pt x="920316" y="97257"/>
                  </a:lnTo>
                  <a:lnTo>
                    <a:pt x="933186" y="97257"/>
                  </a:lnTo>
                  <a:lnTo>
                    <a:pt x="933186" y="55968"/>
                  </a:lnTo>
                  <a:lnTo>
                    <a:pt x="933943" y="51381"/>
                  </a:lnTo>
                  <a:lnTo>
                    <a:pt x="944920" y="38535"/>
                  </a:lnTo>
                  <a:lnTo>
                    <a:pt x="931924" y="38535"/>
                  </a:lnTo>
                  <a:lnTo>
                    <a:pt x="931924" y="27984"/>
                  </a:lnTo>
                  <a:close/>
                </a:path>
                <a:path w="1336039" h="125730">
                  <a:moveTo>
                    <a:pt x="952743" y="26378"/>
                  </a:moveTo>
                  <a:lnTo>
                    <a:pt x="945425" y="26378"/>
                  </a:lnTo>
                  <a:lnTo>
                    <a:pt x="942649" y="27181"/>
                  </a:lnTo>
                  <a:lnTo>
                    <a:pt x="940126" y="28672"/>
                  </a:lnTo>
                  <a:lnTo>
                    <a:pt x="937602" y="30278"/>
                  </a:lnTo>
                  <a:lnTo>
                    <a:pt x="934953" y="33489"/>
                  </a:lnTo>
                  <a:lnTo>
                    <a:pt x="931854" y="38535"/>
                  </a:lnTo>
                  <a:lnTo>
                    <a:pt x="950977" y="38535"/>
                  </a:lnTo>
                  <a:lnTo>
                    <a:pt x="954131" y="39338"/>
                  </a:lnTo>
                  <a:lnTo>
                    <a:pt x="957285" y="41059"/>
                  </a:lnTo>
                  <a:lnTo>
                    <a:pt x="961655" y="30278"/>
                  </a:lnTo>
                  <a:lnTo>
                    <a:pt x="961908" y="30278"/>
                  </a:lnTo>
                  <a:lnTo>
                    <a:pt x="957159" y="27640"/>
                  </a:lnTo>
                  <a:lnTo>
                    <a:pt x="952743" y="26378"/>
                  </a:lnTo>
                  <a:close/>
                </a:path>
                <a:path w="1336039" h="125730">
                  <a:moveTo>
                    <a:pt x="1080810" y="30048"/>
                  </a:moveTo>
                  <a:lnTo>
                    <a:pt x="1011414" y="30048"/>
                  </a:lnTo>
                  <a:lnTo>
                    <a:pt x="1011414" y="40944"/>
                  </a:lnTo>
                  <a:lnTo>
                    <a:pt x="1080810" y="40944"/>
                  </a:lnTo>
                  <a:lnTo>
                    <a:pt x="1080810" y="30048"/>
                  </a:lnTo>
                  <a:close/>
                </a:path>
                <a:path w="1336039" h="125730">
                  <a:moveTo>
                    <a:pt x="1080810" y="59065"/>
                  </a:moveTo>
                  <a:lnTo>
                    <a:pt x="1011414" y="59065"/>
                  </a:lnTo>
                  <a:lnTo>
                    <a:pt x="1011414" y="70075"/>
                  </a:lnTo>
                  <a:lnTo>
                    <a:pt x="1080810" y="70075"/>
                  </a:lnTo>
                  <a:lnTo>
                    <a:pt x="1080810" y="59065"/>
                  </a:lnTo>
                  <a:close/>
                </a:path>
                <a:path w="1336039" h="125730">
                  <a:moveTo>
                    <a:pt x="1179731" y="1146"/>
                  </a:moveTo>
                  <a:lnTo>
                    <a:pt x="1166483" y="1146"/>
                  </a:lnTo>
                  <a:lnTo>
                    <a:pt x="1160048" y="3096"/>
                  </a:lnTo>
                  <a:lnTo>
                    <a:pt x="1139990" y="41982"/>
                  </a:lnTo>
                  <a:lnTo>
                    <a:pt x="1139734" y="50005"/>
                  </a:lnTo>
                  <a:lnTo>
                    <a:pt x="1140302" y="60818"/>
                  </a:lnTo>
                  <a:lnTo>
                    <a:pt x="1140394" y="62565"/>
                  </a:lnTo>
                  <a:lnTo>
                    <a:pt x="1160521" y="96382"/>
                  </a:lnTo>
                  <a:lnTo>
                    <a:pt x="1174053" y="98863"/>
                  </a:lnTo>
                  <a:lnTo>
                    <a:pt x="1181750" y="98863"/>
                  </a:lnTo>
                  <a:lnTo>
                    <a:pt x="1188185" y="97028"/>
                  </a:lnTo>
                  <a:lnTo>
                    <a:pt x="1198279" y="89458"/>
                  </a:lnTo>
                  <a:lnTo>
                    <a:pt x="1198443" y="89229"/>
                  </a:lnTo>
                  <a:lnTo>
                    <a:pt x="1168123" y="89229"/>
                  </a:lnTo>
                  <a:lnTo>
                    <a:pt x="1163202" y="86591"/>
                  </a:lnTo>
                  <a:lnTo>
                    <a:pt x="1153108" y="50005"/>
                  </a:lnTo>
                  <a:lnTo>
                    <a:pt x="1153410" y="41982"/>
                  </a:lnTo>
                  <a:lnTo>
                    <a:pt x="1153514" y="39211"/>
                  </a:lnTo>
                  <a:lnTo>
                    <a:pt x="1154727" y="30392"/>
                  </a:lnTo>
                  <a:lnTo>
                    <a:pt x="1154749" y="30235"/>
                  </a:lnTo>
                  <a:lnTo>
                    <a:pt x="1156834" y="23086"/>
                  </a:lnTo>
                  <a:lnTo>
                    <a:pt x="1159796" y="17777"/>
                  </a:lnTo>
                  <a:lnTo>
                    <a:pt x="1163328" y="13189"/>
                  </a:lnTo>
                  <a:lnTo>
                    <a:pt x="1167997" y="10895"/>
                  </a:lnTo>
                  <a:lnTo>
                    <a:pt x="1197908" y="10895"/>
                  </a:lnTo>
                  <a:lnTo>
                    <a:pt x="1196765" y="9289"/>
                  </a:lnTo>
                  <a:lnTo>
                    <a:pt x="1193232" y="6307"/>
                  </a:lnTo>
                  <a:lnTo>
                    <a:pt x="1184652" y="2179"/>
                  </a:lnTo>
                  <a:lnTo>
                    <a:pt x="1179731" y="1146"/>
                  </a:lnTo>
                  <a:close/>
                </a:path>
                <a:path w="1336039" h="125730">
                  <a:moveTo>
                    <a:pt x="1197908" y="10895"/>
                  </a:moveTo>
                  <a:lnTo>
                    <a:pt x="1179983" y="10895"/>
                  </a:lnTo>
                  <a:lnTo>
                    <a:pt x="1185030" y="13533"/>
                  </a:lnTo>
                  <a:lnTo>
                    <a:pt x="1189068" y="18694"/>
                  </a:lnTo>
                  <a:lnTo>
                    <a:pt x="1195124" y="50005"/>
                  </a:lnTo>
                  <a:lnTo>
                    <a:pt x="1194843" y="58026"/>
                  </a:lnTo>
                  <a:lnTo>
                    <a:pt x="1179983" y="89229"/>
                  </a:lnTo>
                  <a:lnTo>
                    <a:pt x="1198443" y="89229"/>
                  </a:lnTo>
                  <a:lnTo>
                    <a:pt x="1208373" y="50005"/>
                  </a:lnTo>
                  <a:lnTo>
                    <a:pt x="1208373" y="40600"/>
                  </a:lnTo>
                  <a:lnTo>
                    <a:pt x="1207616" y="33030"/>
                  </a:lnTo>
                  <a:lnTo>
                    <a:pt x="1206102" y="27410"/>
                  </a:lnTo>
                  <a:lnTo>
                    <a:pt x="1204461" y="21905"/>
                  </a:lnTo>
                  <a:lnTo>
                    <a:pt x="1202316" y="17088"/>
                  </a:lnTo>
                  <a:lnTo>
                    <a:pt x="1197908" y="10895"/>
                  </a:lnTo>
                  <a:close/>
                </a:path>
                <a:path w="1336039" h="125730">
                  <a:moveTo>
                    <a:pt x="1245973" y="83838"/>
                  </a:moveTo>
                  <a:lnTo>
                    <a:pt x="1231210" y="83838"/>
                  </a:lnTo>
                  <a:lnTo>
                    <a:pt x="1231210" y="97257"/>
                  </a:lnTo>
                  <a:lnTo>
                    <a:pt x="1245973" y="97257"/>
                  </a:lnTo>
                  <a:lnTo>
                    <a:pt x="1245973" y="83838"/>
                  </a:lnTo>
                  <a:close/>
                </a:path>
                <a:path w="1336039" h="125730">
                  <a:moveTo>
                    <a:pt x="1279661" y="71108"/>
                  </a:moveTo>
                  <a:lnTo>
                    <a:pt x="1266034" y="72140"/>
                  </a:lnTo>
                  <a:lnTo>
                    <a:pt x="1266918" y="80168"/>
                  </a:lnTo>
                  <a:lnTo>
                    <a:pt x="1270324" y="86705"/>
                  </a:lnTo>
                  <a:lnTo>
                    <a:pt x="1276381" y="91522"/>
                  </a:lnTo>
                  <a:lnTo>
                    <a:pt x="1282437" y="96454"/>
                  </a:lnTo>
                  <a:lnTo>
                    <a:pt x="1290260" y="98863"/>
                  </a:lnTo>
                  <a:lnTo>
                    <a:pt x="1299849" y="98863"/>
                  </a:lnTo>
                  <a:lnTo>
                    <a:pt x="1308177" y="98133"/>
                  </a:lnTo>
                  <a:lnTo>
                    <a:pt x="1315558" y="95952"/>
                  </a:lnTo>
                  <a:lnTo>
                    <a:pt x="1321993" y="92331"/>
                  </a:lnTo>
                  <a:lnTo>
                    <a:pt x="1325363" y="89229"/>
                  </a:lnTo>
                  <a:lnTo>
                    <a:pt x="1294676" y="89229"/>
                  </a:lnTo>
                  <a:lnTo>
                    <a:pt x="1290260" y="87738"/>
                  </a:lnTo>
                  <a:lnTo>
                    <a:pt x="1286601" y="84641"/>
                  </a:lnTo>
                  <a:lnTo>
                    <a:pt x="1282942" y="81659"/>
                  </a:lnTo>
                  <a:lnTo>
                    <a:pt x="1280671" y="77186"/>
                  </a:lnTo>
                  <a:lnTo>
                    <a:pt x="1279661" y="71108"/>
                  </a:lnTo>
                  <a:close/>
                </a:path>
                <a:path w="1336039" h="125730">
                  <a:moveTo>
                    <a:pt x="1328112" y="44155"/>
                  </a:moveTo>
                  <a:lnTo>
                    <a:pt x="1306284" y="44155"/>
                  </a:lnTo>
                  <a:lnTo>
                    <a:pt x="1311710" y="46105"/>
                  </a:lnTo>
                  <a:lnTo>
                    <a:pt x="1320037" y="53904"/>
                  </a:lnTo>
                  <a:lnTo>
                    <a:pt x="1322056" y="59180"/>
                  </a:lnTo>
                  <a:lnTo>
                    <a:pt x="1322056" y="72943"/>
                  </a:lnTo>
                  <a:lnTo>
                    <a:pt x="1319911" y="78562"/>
                  </a:lnTo>
                  <a:lnTo>
                    <a:pt x="1311331" y="87049"/>
                  </a:lnTo>
                  <a:lnTo>
                    <a:pt x="1306032" y="89229"/>
                  </a:lnTo>
                  <a:lnTo>
                    <a:pt x="1325363" y="89229"/>
                  </a:lnTo>
                  <a:lnTo>
                    <a:pt x="1327481" y="87279"/>
                  </a:lnTo>
                  <a:lnTo>
                    <a:pt x="1333033" y="80971"/>
                  </a:lnTo>
                  <a:lnTo>
                    <a:pt x="1335809" y="73516"/>
                  </a:lnTo>
                  <a:lnTo>
                    <a:pt x="1335809" y="55739"/>
                  </a:lnTo>
                  <a:lnTo>
                    <a:pt x="1332752" y="48514"/>
                  </a:lnTo>
                  <a:lnTo>
                    <a:pt x="1332655" y="48284"/>
                  </a:lnTo>
                  <a:lnTo>
                    <a:pt x="1328112" y="44155"/>
                  </a:lnTo>
                  <a:close/>
                </a:path>
                <a:path w="1336039" h="125730">
                  <a:moveTo>
                    <a:pt x="1330888" y="2867"/>
                  </a:moveTo>
                  <a:lnTo>
                    <a:pt x="1278526" y="2867"/>
                  </a:lnTo>
                  <a:lnTo>
                    <a:pt x="1268306" y="52069"/>
                  </a:lnTo>
                  <a:lnTo>
                    <a:pt x="1280418" y="53445"/>
                  </a:lnTo>
                  <a:lnTo>
                    <a:pt x="1282437" y="50693"/>
                  </a:lnTo>
                  <a:lnTo>
                    <a:pt x="1284961" y="48514"/>
                  </a:lnTo>
                  <a:lnTo>
                    <a:pt x="1291774" y="45073"/>
                  </a:lnTo>
                  <a:lnTo>
                    <a:pt x="1295433" y="44155"/>
                  </a:lnTo>
                  <a:lnTo>
                    <a:pt x="1328112" y="44155"/>
                  </a:lnTo>
                  <a:lnTo>
                    <a:pt x="1326346" y="42550"/>
                  </a:lnTo>
                  <a:lnTo>
                    <a:pt x="1323377" y="39797"/>
                  </a:lnTo>
                  <a:lnTo>
                    <a:pt x="1283194" y="39797"/>
                  </a:lnTo>
                  <a:lnTo>
                    <a:pt x="1288872" y="14106"/>
                  </a:lnTo>
                  <a:lnTo>
                    <a:pt x="1330888" y="14106"/>
                  </a:lnTo>
                  <a:lnTo>
                    <a:pt x="1330888" y="2867"/>
                  </a:lnTo>
                  <a:close/>
                </a:path>
                <a:path w="1336039" h="125730">
                  <a:moveTo>
                    <a:pt x="1312214" y="33833"/>
                  </a:moveTo>
                  <a:lnTo>
                    <a:pt x="1296190" y="33833"/>
                  </a:lnTo>
                  <a:lnTo>
                    <a:pt x="1289503" y="35783"/>
                  </a:lnTo>
                  <a:lnTo>
                    <a:pt x="1283194" y="39797"/>
                  </a:lnTo>
                  <a:lnTo>
                    <a:pt x="1323377" y="39797"/>
                  </a:lnTo>
                  <a:lnTo>
                    <a:pt x="1320037" y="36700"/>
                  </a:lnTo>
                  <a:lnTo>
                    <a:pt x="1312214" y="338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2657349" y="1518184"/>
              <a:ext cx="379095" cy="0"/>
            </a:xfrm>
            <a:custGeom>
              <a:avLst/>
              <a:gdLst/>
              <a:ahLst/>
              <a:cxnLst/>
              <a:rect l="l" t="t" r="r" b="b"/>
              <a:pathLst>
                <a:path w="379094" h="0">
                  <a:moveTo>
                    <a:pt x="0" y="0"/>
                  </a:moveTo>
                  <a:lnTo>
                    <a:pt x="378902" y="0"/>
                  </a:lnTo>
                </a:path>
              </a:pathLst>
            </a:custGeom>
            <a:ln w="573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2809010" y="1483777"/>
              <a:ext cx="76200" cy="69215"/>
            </a:xfrm>
            <a:custGeom>
              <a:avLst/>
              <a:gdLst/>
              <a:ahLst/>
              <a:cxnLst/>
              <a:rect l="l" t="t" r="r" b="b"/>
              <a:pathLst>
                <a:path w="76200" h="69215">
                  <a:moveTo>
                    <a:pt x="37852" y="0"/>
                  </a:moveTo>
                  <a:lnTo>
                    <a:pt x="37852" y="68814"/>
                  </a:lnTo>
                </a:path>
                <a:path w="76200" h="69215">
                  <a:moveTo>
                    <a:pt x="0" y="34407"/>
                  </a:moveTo>
                  <a:lnTo>
                    <a:pt x="75704" y="34407"/>
                  </a:lnTo>
                </a:path>
                <a:path w="76200" h="69215">
                  <a:moveTo>
                    <a:pt x="11103" y="10092"/>
                  </a:moveTo>
                  <a:lnTo>
                    <a:pt x="64601" y="58836"/>
                  </a:lnTo>
                </a:path>
                <a:path w="76200" h="69215">
                  <a:moveTo>
                    <a:pt x="11103" y="58836"/>
                  </a:moveTo>
                  <a:lnTo>
                    <a:pt x="64601" y="10092"/>
                  </a:lnTo>
                </a:path>
              </a:pathLst>
            </a:custGeom>
            <a:ln w="6021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3071327" y="1657188"/>
              <a:ext cx="1335405" cy="125730"/>
            </a:xfrm>
            <a:custGeom>
              <a:avLst/>
              <a:gdLst/>
              <a:ahLst/>
              <a:cxnLst/>
              <a:rect l="l" t="t" r="r" b="b"/>
              <a:pathLst>
                <a:path w="1335404" h="125730">
                  <a:moveTo>
                    <a:pt x="13122" y="65488"/>
                  </a:moveTo>
                  <a:lnTo>
                    <a:pt x="0" y="66635"/>
                  </a:lnTo>
                  <a:lnTo>
                    <a:pt x="126" y="72943"/>
                  </a:lnTo>
                  <a:lnTo>
                    <a:pt x="2144" y="78677"/>
                  </a:lnTo>
                  <a:lnTo>
                    <a:pt x="5804" y="83723"/>
                  </a:lnTo>
                  <a:lnTo>
                    <a:pt x="9463" y="88885"/>
                  </a:lnTo>
                  <a:lnTo>
                    <a:pt x="14510" y="92669"/>
                  </a:lnTo>
                  <a:lnTo>
                    <a:pt x="27379" y="97716"/>
                  </a:lnTo>
                  <a:lnTo>
                    <a:pt x="35328" y="98977"/>
                  </a:lnTo>
                  <a:lnTo>
                    <a:pt x="52362" y="98977"/>
                  </a:lnTo>
                  <a:lnTo>
                    <a:pt x="59049" y="97716"/>
                  </a:lnTo>
                  <a:lnTo>
                    <a:pt x="71162" y="92669"/>
                  </a:lnTo>
                  <a:lnTo>
                    <a:pt x="75704" y="89229"/>
                  </a:lnTo>
                  <a:lnTo>
                    <a:pt x="76852" y="87623"/>
                  </a:lnTo>
                  <a:lnTo>
                    <a:pt x="38230" y="87623"/>
                  </a:lnTo>
                  <a:lnTo>
                    <a:pt x="32805" y="86591"/>
                  </a:lnTo>
                  <a:lnTo>
                    <a:pt x="13152" y="65717"/>
                  </a:lnTo>
                  <a:lnTo>
                    <a:pt x="13122" y="65488"/>
                  </a:lnTo>
                  <a:close/>
                </a:path>
                <a:path w="1335404" h="125730">
                  <a:moveTo>
                    <a:pt x="48829" y="0"/>
                  </a:moveTo>
                  <a:lnTo>
                    <a:pt x="33940" y="0"/>
                  </a:lnTo>
                  <a:lnTo>
                    <a:pt x="27506" y="1146"/>
                  </a:lnTo>
                  <a:lnTo>
                    <a:pt x="4037" y="21561"/>
                  </a:lnTo>
                  <a:lnTo>
                    <a:pt x="4037" y="30737"/>
                  </a:lnTo>
                  <a:lnTo>
                    <a:pt x="5173" y="34751"/>
                  </a:lnTo>
                  <a:lnTo>
                    <a:pt x="7696" y="38306"/>
                  </a:lnTo>
                  <a:lnTo>
                    <a:pt x="10093" y="41861"/>
                  </a:lnTo>
                  <a:lnTo>
                    <a:pt x="48955" y="55280"/>
                  </a:lnTo>
                  <a:lnTo>
                    <a:pt x="55138" y="56886"/>
                  </a:lnTo>
                  <a:lnTo>
                    <a:pt x="70279" y="68355"/>
                  </a:lnTo>
                  <a:lnTo>
                    <a:pt x="70279" y="74319"/>
                  </a:lnTo>
                  <a:lnTo>
                    <a:pt x="49460" y="87623"/>
                  </a:lnTo>
                  <a:lnTo>
                    <a:pt x="76852" y="87623"/>
                  </a:lnTo>
                  <a:lnTo>
                    <a:pt x="78985" y="84641"/>
                  </a:lnTo>
                  <a:lnTo>
                    <a:pt x="82139" y="80168"/>
                  </a:lnTo>
                  <a:lnTo>
                    <a:pt x="83779" y="75351"/>
                  </a:lnTo>
                  <a:lnTo>
                    <a:pt x="83779" y="65144"/>
                  </a:lnTo>
                  <a:lnTo>
                    <a:pt x="31165" y="38535"/>
                  </a:lnTo>
                  <a:lnTo>
                    <a:pt x="24225" y="36242"/>
                  </a:lnTo>
                  <a:lnTo>
                    <a:pt x="21449" y="34063"/>
                  </a:lnTo>
                  <a:lnTo>
                    <a:pt x="18800" y="31769"/>
                  </a:lnTo>
                  <a:lnTo>
                    <a:pt x="17412" y="29016"/>
                  </a:lnTo>
                  <a:lnTo>
                    <a:pt x="17412" y="21561"/>
                  </a:lnTo>
                  <a:lnTo>
                    <a:pt x="19304" y="18235"/>
                  </a:lnTo>
                  <a:lnTo>
                    <a:pt x="26687" y="12845"/>
                  </a:lnTo>
                  <a:lnTo>
                    <a:pt x="25970" y="12845"/>
                  </a:lnTo>
                  <a:lnTo>
                    <a:pt x="33183" y="11239"/>
                  </a:lnTo>
                  <a:lnTo>
                    <a:pt x="73770" y="11239"/>
                  </a:lnTo>
                  <a:lnTo>
                    <a:pt x="72171" y="9060"/>
                  </a:lnTo>
                  <a:lnTo>
                    <a:pt x="67629" y="5734"/>
                  </a:lnTo>
                  <a:lnTo>
                    <a:pt x="55769" y="1146"/>
                  </a:lnTo>
                  <a:lnTo>
                    <a:pt x="48829" y="0"/>
                  </a:lnTo>
                  <a:close/>
                </a:path>
                <a:path w="1335404" h="125730">
                  <a:moveTo>
                    <a:pt x="73770" y="11239"/>
                  </a:moveTo>
                  <a:lnTo>
                    <a:pt x="49712" y="11239"/>
                  </a:lnTo>
                  <a:lnTo>
                    <a:pt x="56235" y="12845"/>
                  </a:lnTo>
                  <a:lnTo>
                    <a:pt x="55923" y="12845"/>
                  </a:lnTo>
                  <a:lnTo>
                    <a:pt x="64096" y="18923"/>
                  </a:lnTo>
                  <a:lnTo>
                    <a:pt x="66493" y="23511"/>
                  </a:lnTo>
                  <a:lnTo>
                    <a:pt x="67134" y="28557"/>
                  </a:lnTo>
                  <a:lnTo>
                    <a:pt x="67251" y="29475"/>
                  </a:lnTo>
                  <a:lnTo>
                    <a:pt x="80625" y="28557"/>
                  </a:lnTo>
                  <a:lnTo>
                    <a:pt x="80394" y="23511"/>
                  </a:lnTo>
                  <a:lnTo>
                    <a:pt x="80373" y="23052"/>
                  </a:lnTo>
                  <a:lnTo>
                    <a:pt x="78687" y="18235"/>
                  </a:lnTo>
                  <a:lnTo>
                    <a:pt x="78606" y="18006"/>
                  </a:lnTo>
                  <a:lnTo>
                    <a:pt x="75452" y="13533"/>
                  </a:lnTo>
                  <a:lnTo>
                    <a:pt x="73770" y="11239"/>
                  </a:lnTo>
                  <a:close/>
                </a:path>
                <a:path w="1335404" h="125730">
                  <a:moveTo>
                    <a:pt x="143081" y="26493"/>
                  </a:moveTo>
                  <a:lnTo>
                    <a:pt x="128319" y="26493"/>
                  </a:lnTo>
                  <a:lnTo>
                    <a:pt x="122263" y="27869"/>
                  </a:lnTo>
                  <a:lnTo>
                    <a:pt x="116585" y="30622"/>
                  </a:lnTo>
                  <a:lnTo>
                    <a:pt x="111033" y="33489"/>
                  </a:lnTo>
                  <a:lnTo>
                    <a:pt x="106869" y="37733"/>
                  </a:lnTo>
                  <a:lnTo>
                    <a:pt x="104220" y="43238"/>
                  </a:lnTo>
                  <a:lnTo>
                    <a:pt x="101444" y="48858"/>
                  </a:lnTo>
                  <a:lnTo>
                    <a:pt x="100056" y="55395"/>
                  </a:lnTo>
                  <a:lnTo>
                    <a:pt x="100056" y="62965"/>
                  </a:lnTo>
                  <a:lnTo>
                    <a:pt x="120638" y="96540"/>
                  </a:lnTo>
                  <a:lnTo>
                    <a:pt x="134754" y="98863"/>
                  </a:lnTo>
                  <a:lnTo>
                    <a:pt x="143081" y="98863"/>
                  </a:lnTo>
                  <a:lnTo>
                    <a:pt x="150147" y="96683"/>
                  </a:lnTo>
                  <a:lnTo>
                    <a:pt x="155825" y="92096"/>
                  </a:lnTo>
                  <a:lnTo>
                    <a:pt x="159465" y="89229"/>
                  </a:lnTo>
                  <a:lnTo>
                    <a:pt x="128319" y="89229"/>
                  </a:lnTo>
                  <a:lnTo>
                    <a:pt x="123146" y="87164"/>
                  </a:lnTo>
                  <a:lnTo>
                    <a:pt x="115323" y="78677"/>
                  </a:lnTo>
                  <a:lnTo>
                    <a:pt x="113430" y="71910"/>
                  </a:lnTo>
                  <a:lnTo>
                    <a:pt x="113430" y="53445"/>
                  </a:lnTo>
                  <a:lnTo>
                    <a:pt x="115449" y="46678"/>
                  </a:lnTo>
                  <a:lnTo>
                    <a:pt x="123524" y="38191"/>
                  </a:lnTo>
                  <a:lnTo>
                    <a:pt x="128824" y="36127"/>
                  </a:lnTo>
                  <a:lnTo>
                    <a:pt x="160519" y="36127"/>
                  </a:lnTo>
                  <a:lnTo>
                    <a:pt x="155194" y="32113"/>
                  </a:lnTo>
                  <a:lnTo>
                    <a:pt x="149895" y="28328"/>
                  </a:lnTo>
                  <a:lnTo>
                    <a:pt x="143081" y="26493"/>
                  </a:lnTo>
                  <a:close/>
                </a:path>
                <a:path w="1335404" h="125730">
                  <a:moveTo>
                    <a:pt x="153806" y="71910"/>
                  </a:moveTo>
                  <a:lnTo>
                    <a:pt x="152923" y="77760"/>
                  </a:lnTo>
                  <a:lnTo>
                    <a:pt x="150778" y="82118"/>
                  </a:lnTo>
                  <a:lnTo>
                    <a:pt x="143965" y="87852"/>
                  </a:lnTo>
                  <a:lnTo>
                    <a:pt x="139675" y="89229"/>
                  </a:lnTo>
                  <a:lnTo>
                    <a:pt x="159465" y="89229"/>
                  </a:lnTo>
                  <a:lnTo>
                    <a:pt x="161503" y="87623"/>
                  </a:lnTo>
                  <a:lnTo>
                    <a:pt x="165162" y="81430"/>
                  </a:lnTo>
                  <a:lnTo>
                    <a:pt x="166550" y="73401"/>
                  </a:lnTo>
                  <a:lnTo>
                    <a:pt x="153806" y="71910"/>
                  </a:lnTo>
                  <a:close/>
                </a:path>
                <a:path w="1335404" h="125730">
                  <a:moveTo>
                    <a:pt x="160440" y="36127"/>
                  </a:moveTo>
                  <a:lnTo>
                    <a:pt x="139675" y="36127"/>
                  </a:lnTo>
                  <a:lnTo>
                    <a:pt x="143334" y="37274"/>
                  </a:lnTo>
                  <a:lnTo>
                    <a:pt x="146362" y="39682"/>
                  </a:lnTo>
                  <a:lnTo>
                    <a:pt x="149390" y="41976"/>
                  </a:lnTo>
                  <a:lnTo>
                    <a:pt x="151535" y="45532"/>
                  </a:lnTo>
                  <a:lnTo>
                    <a:pt x="152671" y="50119"/>
                  </a:lnTo>
                  <a:lnTo>
                    <a:pt x="165288" y="48399"/>
                  </a:lnTo>
                  <a:lnTo>
                    <a:pt x="163898" y="41976"/>
                  </a:lnTo>
                  <a:lnTo>
                    <a:pt x="163774" y="41403"/>
                  </a:lnTo>
                  <a:lnTo>
                    <a:pt x="160440" y="36127"/>
                  </a:lnTo>
                  <a:close/>
                </a:path>
                <a:path w="1335404" h="125730">
                  <a:moveTo>
                    <a:pt x="238842" y="36127"/>
                  </a:moveTo>
                  <a:lnTo>
                    <a:pt x="216641" y="36127"/>
                  </a:lnTo>
                  <a:lnTo>
                    <a:pt x="221562" y="37503"/>
                  </a:lnTo>
                  <a:lnTo>
                    <a:pt x="227240" y="42091"/>
                  </a:lnTo>
                  <a:lnTo>
                    <a:pt x="228502" y="45532"/>
                  </a:lnTo>
                  <a:lnTo>
                    <a:pt x="228375" y="53331"/>
                  </a:lnTo>
                  <a:lnTo>
                    <a:pt x="223455" y="54936"/>
                  </a:lnTo>
                  <a:lnTo>
                    <a:pt x="215884" y="56198"/>
                  </a:lnTo>
                  <a:lnTo>
                    <a:pt x="200238" y="57918"/>
                  </a:lnTo>
                  <a:lnTo>
                    <a:pt x="196453" y="58492"/>
                  </a:lnTo>
                  <a:lnTo>
                    <a:pt x="193930" y="59180"/>
                  </a:lnTo>
                  <a:lnTo>
                    <a:pt x="190523" y="59983"/>
                  </a:lnTo>
                  <a:lnTo>
                    <a:pt x="187369" y="61244"/>
                  </a:lnTo>
                  <a:lnTo>
                    <a:pt x="175382" y="75695"/>
                  </a:lnTo>
                  <a:lnTo>
                    <a:pt x="175382" y="84870"/>
                  </a:lnTo>
                  <a:lnTo>
                    <a:pt x="177265" y="88770"/>
                  </a:lnTo>
                  <a:lnTo>
                    <a:pt x="177376" y="88999"/>
                  </a:lnTo>
                  <a:lnTo>
                    <a:pt x="177791" y="89687"/>
                  </a:lnTo>
                  <a:lnTo>
                    <a:pt x="186612" y="97028"/>
                  </a:lnTo>
                  <a:lnTo>
                    <a:pt x="193046" y="98863"/>
                  </a:lnTo>
                  <a:lnTo>
                    <a:pt x="206547" y="98863"/>
                  </a:lnTo>
                  <a:lnTo>
                    <a:pt x="211216" y="98174"/>
                  </a:lnTo>
                  <a:lnTo>
                    <a:pt x="215758" y="96569"/>
                  </a:lnTo>
                  <a:lnTo>
                    <a:pt x="220174" y="95078"/>
                  </a:lnTo>
                  <a:lnTo>
                    <a:pt x="224716" y="92440"/>
                  </a:lnTo>
                  <a:lnTo>
                    <a:pt x="228312" y="89687"/>
                  </a:lnTo>
                  <a:lnTo>
                    <a:pt x="199481" y="89687"/>
                  </a:lnTo>
                  <a:lnTo>
                    <a:pt x="196117" y="88770"/>
                  </a:lnTo>
                  <a:lnTo>
                    <a:pt x="195843" y="88770"/>
                  </a:lnTo>
                  <a:lnTo>
                    <a:pt x="193194" y="86705"/>
                  </a:lnTo>
                  <a:lnTo>
                    <a:pt x="190523" y="84412"/>
                  </a:lnTo>
                  <a:lnTo>
                    <a:pt x="189198" y="82003"/>
                  </a:lnTo>
                  <a:lnTo>
                    <a:pt x="189135" y="76727"/>
                  </a:lnTo>
                  <a:lnTo>
                    <a:pt x="189766" y="74778"/>
                  </a:lnTo>
                  <a:lnTo>
                    <a:pt x="191028" y="73172"/>
                  </a:lnTo>
                  <a:lnTo>
                    <a:pt x="192163" y="71452"/>
                  </a:lnTo>
                  <a:lnTo>
                    <a:pt x="216767" y="65717"/>
                  </a:lnTo>
                  <a:lnTo>
                    <a:pt x="223707" y="64226"/>
                  </a:lnTo>
                  <a:lnTo>
                    <a:pt x="228375" y="62506"/>
                  </a:lnTo>
                  <a:lnTo>
                    <a:pt x="241497" y="62506"/>
                  </a:lnTo>
                  <a:lnTo>
                    <a:pt x="241497" y="47367"/>
                  </a:lnTo>
                  <a:lnTo>
                    <a:pt x="241367" y="45532"/>
                  </a:lnTo>
                  <a:lnTo>
                    <a:pt x="241245" y="43811"/>
                  </a:lnTo>
                  <a:lnTo>
                    <a:pt x="240930" y="42091"/>
                  </a:lnTo>
                  <a:lnTo>
                    <a:pt x="240867" y="41747"/>
                  </a:lnTo>
                  <a:lnTo>
                    <a:pt x="240191" y="38880"/>
                  </a:lnTo>
                  <a:lnTo>
                    <a:pt x="240110" y="38535"/>
                  </a:lnTo>
                  <a:lnTo>
                    <a:pt x="238842" y="36127"/>
                  </a:lnTo>
                  <a:close/>
                </a:path>
                <a:path w="1335404" h="125730">
                  <a:moveTo>
                    <a:pt x="241497" y="62506"/>
                  </a:moveTo>
                  <a:lnTo>
                    <a:pt x="228375" y="62506"/>
                  </a:lnTo>
                  <a:lnTo>
                    <a:pt x="228283" y="72599"/>
                  </a:lnTo>
                  <a:lnTo>
                    <a:pt x="227782" y="75695"/>
                  </a:lnTo>
                  <a:lnTo>
                    <a:pt x="227744" y="75925"/>
                  </a:lnTo>
                  <a:lnTo>
                    <a:pt x="226357" y="78562"/>
                  </a:lnTo>
                  <a:lnTo>
                    <a:pt x="224590" y="82003"/>
                  </a:lnTo>
                  <a:lnTo>
                    <a:pt x="222051" y="84412"/>
                  </a:lnTo>
                  <a:lnTo>
                    <a:pt x="221458" y="84870"/>
                  </a:lnTo>
                  <a:lnTo>
                    <a:pt x="217777" y="86705"/>
                  </a:lnTo>
                  <a:lnTo>
                    <a:pt x="213769" y="88770"/>
                  </a:lnTo>
                  <a:lnTo>
                    <a:pt x="229511" y="88770"/>
                  </a:lnTo>
                  <a:lnTo>
                    <a:pt x="229889" y="91981"/>
                  </a:lnTo>
                  <a:lnTo>
                    <a:pt x="230702" y="94619"/>
                  </a:lnTo>
                  <a:lnTo>
                    <a:pt x="230773" y="94848"/>
                  </a:lnTo>
                  <a:lnTo>
                    <a:pt x="232161" y="97372"/>
                  </a:lnTo>
                  <a:lnTo>
                    <a:pt x="245535" y="97372"/>
                  </a:lnTo>
                  <a:lnTo>
                    <a:pt x="244273" y="95078"/>
                  </a:lnTo>
                  <a:lnTo>
                    <a:pt x="244147" y="94848"/>
                  </a:lnTo>
                  <a:lnTo>
                    <a:pt x="244021" y="94619"/>
                  </a:lnTo>
                  <a:lnTo>
                    <a:pt x="242933" y="91981"/>
                  </a:lnTo>
                  <a:lnTo>
                    <a:pt x="242502" y="89687"/>
                  </a:lnTo>
                  <a:lnTo>
                    <a:pt x="242381" y="88999"/>
                  </a:lnTo>
                  <a:lnTo>
                    <a:pt x="241876" y="86705"/>
                  </a:lnTo>
                  <a:lnTo>
                    <a:pt x="241750" y="86132"/>
                  </a:lnTo>
                  <a:lnTo>
                    <a:pt x="241687" y="84412"/>
                  </a:lnTo>
                  <a:lnTo>
                    <a:pt x="241598" y="82003"/>
                  </a:lnTo>
                  <a:lnTo>
                    <a:pt x="241497" y="62506"/>
                  </a:lnTo>
                  <a:close/>
                </a:path>
                <a:path w="1335404" h="125730">
                  <a:moveTo>
                    <a:pt x="229511" y="88770"/>
                  </a:moveTo>
                  <a:lnTo>
                    <a:pt x="213501" y="88770"/>
                  </a:lnTo>
                  <a:lnTo>
                    <a:pt x="209575" y="89687"/>
                  </a:lnTo>
                  <a:lnTo>
                    <a:pt x="228312" y="89687"/>
                  </a:lnTo>
                  <a:lnTo>
                    <a:pt x="229511" y="88770"/>
                  </a:lnTo>
                  <a:close/>
                </a:path>
                <a:path w="1335404" h="125730">
                  <a:moveTo>
                    <a:pt x="218534" y="26493"/>
                  </a:moveTo>
                  <a:lnTo>
                    <a:pt x="205412" y="26493"/>
                  </a:lnTo>
                  <a:lnTo>
                    <a:pt x="199734" y="27296"/>
                  </a:lnTo>
                  <a:lnTo>
                    <a:pt x="177759" y="47367"/>
                  </a:lnTo>
                  <a:lnTo>
                    <a:pt x="177653" y="47825"/>
                  </a:lnTo>
                  <a:lnTo>
                    <a:pt x="190271" y="49316"/>
                  </a:lnTo>
                  <a:lnTo>
                    <a:pt x="191659" y="44499"/>
                  </a:lnTo>
                  <a:lnTo>
                    <a:pt x="193804" y="41059"/>
                  </a:lnTo>
                  <a:lnTo>
                    <a:pt x="199608" y="37159"/>
                  </a:lnTo>
                  <a:lnTo>
                    <a:pt x="204024" y="36127"/>
                  </a:lnTo>
                  <a:lnTo>
                    <a:pt x="238842" y="36127"/>
                  </a:lnTo>
                  <a:lnTo>
                    <a:pt x="238722" y="35898"/>
                  </a:lnTo>
                  <a:lnTo>
                    <a:pt x="236829" y="33833"/>
                  </a:lnTo>
                  <a:lnTo>
                    <a:pt x="234936" y="31654"/>
                  </a:lnTo>
                  <a:lnTo>
                    <a:pt x="231908" y="29934"/>
                  </a:lnTo>
                  <a:lnTo>
                    <a:pt x="224170" y="27296"/>
                  </a:lnTo>
                  <a:lnTo>
                    <a:pt x="224716" y="27296"/>
                  </a:lnTo>
                  <a:lnTo>
                    <a:pt x="218534" y="26493"/>
                  </a:lnTo>
                  <a:close/>
                </a:path>
                <a:path w="1335404" h="125730">
                  <a:moveTo>
                    <a:pt x="276574" y="1720"/>
                  </a:moveTo>
                  <a:lnTo>
                    <a:pt x="263704" y="1720"/>
                  </a:lnTo>
                  <a:lnTo>
                    <a:pt x="263704" y="97372"/>
                  </a:lnTo>
                  <a:lnTo>
                    <a:pt x="276574" y="97372"/>
                  </a:lnTo>
                  <a:lnTo>
                    <a:pt x="276574" y="1720"/>
                  </a:lnTo>
                  <a:close/>
                </a:path>
                <a:path w="1335404" h="125730">
                  <a:moveTo>
                    <a:pt x="310641" y="1720"/>
                  </a:moveTo>
                  <a:lnTo>
                    <a:pt x="297645" y="1720"/>
                  </a:lnTo>
                  <a:lnTo>
                    <a:pt x="297645" y="15139"/>
                  </a:lnTo>
                  <a:lnTo>
                    <a:pt x="310641" y="15139"/>
                  </a:lnTo>
                  <a:lnTo>
                    <a:pt x="310641" y="1720"/>
                  </a:lnTo>
                  <a:close/>
                </a:path>
                <a:path w="1335404" h="125730">
                  <a:moveTo>
                    <a:pt x="310641" y="27984"/>
                  </a:moveTo>
                  <a:lnTo>
                    <a:pt x="297645" y="27984"/>
                  </a:lnTo>
                  <a:lnTo>
                    <a:pt x="297645" y="97372"/>
                  </a:lnTo>
                  <a:lnTo>
                    <a:pt x="310641" y="97372"/>
                  </a:lnTo>
                  <a:lnTo>
                    <a:pt x="310641" y="27984"/>
                  </a:lnTo>
                  <a:close/>
                </a:path>
                <a:path w="1335404" h="125730">
                  <a:moveTo>
                    <a:pt x="342942" y="27984"/>
                  </a:moveTo>
                  <a:lnTo>
                    <a:pt x="331334" y="27984"/>
                  </a:lnTo>
                  <a:lnTo>
                    <a:pt x="331334" y="97372"/>
                  </a:lnTo>
                  <a:lnTo>
                    <a:pt x="344204" y="97372"/>
                  </a:lnTo>
                  <a:lnTo>
                    <a:pt x="344281" y="50349"/>
                  </a:lnTo>
                  <a:lnTo>
                    <a:pt x="346222" y="44614"/>
                  </a:lnTo>
                  <a:lnTo>
                    <a:pt x="350260" y="41403"/>
                  </a:lnTo>
                  <a:lnTo>
                    <a:pt x="354171" y="38191"/>
                  </a:lnTo>
                  <a:lnTo>
                    <a:pt x="355199" y="37847"/>
                  </a:lnTo>
                  <a:lnTo>
                    <a:pt x="342942" y="37847"/>
                  </a:lnTo>
                  <a:lnTo>
                    <a:pt x="342942" y="27984"/>
                  </a:lnTo>
                  <a:close/>
                </a:path>
                <a:path w="1335404" h="125730">
                  <a:moveTo>
                    <a:pt x="390023" y="36586"/>
                  </a:moveTo>
                  <a:lnTo>
                    <a:pt x="367924" y="36586"/>
                  </a:lnTo>
                  <a:lnTo>
                    <a:pt x="370953" y="37389"/>
                  </a:lnTo>
                  <a:lnTo>
                    <a:pt x="376000" y="40141"/>
                  </a:lnTo>
                  <a:lnTo>
                    <a:pt x="377766" y="42091"/>
                  </a:lnTo>
                  <a:lnTo>
                    <a:pt x="378775" y="44385"/>
                  </a:lnTo>
                  <a:lnTo>
                    <a:pt x="379785" y="46793"/>
                  </a:lnTo>
                  <a:lnTo>
                    <a:pt x="380289" y="50349"/>
                  </a:lnTo>
                  <a:lnTo>
                    <a:pt x="380289" y="97372"/>
                  </a:lnTo>
                  <a:lnTo>
                    <a:pt x="393285" y="97372"/>
                  </a:lnTo>
                  <a:lnTo>
                    <a:pt x="393285" y="49316"/>
                  </a:lnTo>
                  <a:lnTo>
                    <a:pt x="393122" y="46793"/>
                  </a:lnTo>
                  <a:lnTo>
                    <a:pt x="393033" y="45417"/>
                  </a:lnTo>
                  <a:lnTo>
                    <a:pt x="391824" y="40141"/>
                  </a:lnTo>
                  <a:lnTo>
                    <a:pt x="391771" y="39912"/>
                  </a:lnTo>
                  <a:lnTo>
                    <a:pt x="390383" y="37044"/>
                  </a:lnTo>
                  <a:lnTo>
                    <a:pt x="390023" y="36586"/>
                  </a:lnTo>
                  <a:close/>
                </a:path>
                <a:path w="1335404" h="125730">
                  <a:moveTo>
                    <a:pt x="371836" y="26493"/>
                  </a:moveTo>
                  <a:lnTo>
                    <a:pt x="367167" y="26493"/>
                  </a:lnTo>
                  <a:lnTo>
                    <a:pt x="359691" y="27203"/>
                  </a:lnTo>
                  <a:lnTo>
                    <a:pt x="353162" y="29332"/>
                  </a:lnTo>
                  <a:lnTo>
                    <a:pt x="347579" y="32880"/>
                  </a:lnTo>
                  <a:lnTo>
                    <a:pt x="342942" y="37847"/>
                  </a:lnTo>
                  <a:lnTo>
                    <a:pt x="355199" y="37847"/>
                  </a:lnTo>
                  <a:lnTo>
                    <a:pt x="358966" y="36586"/>
                  </a:lnTo>
                  <a:lnTo>
                    <a:pt x="390023" y="36586"/>
                  </a:lnTo>
                  <a:lnTo>
                    <a:pt x="386598" y="32227"/>
                  </a:lnTo>
                  <a:lnTo>
                    <a:pt x="383696" y="30163"/>
                  </a:lnTo>
                  <a:lnTo>
                    <a:pt x="379911" y="28672"/>
                  </a:lnTo>
                  <a:lnTo>
                    <a:pt x="376056" y="27203"/>
                  </a:lnTo>
                  <a:lnTo>
                    <a:pt x="371836" y="26493"/>
                  </a:lnTo>
                  <a:close/>
                </a:path>
                <a:path w="1335404" h="125730">
                  <a:moveTo>
                    <a:pt x="413095" y="103106"/>
                  </a:moveTo>
                  <a:lnTo>
                    <a:pt x="434166" y="125471"/>
                  </a:lnTo>
                  <a:lnTo>
                    <a:pt x="450947" y="125471"/>
                  </a:lnTo>
                  <a:lnTo>
                    <a:pt x="457382" y="124094"/>
                  </a:lnTo>
                  <a:lnTo>
                    <a:pt x="462555" y="121571"/>
                  </a:lnTo>
                  <a:lnTo>
                    <a:pt x="467855" y="118933"/>
                  </a:lnTo>
                  <a:lnTo>
                    <a:pt x="471273" y="115722"/>
                  </a:lnTo>
                  <a:lnTo>
                    <a:pt x="437699" y="115722"/>
                  </a:lnTo>
                  <a:lnTo>
                    <a:pt x="433283" y="114575"/>
                  </a:lnTo>
                  <a:lnTo>
                    <a:pt x="427777" y="110905"/>
                  </a:lnTo>
                  <a:lnTo>
                    <a:pt x="427479" y="110561"/>
                  </a:lnTo>
                  <a:lnTo>
                    <a:pt x="426217" y="108267"/>
                  </a:lnTo>
                  <a:lnTo>
                    <a:pt x="425712" y="104712"/>
                  </a:lnTo>
                  <a:lnTo>
                    <a:pt x="413095" y="103106"/>
                  </a:lnTo>
                  <a:close/>
                </a:path>
                <a:path w="1335404" h="125730">
                  <a:moveTo>
                    <a:pt x="477696" y="88196"/>
                  </a:moveTo>
                  <a:lnTo>
                    <a:pt x="464574" y="88196"/>
                  </a:lnTo>
                  <a:lnTo>
                    <a:pt x="464532" y="96726"/>
                  </a:lnTo>
                  <a:lnTo>
                    <a:pt x="464431" y="98748"/>
                  </a:lnTo>
                  <a:lnTo>
                    <a:pt x="457004" y="112396"/>
                  </a:lnTo>
                  <a:lnTo>
                    <a:pt x="453849" y="114575"/>
                  </a:lnTo>
                  <a:lnTo>
                    <a:pt x="449181" y="115722"/>
                  </a:lnTo>
                  <a:lnTo>
                    <a:pt x="471273" y="115722"/>
                  </a:lnTo>
                  <a:lnTo>
                    <a:pt x="471640" y="115378"/>
                  </a:lnTo>
                  <a:lnTo>
                    <a:pt x="474226" y="110561"/>
                  </a:lnTo>
                  <a:lnTo>
                    <a:pt x="476561" y="106317"/>
                  </a:lnTo>
                  <a:lnTo>
                    <a:pt x="477696" y="98748"/>
                  </a:lnTo>
                  <a:lnTo>
                    <a:pt x="477696" y="88196"/>
                  </a:lnTo>
                  <a:close/>
                </a:path>
                <a:path w="1335404" h="125730">
                  <a:moveTo>
                    <a:pt x="452587" y="26493"/>
                  </a:moveTo>
                  <a:lnTo>
                    <a:pt x="436816" y="26493"/>
                  </a:lnTo>
                  <a:lnTo>
                    <a:pt x="430885" y="27984"/>
                  </a:lnTo>
                  <a:lnTo>
                    <a:pt x="425965" y="31081"/>
                  </a:lnTo>
                  <a:lnTo>
                    <a:pt x="420918" y="34063"/>
                  </a:lnTo>
                  <a:lnTo>
                    <a:pt x="417132" y="38421"/>
                  </a:lnTo>
                  <a:lnTo>
                    <a:pt x="414483" y="43926"/>
                  </a:lnTo>
                  <a:lnTo>
                    <a:pt x="411833" y="49546"/>
                  </a:lnTo>
                  <a:lnTo>
                    <a:pt x="410571" y="55624"/>
                  </a:lnTo>
                  <a:lnTo>
                    <a:pt x="410571" y="62276"/>
                  </a:lnTo>
                  <a:lnTo>
                    <a:pt x="436078" y="96726"/>
                  </a:lnTo>
                  <a:lnTo>
                    <a:pt x="443503" y="97372"/>
                  </a:lnTo>
                  <a:lnTo>
                    <a:pt x="451957" y="97372"/>
                  </a:lnTo>
                  <a:lnTo>
                    <a:pt x="458896" y="94275"/>
                  </a:lnTo>
                  <a:lnTo>
                    <a:pt x="464574" y="88196"/>
                  </a:lnTo>
                  <a:lnTo>
                    <a:pt x="477696" y="88196"/>
                  </a:lnTo>
                  <a:lnTo>
                    <a:pt x="477696" y="87623"/>
                  </a:lnTo>
                  <a:lnTo>
                    <a:pt x="438708" y="87623"/>
                  </a:lnTo>
                  <a:lnTo>
                    <a:pt x="433787" y="85559"/>
                  </a:lnTo>
                  <a:lnTo>
                    <a:pt x="425838" y="77186"/>
                  </a:lnTo>
                  <a:lnTo>
                    <a:pt x="423854" y="70649"/>
                  </a:lnTo>
                  <a:lnTo>
                    <a:pt x="423820" y="53101"/>
                  </a:lnTo>
                  <a:lnTo>
                    <a:pt x="425802" y="46908"/>
                  </a:lnTo>
                  <a:lnTo>
                    <a:pt x="428567" y="43926"/>
                  </a:lnTo>
                  <a:lnTo>
                    <a:pt x="433804" y="38421"/>
                  </a:lnTo>
                  <a:lnTo>
                    <a:pt x="433661" y="38421"/>
                  </a:lnTo>
                  <a:lnTo>
                    <a:pt x="438708" y="36127"/>
                  </a:lnTo>
                  <a:lnTo>
                    <a:pt x="465628" y="36127"/>
                  </a:lnTo>
                  <a:lnTo>
                    <a:pt x="459906" y="29819"/>
                  </a:lnTo>
                  <a:lnTo>
                    <a:pt x="452587" y="26493"/>
                  </a:lnTo>
                  <a:close/>
                </a:path>
                <a:path w="1335404" h="125730">
                  <a:moveTo>
                    <a:pt x="465628" y="36127"/>
                  </a:moveTo>
                  <a:lnTo>
                    <a:pt x="450316" y="36127"/>
                  </a:lnTo>
                  <a:lnTo>
                    <a:pt x="455629" y="38421"/>
                  </a:lnTo>
                  <a:lnTo>
                    <a:pt x="455470" y="38421"/>
                  </a:lnTo>
                  <a:lnTo>
                    <a:pt x="459401" y="42664"/>
                  </a:lnTo>
                  <a:lnTo>
                    <a:pt x="463565" y="46908"/>
                  </a:lnTo>
                  <a:lnTo>
                    <a:pt x="465633" y="53101"/>
                  </a:lnTo>
                  <a:lnTo>
                    <a:pt x="465710" y="70649"/>
                  </a:lnTo>
                  <a:lnTo>
                    <a:pt x="463691" y="77186"/>
                  </a:lnTo>
                  <a:lnTo>
                    <a:pt x="459653" y="81315"/>
                  </a:lnTo>
                  <a:lnTo>
                    <a:pt x="455616" y="85559"/>
                  </a:lnTo>
                  <a:lnTo>
                    <a:pt x="450695" y="87623"/>
                  </a:lnTo>
                  <a:lnTo>
                    <a:pt x="477696" y="87623"/>
                  </a:lnTo>
                  <a:lnTo>
                    <a:pt x="477696" y="36356"/>
                  </a:lnTo>
                  <a:lnTo>
                    <a:pt x="465836" y="36356"/>
                  </a:lnTo>
                  <a:lnTo>
                    <a:pt x="465628" y="36127"/>
                  </a:lnTo>
                  <a:close/>
                </a:path>
                <a:path w="1335404" h="125730">
                  <a:moveTo>
                    <a:pt x="477696" y="27984"/>
                  </a:moveTo>
                  <a:lnTo>
                    <a:pt x="465836" y="27984"/>
                  </a:lnTo>
                  <a:lnTo>
                    <a:pt x="465836" y="36356"/>
                  </a:lnTo>
                  <a:lnTo>
                    <a:pt x="477696" y="36356"/>
                  </a:lnTo>
                  <a:lnTo>
                    <a:pt x="477696" y="27984"/>
                  </a:lnTo>
                  <a:close/>
                </a:path>
                <a:path w="1335404" h="125730">
                  <a:moveTo>
                    <a:pt x="615100" y="1720"/>
                  </a:moveTo>
                  <a:lnTo>
                    <a:pt x="544064" y="1720"/>
                  </a:lnTo>
                  <a:lnTo>
                    <a:pt x="544064" y="97372"/>
                  </a:lnTo>
                  <a:lnTo>
                    <a:pt x="558069" y="97372"/>
                  </a:lnTo>
                  <a:lnTo>
                    <a:pt x="558069" y="53904"/>
                  </a:lnTo>
                  <a:lnTo>
                    <a:pt x="607404" y="53904"/>
                  </a:lnTo>
                  <a:lnTo>
                    <a:pt x="607404" y="42550"/>
                  </a:lnTo>
                  <a:lnTo>
                    <a:pt x="558069" y="42550"/>
                  </a:lnTo>
                  <a:lnTo>
                    <a:pt x="558069" y="12960"/>
                  </a:lnTo>
                  <a:lnTo>
                    <a:pt x="615100" y="12960"/>
                  </a:lnTo>
                  <a:lnTo>
                    <a:pt x="615100" y="1720"/>
                  </a:lnTo>
                  <a:close/>
                </a:path>
                <a:path w="1335404" h="125730">
                  <a:moveTo>
                    <a:pt x="693323" y="36127"/>
                  </a:moveTo>
                  <a:lnTo>
                    <a:pt x="671122" y="36127"/>
                  </a:lnTo>
                  <a:lnTo>
                    <a:pt x="676042" y="37503"/>
                  </a:lnTo>
                  <a:lnTo>
                    <a:pt x="681720" y="42091"/>
                  </a:lnTo>
                  <a:lnTo>
                    <a:pt x="682982" y="45532"/>
                  </a:lnTo>
                  <a:lnTo>
                    <a:pt x="682982" y="53331"/>
                  </a:lnTo>
                  <a:lnTo>
                    <a:pt x="678061" y="54936"/>
                  </a:lnTo>
                  <a:lnTo>
                    <a:pt x="670365" y="56198"/>
                  </a:lnTo>
                  <a:lnTo>
                    <a:pt x="654719" y="57918"/>
                  </a:lnTo>
                  <a:lnTo>
                    <a:pt x="650934" y="58492"/>
                  </a:lnTo>
                  <a:lnTo>
                    <a:pt x="648410" y="59180"/>
                  </a:lnTo>
                  <a:lnTo>
                    <a:pt x="645004" y="59983"/>
                  </a:lnTo>
                  <a:lnTo>
                    <a:pt x="641849" y="61244"/>
                  </a:lnTo>
                  <a:lnTo>
                    <a:pt x="629863" y="75695"/>
                  </a:lnTo>
                  <a:lnTo>
                    <a:pt x="629863" y="84870"/>
                  </a:lnTo>
                  <a:lnTo>
                    <a:pt x="647527" y="98863"/>
                  </a:lnTo>
                  <a:lnTo>
                    <a:pt x="661028" y="98863"/>
                  </a:lnTo>
                  <a:lnTo>
                    <a:pt x="665822" y="98174"/>
                  </a:lnTo>
                  <a:lnTo>
                    <a:pt x="670238" y="96569"/>
                  </a:lnTo>
                  <a:lnTo>
                    <a:pt x="674655" y="95078"/>
                  </a:lnTo>
                  <a:lnTo>
                    <a:pt x="679197" y="92440"/>
                  </a:lnTo>
                  <a:lnTo>
                    <a:pt x="682793" y="89687"/>
                  </a:lnTo>
                  <a:lnTo>
                    <a:pt x="653962" y="89687"/>
                  </a:lnTo>
                  <a:lnTo>
                    <a:pt x="650597" y="88770"/>
                  </a:lnTo>
                  <a:lnTo>
                    <a:pt x="650324" y="88770"/>
                  </a:lnTo>
                  <a:lnTo>
                    <a:pt x="647674" y="86705"/>
                  </a:lnTo>
                  <a:lnTo>
                    <a:pt x="645004" y="84412"/>
                  </a:lnTo>
                  <a:lnTo>
                    <a:pt x="643679" y="82003"/>
                  </a:lnTo>
                  <a:lnTo>
                    <a:pt x="643616" y="76727"/>
                  </a:lnTo>
                  <a:lnTo>
                    <a:pt x="644247" y="74778"/>
                  </a:lnTo>
                  <a:lnTo>
                    <a:pt x="645508" y="73172"/>
                  </a:lnTo>
                  <a:lnTo>
                    <a:pt x="646644" y="71452"/>
                  </a:lnTo>
                  <a:lnTo>
                    <a:pt x="671248" y="65717"/>
                  </a:lnTo>
                  <a:lnTo>
                    <a:pt x="678187" y="64226"/>
                  </a:lnTo>
                  <a:lnTo>
                    <a:pt x="682982" y="62506"/>
                  </a:lnTo>
                  <a:lnTo>
                    <a:pt x="695978" y="62506"/>
                  </a:lnTo>
                  <a:lnTo>
                    <a:pt x="695978" y="47367"/>
                  </a:lnTo>
                  <a:lnTo>
                    <a:pt x="694671" y="38880"/>
                  </a:lnTo>
                  <a:lnTo>
                    <a:pt x="694590" y="38535"/>
                  </a:lnTo>
                  <a:lnTo>
                    <a:pt x="693323" y="36127"/>
                  </a:lnTo>
                  <a:close/>
                </a:path>
                <a:path w="1335404" h="125730">
                  <a:moveTo>
                    <a:pt x="695978" y="62506"/>
                  </a:moveTo>
                  <a:lnTo>
                    <a:pt x="682982" y="62506"/>
                  </a:lnTo>
                  <a:lnTo>
                    <a:pt x="682871" y="72599"/>
                  </a:lnTo>
                  <a:lnTo>
                    <a:pt x="682270" y="75695"/>
                  </a:lnTo>
                  <a:lnTo>
                    <a:pt x="682225" y="75925"/>
                  </a:lnTo>
                  <a:lnTo>
                    <a:pt x="680837" y="78562"/>
                  </a:lnTo>
                  <a:lnTo>
                    <a:pt x="679071" y="82003"/>
                  </a:lnTo>
                  <a:lnTo>
                    <a:pt x="676531" y="84412"/>
                  </a:lnTo>
                  <a:lnTo>
                    <a:pt x="675939" y="84870"/>
                  </a:lnTo>
                  <a:lnTo>
                    <a:pt x="672257" y="86705"/>
                  </a:lnTo>
                  <a:lnTo>
                    <a:pt x="668249" y="88770"/>
                  </a:lnTo>
                  <a:lnTo>
                    <a:pt x="683991" y="88770"/>
                  </a:lnTo>
                  <a:lnTo>
                    <a:pt x="684370" y="91981"/>
                  </a:lnTo>
                  <a:lnTo>
                    <a:pt x="685183" y="94619"/>
                  </a:lnTo>
                  <a:lnTo>
                    <a:pt x="685253" y="94848"/>
                  </a:lnTo>
                  <a:lnTo>
                    <a:pt x="686641" y="97372"/>
                  </a:lnTo>
                  <a:lnTo>
                    <a:pt x="700142" y="97372"/>
                  </a:lnTo>
                  <a:lnTo>
                    <a:pt x="698502" y="94619"/>
                  </a:lnTo>
                  <a:lnTo>
                    <a:pt x="697413" y="91981"/>
                  </a:lnTo>
                  <a:lnTo>
                    <a:pt x="696982" y="89687"/>
                  </a:lnTo>
                  <a:lnTo>
                    <a:pt x="696861" y="88999"/>
                  </a:lnTo>
                  <a:lnTo>
                    <a:pt x="696357" y="86705"/>
                  </a:lnTo>
                  <a:lnTo>
                    <a:pt x="696230" y="86132"/>
                  </a:lnTo>
                  <a:lnTo>
                    <a:pt x="696167" y="84412"/>
                  </a:lnTo>
                  <a:lnTo>
                    <a:pt x="696079" y="82003"/>
                  </a:lnTo>
                  <a:lnTo>
                    <a:pt x="695978" y="62506"/>
                  </a:lnTo>
                  <a:close/>
                </a:path>
                <a:path w="1335404" h="125730">
                  <a:moveTo>
                    <a:pt x="683991" y="88770"/>
                  </a:moveTo>
                  <a:lnTo>
                    <a:pt x="667981" y="88770"/>
                  </a:lnTo>
                  <a:lnTo>
                    <a:pt x="664056" y="89687"/>
                  </a:lnTo>
                  <a:lnTo>
                    <a:pt x="682793" y="89687"/>
                  </a:lnTo>
                  <a:lnTo>
                    <a:pt x="683991" y="88770"/>
                  </a:lnTo>
                  <a:close/>
                </a:path>
                <a:path w="1335404" h="125730">
                  <a:moveTo>
                    <a:pt x="673014" y="26493"/>
                  </a:moveTo>
                  <a:lnTo>
                    <a:pt x="659892" y="26493"/>
                  </a:lnTo>
                  <a:lnTo>
                    <a:pt x="654214" y="27296"/>
                  </a:lnTo>
                  <a:lnTo>
                    <a:pt x="632239" y="47367"/>
                  </a:lnTo>
                  <a:lnTo>
                    <a:pt x="632134" y="47825"/>
                  </a:lnTo>
                  <a:lnTo>
                    <a:pt x="644751" y="49316"/>
                  </a:lnTo>
                  <a:lnTo>
                    <a:pt x="646139" y="44499"/>
                  </a:lnTo>
                  <a:lnTo>
                    <a:pt x="648284" y="41059"/>
                  </a:lnTo>
                  <a:lnTo>
                    <a:pt x="654088" y="37159"/>
                  </a:lnTo>
                  <a:lnTo>
                    <a:pt x="658504" y="36127"/>
                  </a:lnTo>
                  <a:lnTo>
                    <a:pt x="693323" y="36127"/>
                  </a:lnTo>
                  <a:lnTo>
                    <a:pt x="693202" y="35898"/>
                  </a:lnTo>
                  <a:lnTo>
                    <a:pt x="691310" y="33833"/>
                  </a:lnTo>
                  <a:lnTo>
                    <a:pt x="689417" y="31654"/>
                  </a:lnTo>
                  <a:lnTo>
                    <a:pt x="686389" y="29934"/>
                  </a:lnTo>
                  <a:lnTo>
                    <a:pt x="678650" y="27296"/>
                  </a:lnTo>
                  <a:lnTo>
                    <a:pt x="679197" y="27296"/>
                  </a:lnTo>
                  <a:lnTo>
                    <a:pt x="673014" y="26493"/>
                  </a:lnTo>
                  <a:close/>
                </a:path>
                <a:path w="1335404" h="125730">
                  <a:moveTo>
                    <a:pt x="757551" y="26493"/>
                  </a:moveTo>
                  <a:lnTo>
                    <a:pt x="742663" y="26493"/>
                  </a:lnTo>
                  <a:lnTo>
                    <a:pt x="736606" y="27869"/>
                  </a:lnTo>
                  <a:lnTo>
                    <a:pt x="714526" y="55395"/>
                  </a:lnTo>
                  <a:lnTo>
                    <a:pt x="714526" y="62965"/>
                  </a:lnTo>
                  <a:lnTo>
                    <a:pt x="735092" y="96540"/>
                  </a:lnTo>
                  <a:lnTo>
                    <a:pt x="749224" y="98863"/>
                  </a:lnTo>
                  <a:lnTo>
                    <a:pt x="757551" y="98863"/>
                  </a:lnTo>
                  <a:lnTo>
                    <a:pt x="764491" y="96683"/>
                  </a:lnTo>
                  <a:lnTo>
                    <a:pt x="773938" y="89229"/>
                  </a:lnTo>
                  <a:lnTo>
                    <a:pt x="742663" y="89229"/>
                  </a:lnTo>
                  <a:lnTo>
                    <a:pt x="737616" y="87164"/>
                  </a:lnTo>
                  <a:lnTo>
                    <a:pt x="729793" y="78677"/>
                  </a:lnTo>
                  <a:lnTo>
                    <a:pt x="727774" y="71910"/>
                  </a:lnTo>
                  <a:lnTo>
                    <a:pt x="727774" y="53445"/>
                  </a:lnTo>
                  <a:lnTo>
                    <a:pt x="729793" y="46678"/>
                  </a:lnTo>
                  <a:lnTo>
                    <a:pt x="733830" y="42435"/>
                  </a:lnTo>
                  <a:lnTo>
                    <a:pt x="737994" y="38191"/>
                  </a:lnTo>
                  <a:lnTo>
                    <a:pt x="743293" y="36127"/>
                  </a:lnTo>
                  <a:lnTo>
                    <a:pt x="774993" y="36127"/>
                  </a:lnTo>
                  <a:lnTo>
                    <a:pt x="769538" y="32113"/>
                  </a:lnTo>
                  <a:lnTo>
                    <a:pt x="764238" y="28328"/>
                  </a:lnTo>
                  <a:lnTo>
                    <a:pt x="757551" y="26493"/>
                  </a:lnTo>
                  <a:close/>
                </a:path>
                <a:path w="1335404" h="125730">
                  <a:moveTo>
                    <a:pt x="768150" y="71910"/>
                  </a:moveTo>
                  <a:lnTo>
                    <a:pt x="767267" y="77760"/>
                  </a:lnTo>
                  <a:lnTo>
                    <a:pt x="765122" y="82118"/>
                  </a:lnTo>
                  <a:lnTo>
                    <a:pt x="758308" y="87852"/>
                  </a:lnTo>
                  <a:lnTo>
                    <a:pt x="754145" y="89229"/>
                  </a:lnTo>
                  <a:lnTo>
                    <a:pt x="773938" y="89229"/>
                  </a:lnTo>
                  <a:lnTo>
                    <a:pt x="775973" y="87623"/>
                  </a:lnTo>
                  <a:lnTo>
                    <a:pt x="779506" y="81430"/>
                  </a:lnTo>
                  <a:lnTo>
                    <a:pt x="780894" y="73401"/>
                  </a:lnTo>
                  <a:lnTo>
                    <a:pt x="768150" y="71910"/>
                  </a:lnTo>
                  <a:close/>
                </a:path>
                <a:path w="1335404" h="125730">
                  <a:moveTo>
                    <a:pt x="774910" y="36127"/>
                  </a:moveTo>
                  <a:lnTo>
                    <a:pt x="754018" y="36127"/>
                  </a:lnTo>
                  <a:lnTo>
                    <a:pt x="757677" y="37274"/>
                  </a:lnTo>
                  <a:lnTo>
                    <a:pt x="763860" y="41976"/>
                  </a:lnTo>
                  <a:lnTo>
                    <a:pt x="765879" y="45532"/>
                  </a:lnTo>
                  <a:lnTo>
                    <a:pt x="767140" y="50119"/>
                  </a:lnTo>
                  <a:lnTo>
                    <a:pt x="779632" y="48399"/>
                  </a:lnTo>
                  <a:lnTo>
                    <a:pt x="778449" y="42435"/>
                  </a:lnTo>
                  <a:lnTo>
                    <a:pt x="778358" y="41976"/>
                  </a:lnTo>
                  <a:lnTo>
                    <a:pt x="778244" y="41403"/>
                  </a:lnTo>
                  <a:lnTo>
                    <a:pt x="774910" y="36127"/>
                  </a:lnTo>
                  <a:close/>
                </a:path>
                <a:path w="1335404" h="125730">
                  <a:moveTo>
                    <a:pt x="809409" y="37159"/>
                  </a:moveTo>
                  <a:lnTo>
                    <a:pt x="796539" y="37159"/>
                  </a:lnTo>
                  <a:lnTo>
                    <a:pt x="796653" y="85100"/>
                  </a:lnTo>
                  <a:lnTo>
                    <a:pt x="797044" y="88655"/>
                  </a:lnTo>
                  <a:lnTo>
                    <a:pt x="798179" y="90834"/>
                  </a:lnTo>
                  <a:lnTo>
                    <a:pt x="799189" y="93128"/>
                  </a:lnTo>
                  <a:lnTo>
                    <a:pt x="800955" y="94848"/>
                  </a:lnTo>
                  <a:lnTo>
                    <a:pt x="803605" y="96225"/>
                  </a:lnTo>
                  <a:lnTo>
                    <a:pt x="806128" y="97601"/>
                  </a:lnTo>
                  <a:lnTo>
                    <a:pt x="809787" y="98174"/>
                  </a:lnTo>
                  <a:lnTo>
                    <a:pt x="817358" y="98174"/>
                  </a:lnTo>
                  <a:lnTo>
                    <a:pt x="820638" y="97830"/>
                  </a:lnTo>
                  <a:lnTo>
                    <a:pt x="824298" y="97142"/>
                  </a:lnTo>
                  <a:lnTo>
                    <a:pt x="822489" y="87279"/>
                  </a:lnTo>
                  <a:lnTo>
                    <a:pt x="814834" y="87279"/>
                  </a:lnTo>
                  <a:lnTo>
                    <a:pt x="813320" y="86935"/>
                  </a:lnTo>
                  <a:lnTo>
                    <a:pt x="809409" y="80971"/>
                  </a:lnTo>
                  <a:lnTo>
                    <a:pt x="809409" y="37159"/>
                  </a:lnTo>
                  <a:close/>
                </a:path>
                <a:path w="1335404" h="125730">
                  <a:moveTo>
                    <a:pt x="822426" y="86935"/>
                  </a:moveTo>
                  <a:lnTo>
                    <a:pt x="821606" y="86935"/>
                  </a:lnTo>
                  <a:lnTo>
                    <a:pt x="819208" y="87279"/>
                  </a:lnTo>
                  <a:lnTo>
                    <a:pt x="822489" y="87279"/>
                  </a:lnTo>
                  <a:lnTo>
                    <a:pt x="822426" y="86935"/>
                  </a:lnTo>
                  <a:close/>
                </a:path>
                <a:path w="1335404" h="125730">
                  <a:moveTo>
                    <a:pt x="822405" y="27984"/>
                  </a:moveTo>
                  <a:lnTo>
                    <a:pt x="787076" y="27984"/>
                  </a:lnTo>
                  <a:lnTo>
                    <a:pt x="787076" y="37159"/>
                  </a:lnTo>
                  <a:lnTo>
                    <a:pt x="822405" y="37159"/>
                  </a:lnTo>
                  <a:lnTo>
                    <a:pt x="822405" y="27984"/>
                  </a:lnTo>
                  <a:close/>
                </a:path>
                <a:path w="1335404" h="125730">
                  <a:moveTo>
                    <a:pt x="809409" y="3784"/>
                  </a:moveTo>
                  <a:lnTo>
                    <a:pt x="796539" y="10895"/>
                  </a:lnTo>
                  <a:lnTo>
                    <a:pt x="796539" y="27984"/>
                  </a:lnTo>
                  <a:lnTo>
                    <a:pt x="809409" y="27984"/>
                  </a:lnTo>
                  <a:lnTo>
                    <a:pt x="809409" y="3784"/>
                  </a:lnTo>
                  <a:close/>
                </a:path>
                <a:path w="1335404" h="125730">
                  <a:moveTo>
                    <a:pt x="867197" y="26493"/>
                  </a:moveTo>
                  <a:lnTo>
                    <a:pt x="857734" y="26493"/>
                  </a:lnTo>
                  <a:lnTo>
                    <a:pt x="849785" y="29016"/>
                  </a:lnTo>
                  <a:lnTo>
                    <a:pt x="831489" y="62620"/>
                  </a:lnTo>
                  <a:lnTo>
                    <a:pt x="832086" y="70649"/>
                  </a:lnTo>
                  <a:lnTo>
                    <a:pt x="859553" y="98282"/>
                  </a:lnTo>
                  <a:lnTo>
                    <a:pt x="867197" y="98863"/>
                  </a:lnTo>
                  <a:lnTo>
                    <a:pt x="873884" y="98863"/>
                  </a:lnTo>
                  <a:lnTo>
                    <a:pt x="879940" y="97486"/>
                  </a:lnTo>
                  <a:lnTo>
                    <a:pt x="891170" y="91866"/>
                  </a:lnTo>
                  <a:lnTo>
                    <a:pt x="893989" y="89229"/>
                  </a:lnTo>
                  <a:lnTo>
                    <a:pt x="860762" y="89229"/>
                  </a:lnTo>
                  <a:lnTo>
                    <a:pt x="855336" y="87049"/>
                  </a:lnTo>
                  <a:lnTo>
                    <a:pt x="846883" y="78218"/>
                  </a:lnTo>
                  <a:lnTo>
                    <a:pt x="844738" y="71566"/>
                  </a:lnTo>
                  <a:lnTo>
                    <a:pt x="844738" y="53895"/>
                  </a:lnTo>
                  <a:lnTo>
                    <a:pt x="860762" y="36127"/>
                  </a:lnTo>
                  <a:lnTo>
                    <a:pt x="893225" y="36127"/>
                  </a:lnTo>
                  <a:lnTo>
                    <a:pt x="892936" y="35783"/>
                  </a:lnTo>
                  <a:lnTo>
                    <a:pt x="887566" y="31719"/>
                  </a:lnTo>
                  <a:lnTo>
                    <a:pt x="881486" y="28815"/>
                  </a:lnTo>
                  <a:lnTo>
                    <a:pt x="874696" y="27074"/>
                  </a:lnTo>
                  <a:lnTo>
                    <a:pt x="867197" y="26493"/>
                  </a:lnTo>
                  <a:close/>
                </a:path>
                <a:path w="1335404" h="125730">
                  <a:moveTo>
                    <a:pt x="893225" y="36127"/>
                  </a:moveTo>
                  <a:lnTo>
                    <a:pt x="873506" y="36127"/>
                  </a:lnTo>
                  <a:lnTo>
                    <a:pt x="878931" y="38421"/>
                  </a:lnTo>
                  <a:lnTo>
                    <a:pt x="887385" y="47252"/>
                  </a:lnTo>
                  <a:lnTo>
                    <a:pt x="889530" y="53895"/>
                  </a:lnTo>
                  <a:lnTo>
                    <a:pt x="889457" y="71566"/>
                  </a:lnTo>
                  <a:lnTo>
                    <a:pt x="887530" y="77645"/>
                  </a:lnTo>
                  <a:lnTo>
                    <a:pt x="887278" y="78218"/>
                  </a:lnTo>
                  <a:lnTo>
                    <a:pt x="883111" y="82691"/>
                  </a:lnTo>
                  <a:lnTo>
                    <a:pt x="878931" y="87049"/>
                  </a:lnTo>
                  <a:lnTo>
                    <a:pt x="873632" y="89229"/>
                  </a:lnTo>
                  <a:lnTo>
                    <a:pt x="893989" y="89229"/>
                  </a:lnTo>
                  <a:lnTo>
                    <a:pt x="895460" y="87852"/>
                  </a:lnTo>
                  <a:lnTo>
                    <a:pt x="898488" y="82691"/>
                  </a:lnTo>
                  <a:lnTo>
                    <a:pt x="901390" y="77645"/>
                  </a:lnTo>
                  <a:lnTo>
                    <a:pt x="902706" y="71566"/>
                  </a:lnTo>
                  <a:lnTo>
                    <a:pt x="902755" y="71337"/>
                  </a:lnTo>
                  <a:lnTo>
                    <a:pt x="902851" y="70896"/>
                  </a:lnTo>
                  <a:lnTo>
                    <a:pt x="902904" y="61703"/>
                  </a:lnTo>
                  <a:lnTo>
                    <a:pt x="902269" y="53895"/>
                  </a:lnTo>
                  <a:lnTo>
                    <a:pt x="900455" y="47252"/>
                  </a:lnTo>
                  <a:lnTo>
                    <a:pt x="900381" y="46980"/>
                  </a:lnTo>
                  <a:lnTo>
                    <a:pt x="897262" y="40946"/>
                  </a:lnTo>
                  <a:lnTo>
                    <a:pt x="893225" y="36127"/>
                  </a:lnTo>
                  <a:close/>
                </a:path>
                <a:path w="1335404" h="125730">
                  <a:moveTo>
                    <a:pt x="931924" y="27984"/>
                  </a:moveTo>
                  <a:lnTo>
                    <a:pt x="920316" y="27984"/>
                  </a:lnTo>
                  <a:lnTo>
                    <a:pt x="920316" y="97372"/>
                  </a:lnTo>
                  <a:lnTo>
                    <a:pt x="933186" y="97372"/>
                  </a:lnTo>
                  <a:lnTo>
                    <a:pt x="933186" y="56083"/>
                  </a:lnTo>
                  <a:lnTo>
                    <a:pt x="933943" y="51495"/>
                  </a:lnTo>
                  <a:lnTo>
                    <a:pt x="935331" y="47367"/>
                  </a:lnTo>
                  <a:lnTo>
                    <a:pt x="936340" y="44614"/>
                  </a:lnTo>
                  <a:lnTo>
                    <a:pt x="937981" y="42435"/>
                  </a:lnTo>
                  <a:lnTo>
                    <a:pt x="942233" y="39453"/>
                  </a:lnTo>
                  <a:lnTo>
                    <a:pt x="941976" y="39453"/>
                  </a:lnTo>
                  <a:lnTo>
                    <a:pt x="944920" y="38650"/>
                  </a:lnTo>
                  <a:lnTo>
                    <a:pt x="931924" y="38650"/>
                  </a:lnTo>
                  <a:lnTo>
                    <a:pt x="931924" y="27984"/>
                  </a:lnTo>
                  <a:close/>
                </a:path>
                <a:path w="1335404" h="125730">
                  <a:moveTo>
                    <a:pt x="952743" y="26493"/>
                  </a:moveTo>
                  <a:lnTo>
                    <a:pt x="945425" y="26493"/>
                  </a:lnTo>
                  <a:lnTo>
                    <a:pt x="942649" y="27296"/>
                  </a:lnTo>
                  <a:lnTo>
                    <a:pt x="940126" y="28787"/>
                  </a:lnTo>
                  <a:lnTo>
                    <a:pt x="937602" y="30392"/>
                  </a:lnTo>
                  <a:lnTo>
                    <a:pt x="934953" y="33604"/>
                  </a:lnTo>
                  <a:lnTo>
                    <a:pt x="931854" y="38650"/>
                  </a:lnTo>
                  <a:lnTo>
                    <a:pt x="950977" y="38650"/>
                  </a:lnTo>
                  <a:lnTo>
                    <a:pt x="954131" y="39453"/>
                  </a:lnTo>
                  <a:lnTo>
                    <a:pt x="957285" y="41173"/>
                  </a:lnTo>
                  <a:lnTo>
                    <a:pt x="961655" y="30392"/>
                  </a:lnTo>
                  <a:lnTo>
                    <a:pt x="961908" y="30392"/>
                  </a:lnTo>
                  <a:lnTo>
                    <a:pt x="957159" y="27755"/>
                  </a:lnTo>
                  <a:lnTo>
                    <a:pt x="952743" y="26493"/>
                  </a:lnTo>
                  <a:close/>
                </a:path>
                <a:path w="1335404" h="125730">
                  <a:moveTo>
                    <a:pt x="1080810" y="30163"/>
                  </a:moveTo>
                  <a:lnTo>
                    <a:pt x="1011414" y="30163"/>
                  </a:lnTo>
                  <a:lnTo>
                    <a:pt x="1011414" y="41059"/>
                  </a:lnTo>
                  <a:lnTo>
                    <a:pt x="1080810" y="41059"/>
                  </a:lnTo>
                  <a:lnTo>
                    <a:pt x="1080810" y="30163"/>
                  </a:lnTo>
                  <a:close/>
                </a:path>
                <a:path w="1335404" h="125730">
                  <a:moveTo>
                    <a:pt x="1080810" y="59180"/>
                  </a:moveTo>
                  <a:lnTo>
                    <a:pt x="1011414" y="59180"/>
                  </a:lnTo>
                  <a:lnTo>
                    <a:pt x="1011414" y="70075"/>
                  </a:lnTo>
                  <a:lnTo>
                    <a:pt x="1080810" y="70075"/>
                  </a:lnTo>
                  <a:lnTo>
                    <a:pt x="1080810" y="59180"/>
                  </a:lnTo>
                  <a:close/>
                </a:path>
                <a:path w="1335404" h="125730">
                  <a:moveTo>
                    <a:pt x="1179731" y="1261"/>
                  </a:moveTo>
                  <a:lnTo>
                    <a:pt x="1166483" y="1261"/>
                  </a:lnTo>
                  <a:lnTo>
                    <a:pt x="1160048" y="3096"/>
                  </a:lnTo>
                  <a:lnTo>
                    <a:pt x="1139990" y="42080"/>
                  </a:lnTo>
                  <a:lnTo>
                    <a:pt x="1139734" y="50119"/>
                  </a:lnTo>
                  <a:lnTo>
                    <a:pt x="1140302" y="60916"/>
                  </a:lnTo>
                  <a:lnTo>
                    <a:pt x="1160521" y="96483"/>
                  </a:lnTo>
                  <a:lnTo>
                    <a:pt x="1174053" y="98977"/>
                  </a:lnTo>
                  <a:lnTo>
                    <a:pt x="1181750" y="98977"/>
                  </a:lnTo>
                  <a:lnTo>
                    <a:pt x="1188185" y="97028"/>
                  </a:lnTo>
                  <a:lnTo>
                    <a:pt x="1193222" y="93365"/>
                  </a:lnTo>
                  <a:lnTo>
                    <a:pt x="1198279" y="89573"/>
                  </a:lnTo>
                  <a:lnTo>
                    <a:pt x="1198440" y="89343"/>
                  </a:lnTo>
                  <a:lnTo>
                    <a:pt x="1168123" y="89343"/>
                  </a:lnTo>
                  <a:lnTo>
                    <a:pt x="1163202" y="86705"/>
                  </a:lnTo>
                  <a:lnTo>
                    <a:pt x="1153108" y="50119"/>
                  </a:lnTo>
                  <a:lnTo>
                    <a:pt x="1153409" y="42080"/>
                  </a:lnTo>
                  <a:lnTo>
                    <a:pt x="1153512" y="39324"/>
                  </a:lnTo>
                  <a:lnTo>
                    <a:pt x="1167997" y="11010"/>
                  </a:lnTo>
                  <a:lnTo>
                    <a:pt x="1197908" y="11010"/>
                  </a:lnTo>
                  <a:lnTo>
                    <a:pt x="1196765" y="9404"/>
                  </a:lnTo>
                  <a:lnTo>
                    <a:pt x="1193232" y="6422"/>
                  </a:lnTo>
                  <a:lnTo>
                    <a:pt x="1184652" y="2293"/>
                  </a:lnTo>
                  <a:lnTo>
                    <a:pt x="1179731" y="1261"/>
                  </a:lnTo>
                  <a:close/>
                </a:path>
                <a:path w="1335404" h="125730">
                  <a:moveTo>
                    <a:pt x="1197908" y="11010"/>
                  </a:moveTo>
                  <a:lnTo>
                    <a:pt x="1179983" y="11010"/>
                  </a:lnTo>
                  <a:lnTo>
                    <a:pt x="1185030" y="13533"/>
                  </a:lnTo>
                  <a:lnTo>
                    <a:pt x="1189068" y="18809"/>
                  </a:lnTo>
                  <a:lnTo>
                    <a:pt x="1195124" y="50119"/>
                  </a:lnTo>
                  <a:lnTo>
                    <a:pt x="1194843" y="58140"/>
                  </a:lnTo>
                  <a:lnTo>
                    <a:pt x="1179983" y="89343"/>
                  </a:lnTo>
                  <a:lnTo>
                    <a:pt x="1198440" y="89343"/>
                  </a:lnTo>
                  <a:lnTo>
                    <a:pt x="1208373" y="50119"/>
                  </a:lnTo>
                  <a:lnTo>
                    <a:pt x="1208373" y="40715"/>
                  </a:lnTo>
                  <a:lnTo>
                    <a:pt x="1207616" y="33145"/>
                  </a:lnTo>
                  <a:lnTo>
                    <a:pt x="1206102" y="27525"/>
                  </a:lnTo>
                  <a:lnTo>
                    <a:pt x="1204461" y="21905"/>
                  </a:lnTo>
                  <a:lnTo>
                    <a:pt x="1202316" y="17203"/>
                  </a:lnTo>
                  <a:lnTo>
                    <a:pt x="1197908" y="11010"/>
                  </a:lnTo>
                  <a:close/>
                </a:path>
                <a:path w="1335404" h="125730">
                  <a:moveTo>
                    <a:pt x="1245973" y="83953"/>
                  </a:moveTo>
                  <a:lnTo>
                    <a:pt x="1231210" y="83953"/>
                  </a:lnTo>
                  <a:lnTo>
                    <a:pt x="1231210" y="97372"/>
                  </a:lnTo>
                  <a:lnTo>
                    <a:pt x="1245973" y="97372"/>
                  </a:lnTo>
                  <a:lnTo>
                    <a:pt x="1245973" y="83953"/>
                  </a:lnTo>
                  <a:close/>
                </a:path>
                <a:path w="1335404" h="125730">
                  <a:moveTo>
                    <a:pt x="1335052" y="2867"/>
                  </a:moveTo>
                  <a:lnTo>
                    <a:pt x="1266918" y="2867"/>
                  </a:lnTo>
                  <a:lnTo>
                    <a:pt x="1266918" y="14221"/>
                  </a:lnTo>
                  <a:lnTo>
                    <a:pt x="1318397" y="14221"/>
                  </a:lnTo>
                  <a:lnTo>
                    <a:pt x="1313547" y="19595"/>
                  </a:lnTo>
                  <a:lnTo>
                    <a:pt x="1292236" y="54205"/>
                  </a:lnTo>
                  <a:lnTo>
                    <a:pt x="1282057" y="91413"/>
                  </a:lnTo>
                  <a:lnTo>
                    <a:pt x="1281680" y="97372"/>
                  </a:lnTo>
                  <a:lnTo>
                    <a:pt x="1294928" y="97372"/>
                  </a:lnTo>
                  <a:lnTo>
                    <a:pt x="1295503" y="91413"/>
                  </a:lnTo>
                  <a:lnTo>
                    <a:pt x="1295609" y="90315"/>
                  </a:lnTo>
                  <a:lnTo>
                    <a:pt x="1296679" y="83580"/>
                  </a:lnTo>
                  <a:lnTo>
                    <a:pt x="1310460" y="45978"/>
                  </a:lnTo>
                  <a:lnTo>
                    <a:pt x="1335052" y="12042"/>
                  </a:lnTo>
                  <a:lnTo>
                    <a:pt x="1335052" y="28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2657349" y="1703065"/>
              <a:ext cx="379095" cy="0"/>
            </a:xfrm>
            <a:custGeom>
              <a:avLst/>
              <a:gdLst/>
              <a:ahLst/>
              <a:cxnLst/>
              <a:rect l="l" t="t" r="r" b="b"/>
              <a:pathLst>
                <a:path w="379094" h="0">
                  <a:moveTo>
                    <a:pt x="0" y="0"/>
                  </a:moveTo>
                  <a:lnTo>
                    <a:pt x="378902" y="0"/>
                  </a:lnTo>
                </a:path>
              </a:pathLst>
            </a:custGeom>
            <a:ln w="573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805856" y="1665790"/>
              <a:ext cx="82013" cy="74548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3071327" y="1842069"/>
              <a:ext cx="1335405" cy="125730"/>
            </a:xfrm>
            <a:custGeom>
              <a:avLst/>
              <a:gdLst/>
              <a:ahLst/>
              <a:cxnLst/>
              <a:rect l="l" t="t" r="r" b="b"/>
              <a:pathLst>
                <a:path w="1335404" h="125730">
                  <a:moveTo>
                    <a:pt x="13122" y="65488"/>
                  </a:moveTo>
                  <a:lnTo>
                    <a:pt x="0" y="66520"/>
                  </a:lnTo>
                  <a:lnTo>
                    <a:pt x="126" y="72943"/>
                  </a:lnTo>
                  <a:lnTo>
                    <a:pt x="2144" y="78677"/>
                  </a:lnTo>
                  <a:lnTo>
                    <a:pt x="9463" y="88770"/>
                  </a:lnTo>
                  <a:lnTo>
                    <a:pt x="14663" y="92669"/>
                  </a:lnTo>
                  <a:lnTo>
                    <a:pt x="14802" y="92669"/>
                  </a:lnTo>
                  <a:lnTo>
                    <a:pt x="27672" y="97716"/>
                  </a:lnTo>
                  <a:lnTo>
                    <a:pt x="28102" y="97716"/>
                  </a:lnTo>
                  <a:lnTo>
                    <a:pt x="35328" y="98863"/>
                  </a:lnTo>
                  <a:lnTo>
                    <a:pt x="52362" y="98863"/>
                  </a:lnTo>
                  <a:lnTo>
                    <a:pt x="59049" y="97716"/>
                  </a:lnTo>
                  <a:lnTo>
                    <a:pt x="71162" y="92669"/>
                  </a:lnTo>
                  <a:lnTo>
                    <a:pt x="75704" y="89114"/>
                  </a:lnTo>
                  <a:lnTo>
                    <a:pt x="76882" y="87508"/>
                  </a:lnTo>
                  <a:lnTo>
                    <a:pt x="38230" y="87508"/>
                  </a:lnTo>
                  <a:lnTo>
                    <a:pt x="32805" y="86591"/>
                  </a:lnTo>
                  <a:lnTo>
                    <a:pt x="13152" y="65717"/>
                  </a:lnTo>
                  <a:lnTo>
                    <a:pt x="13122" y="65488"/>
                  </a:lnTo>
                  <a:close/>
                </a:path>
                <a:path w="1335404" h="125730">
                  <a:moveTo>
                    <a:pt x="48829" y="0"/>
                  </a:moveTo>
                  <a:lnTo>
                    <a:pt x="33940" y="0"/>
                  </a:lnTo>
                  <a:lnTo>
                    <a:pt x="27506" y="1146"/>
                  </a:lnTo>
                  <a:lnTo>
                    <a:pt x="4037" y="21561"/>
                  </a:lnTo>
                  <a:lnTo>
                    <a:pt x="4037" y="30737"/>
                  </a:lnTo>
                  <a:lnTo>
                    <a:pt x="5173" y="34751"/>
                  </a:lnTo>
                  <a:lnTo>
                    <a:pt x="7696" y="38306"/>
                  </a:lnTo>
                  <a:lnTo>
                    <a:pt x="10093" y="41861"/>
                  </a:lnTo>
                  <a:lnTo>
                    <a:pt x="13879" y="44729"/>
                  </a:lnTo>
                  <a:lnTo>
                    <a:pt x="18926" y="47137"/>
                  </a:lnTo>
                  <a:lnTo>
                    <a:pt x="22837" y="49087"/>
                  </a:lnTo>
                  <a:lnTo>
                    <a:pt x="29524" y="51037"/>
                  </a:lnTo>
                  <a:lnTo>
                    <a:pt x="39240" y="53101"/>
                  </a:lnTo>
                  <a:lnTo>
                    <a:pt x="48955" y="55280"/>
                  </a:lnTo>
                  <a:lnTo>
                    <a:pt x="55138" y="56771"/>
                  </a:lnTo>
                  <a:lnTo>
                    <a:pt x="57914" y="57803"/>
                  </a:lnTo>
                  <a:lnTo>
                    <a:pt x="62330" y="59294"/>
                  </a:lnTo>
                  <a:lnTo>
                    <a:pt x="65484" y="61244"/>
                  </a:lnTo>
                  <a:lnTo>
                    <a:pt x="67503" y="63423"/>
                  </a:lnTo>
                  <a:lnTo>
                    <a:pt x="69395" y="65717"/>
                  </a:lnTo>
                  <a:lnTo>
                    <a:pt x="70279" y="68355"/>
                  </a:lnTo>
                  <a:lnTo>
                    <a:pt x="70279" y="74319"/>
                  </a:lnTo>
                  <a:lnTo>
                    <a:pt x="49460" y="87508"/>
                  </a:lnTo>
                  <a:lnTo>
                    <a:pt x="76882" y="87508"/>
                  </a:lnTo>
                  <a:lnTo>
                    <a:pt x="78901" y="84756"/>
                  </a:lnTo>
                  <a:lnTo>
                    <a:pt x="82139" y="80168"/>
                  </a:lnTo>
                  <a:lnTo>
                    <a:pt x="83779" y="75351"/>
                  </a:lnTo>
                  <a:lnTo>
                    <a:pt x="83779" y="65144"/>
                  </a:lnTo>
                  <a:lnTo>
                    <a:pt x="31165" y="38535"/>
                  </a:lnTo>
                  <a:lnTo>
                    <a:pt x="24225" y="36242"/>
                  </a:lnTo>
                  <a:lnTo>
                    <a:pt x="18800" y="31769"/>
                  </a:lnTo>
                  <a:lnTo>
                    <a:pt x="17412" y="28901"/>
                  </a:lnTo>
                  <a:lnTo>
                    <a:pt x="17412" y="21561"/>
                  </a:lnTo>
                  <a:lnTo>
                    <a:pt x="19304" y="18121"/>
                  </a:lnTo>
                  <a:lnTo>
                    <a:pt x="23216" y="15368"/>
                  </a:lnTo>
                  <a:lnTo>
                    <a:pt x="26685" y="12845"/>
                  </a:lnTo>
                  <a:lnTo>
                    <a:pt x="26050" y="12845"/>
                  </a:lnTo>
                  <a:lnTo>
                    <a:pt x="33183" y="11124"/>
                  </a:lnTo>
                  <a:lnTo>
                    <a:pt x="73685" y="11124"/>
                  </a:lnTo>
                  <a:lnTo>
                    <a:pt x="72171" y="9060"/>
                  </a:lnTo>
                  <a:lnTo>
                    <a:pt x="67629" y="5734"/>
                  </a:lnTo>
                  <a:lnTo>
                    <a:pt x="55769" y="1146"/>
                  </a:lnTo>
                  <a:lnTo>
                    <a:pt x="48829" y="0"/>
                  </a:lnTo>
                  <a:close/>
                </a:path>
                <a:path w="1335404" h="125730">
                  <a:moveTo>
                    <a:pt x="73685" y="11124"/>
                  </a:moveTo>
                  <a:lnTo>
                    <a:pt x="49712" y="11124"/>
                  </a:lnTo>
                  <a:lnTo>
                    <a:pt x="56201" y="12845"/>
                  </a:lnTo>
                  <a:lnTo>
                    <a:pt x="55923" y="12845"/>
                  </a:lnTo>
                  <a:lnTo>
                    <a:pt x="64096" y="18923"/>
                  </a:lnTo>
                  <a:lnTo>
                    <a:pt x="66493" y="23396"/>
                  </a:lnTo>
                  <a:lnTo>
                    <a:pt x="67136" y="28557"/>
                  </a:lnTo>
                  <a:lnTo>
                    <a:pt x="67251" y="29475"/>
                  </a:lnTo>
                  <a:lnTo>
                    <a:pt x="80625" y="28557"/>
                  </a:lnTo>
                  <a:lnTo>
                    <a:pt x="80393" y="23396"/>
                  </a:lnTo>
                  <a:lnTo>
                    <a:pt x="80373" y="22938"/>
                  </a:lnTo>
                  <a:lnTo>
                    <a:pt x="78687" y="18121"/>
                  </a:lnTo>
                  <a:lnTo>
                    <a:pt x="78606" y="17891"/>
                  </a:lnTo>
                  <a:lnTo>
                    <a:pt x="73685" y="11124"/>
                  </a:lnTo>
                  <a:close/>
                </a:path>
                <a:path w="1335404" h="125730">
                  <a:moveTo>
                    <a:pt x="143081" y="26378"/>
                  </a:moveTo>
                  <a:lnTo>
                    <a:pt x="128319" y="26378"/>
                  </a:lnTo>
                  <a:lnTo>
                    <a:pt x="122263" y="27869"/>
                  </a:lnTo>
                  <a:lnTo>
                    <a:pt x="116585" y="30622"/>
                  </a:lnTo>
                  <a:lnTo>
                    <a:pt x="111033" y="33489"/>
                  </a:lnTo>
                  <a:lnTo>
                    <a:pt x="106869" y="37618"/>
                  </a:lnTo>
                  <a:lnTo>
                    <a:pt x="104220" y="43238"/>
                  </a:lnTo>
                  <a:lnTo>
                    <a:pt x="101444" y="48858"/>
                  </a:lnTo>
                  <a:lnTo>
                    <a:pt x="100056" y="55395"/>
                  </a:lnTo>
                  <a:lnTo>
                    <a:pt x="100056" y="62850"/>
                  </a:lnTo>
                  <a:lnTo>
                    <a:pt x="120748" y="96569"/>
                  </a:lnTo>
                  <a:lnTo>
                    <a:pt x="134754" y="98863"/>
                  </a:lnTo>
                  <a:lnTo>
                    <a:pt x="143081" y="98863"/>
                  </a:lnTo>
                  <a:lnTo>
                    <a:pt x="150147" y="96569"/>
                  </a:lnTo>
                  <a:lnTo>
                    <a:pt x="159465" y="89229"/>
                  </a:lnTo>
                  <a:lnTo>
                    <a:pt x="128319" y="89229"/>
                  </a:lnTo>
                  <a:lnTo>
                    <a:pt x="123146" y="87049"/>
                  </a:lnTo>
                  <a:lnTo>
                    <a:pt x="119234" y="82921"/>
                  </a:lnTo>
                  <a:lnTo>
                    <a:pt x="115323" y="78677"/>
                  </a:lnTo>
                  <a:lnTo>
                    <a:pt x="113430" y="71910"/>
                  </a:lnTo>
                  <a:lnTo>
                    <a:pt x="113430" y="53445"/>
                  </a:lnTo>
                  <a:lnTo>
                    <a:pt x="115449" y="46678"/>
                  </a:lnTo>
                  <a:lnTo>
                    <a:pt x="123524" y="38191"/>
                  </a:lnTo>
                  <a:lnTo>
                    <a:pt x="128824" y="36127"/>
                  </a:lnTo>
                  <a:lnTo>
                    <a:pt x="160509" y="36127"/>
                  </a:lnTo>
                  <a:lnTo>
                    <a:pt x="160367" y="35898"/>
                  </a:lnTo>
                  <a:lnTo>
                    <a:pt x="155194" y="32113"/>
                  </a:lnTo>
                  <a:lnTo>
                    <a:pt x="149895" y="28328"/>
                  </a:lnTo>
                  <a:lnTo>
                    <a:pt x="143081" y="26378"/>
                  </a:lnTo>
                  <a:close/>
                </a:path>
                <a:path w="1335404" h="125730">
                  <a:moveTo>
                    <a:pt x="153806" y="71910"/>
                  </a:moveTo>
                  <a:lnTo>
                    <a:pt x="139675" y="89229"/>
                  </a:lnTo>
                  <a:lnTo>
                    <a:pt x="159465" y="89229"/>
                  </a:lnTo>
                  <a:lnTo>
                    <a:pt x="161357" y="87738"/>
                  </a:lnTo>
                  <a:lnTo>
                    <a:pt x="161836" y="87049"/>
                  </a:lnTo>
                  <a:lnTo>
                    <a:pt x="165162" y="81315"/>
                  </a:lnTo>
                  <a:lnTo>
                    <a:pt x="166550" y="73401"/>
                  </a:lnTo>
                  <a:lnTo>
                    <a:pt x="153806" y="71910"/>
                  </a:lnTo>
                  <a:close/>
                </a:path>
                <a:path w="1335404" h="125730">
                  <a:moveTo>
                    <a:pt x="160509" y="36127"/>
                  </a:moveTo>
                  <a:lnTo>
                    <a:pt x="139675" y="36127"/>
                  </a:lnTo>
                  <a:lnTo>
                    <a:pt x="143334" y="37274"/>
                  </a:lnTo>
                  <a:lnTo>
                    <a:pt x="146362" y="39568"/>
                  </a:lnTo>
                  <a:lnTo>
                    <a:pt x="149390" y="41976"/>
                  </a:lnTo>
                  <a:lnTo>
                    <a:pt x="151535" y="45417"/>
                  </a:lnTo>
                  <a:lnTo>
                    <a:pt x="152671" y="50119"/>
                  </a:lnTo>
                  <a:lnTo>
                    <a:pt x="165288" y="48399"/>
                  </a:lnTo>
                  <a:lnTo>
                    <a:pt x="163898" y="41976"/>
                  </a:lnTo>
                  <a:lnTo>
                    <a:pt x="163774" y="41403"/>
                  </a:lnTo>
                  <a:lnTo>
                    <a:pt x="160509" y="36127"/>
                  </a:lnTo>
                  <a:close/>
                </a:path>
                <a:path w="1335404" h="125730">
                  <a:moveTo>
                    <a:pt x="238842" y="36127"/>
                  </a:moveTo>
                  <a:lnTo>
                    <a:pt x="216641" y="36127"/>
                  </a:lnTo>
                  <a:lnTo>
                    <a:pt x="221562" y="37503"/>
                  </a:lnTo>
                  <a:lnTo>
                    <a:pt x="227240" y="42091"/>
                  </a:lnTo>
                  <a:lnTo>
                    <a:pt x="228502" y="45417"/>
                  </a:lnTo>
                  <a:lnTo>
                    <a:pt x="228375" y="53331"/>
                  </a:lnTo>
                  <a:lnTo>
                    <a:pt x="223455" y="54821"/>
                  </a:lnTo>
                  <a:lnTo>
                    <a:pt x="215884" y="56198"/>
                  </a:lnTo>
                  <a:lnTo>
                    <a:pt x="200238" y="57918"/>
                  </a:lnTo>
                  <a:lnTo>
                    <a:pt x="196453" y="58492"/>
                  </a:lnTo>
                  <a:lnTo>
                    <a:pt x="175382" y="75580"/>
                  </a:lnTo>
                  <a:lnTo>
                    <a:pt x="175382" y="84756"/>
                  </a:lnTo>
                  <a:lnTo>
                    <a:pt x="177275" y="88770"/>
                  </a:lnTo>
                  <a:lnTo>
                    <a:pt x="177383" y="88999"/>
                  </a:lnTo>
                  <a:lnTo>
                    <a:pt x="177795" y="89687"/>
                  </a:lnTo>
                  <a:lnTo>
                    <a:pt x="182195" y="93243"/>
                  </a:lnTo>
                  <a:lnTo>
                    <a:pt x="186612" y="97028"/>
                  </a:lnTo>
                  <a:lnTo>
                    <a:pt x="193046" y="98863"/>
                  </a:lnTo>
                  <a:lnTo>
                    <a:pt x="206547" y="98863"/>
                  </a:lnTo>
                  <a:lnTo>
                    <a:pt x="211216" y="98060"/>
                  </a:lnTo>
                  <a:lnTo>
                    <a:pt x="220174" y="95078"/>
                  </a:lnTo>
                  <a:lnTo>
                    <a:pt x="224716" y="92440"/>
                  </a:lnTo>
                  <a:lnTo>
                    <a:pt x="228312" y="89687"/>
                  </a:lnTo>
                  <a:lnTo>
                    <a:pt x="199481" y="89687"/>
                  </a:lnTo>
                  <a:lnTo>
                    <a:pt x="196117" y="88770"/>
                  </a:lnTo>
                  <a:lnTo>
                    <a:pt x="195836" y="88770"/>
                  </a:lnTo>
                  <a:lnTo>
                    <a:pt x="190523" y="84412"/>
                  </a:lnTo>
                  <a:lnTo>
                    <a:pt x="189256" y="82003"/>
                  </a:lnTo>
                  <a:lnTo>
                    <a:pt x="189135" y="76613"/>
                  </a:lnTo>
                  <a:lnTo>
                    <a:pt x="189766" y="74778"/>
                  </a:lnTo>
                  <a:lnTo>
                    <a:pt x="191028" y="73057"/>
                  </a:lnTo>
                  <a:lnTo>
                    <a:pt x="192163" y="71452"/>
                  </a:lnTo>
                  <a:lnTo>
                    <a:pt x="216767" y="65717"/>
                  </a:lnTo>
                  <a:lnTo>
                    <a:pt x="223707" y="64226"/>
                  </a:lnTo>
                  <a:lnTo>
                    <a:pt x="228375" y="62506"/>
                  </a:lnTo>
                  <a:lnTo>
                    <a:pt x="241497" y="62506"/>
                  </a:lnTo>
                  <a:lnTo>
                    <a:pt x="241497" y="47367"/>
                  </a:lnTo>
                  <a:lnTo>
                    <a:pt x="240191" y="38880"/>
                  </a:lnTo>
                  <a:lnTo>
                    <a:pt x="240110" y="38535"/>
                  </a:lnTo>
                  <a:lnTo>
                    <a:pt x="238842" y="36127"/>
                  </a:lnTo>
                  <a:close/>
                </a:path>
                <a:path w="1335404" h="125730">
                  <a:moveTo>
                    <a:pt x="241497" y="62506"/>
                  </a:moveTo>
                  <a:lnTo>
                    <a:pt x="228375" y="62506"/>
                  </a:lnTo>
                  <a:lnTo>
                    <a:pt x="228301" y="72484"/>
                  </a:lnTo>
                  <a:lnTo>
                    <a:pt x="227800" y="75580"/>
                  </a:lnTo>
                  <a:lnTo>
                    <a:pt x="227744" y="75925"/>
                  </a:lnTo>
                  <a:lnTo>
                    <a:pt x="226357" y="78562"/>
                  </a:lnTo>
                  <a:lnTo>
                    <a:pt x="224708" y="81774"/>
                  </a:lnTo>
                  <a:lnTo>
                    <a:pt x="224590" y="82003"/>
                  </a:lnTo>
                  <a:lnTo>
                    <a:pt x="221688" y="84756"/>
                  </a:lnTo>
                  <a:lnTo>
                    <a:pt x="217777" y="86705"/>
                  </a:lnTo>
                  <a:lnTo>
                    <a:pt x="213769" y="88770"/>
                  </a:lnTo>
                  <a:lnTo>
                    <a:pt x="229511" y="88770"/>
                  </a:lnTo>
                  <a:lnTo>
                    <a:pt x="229889" y="91981"/>
                  </a:lnTo>
                  <a:lnTo>
                    <a:pt x="230702" y="94619"/>
                  </a:lnTo>
                  <a:lnTo>
                    <a:pt x="230773" y="94848"/>
                  </a:lnTo>
                  <a:lnTo>
                    <a:pt x="232161" y="97257"/>
                  </a:lnTo>
                  <a:lnTo>
                    <a:pt x="245535" y="97257"/>
                  </a:lnTo>
                  <a:lnTo>
                    <a:pt x="244021" y="94619"/>
                  </a:lnTo>
                  <a:lnTo>
                    <a:pt x="242933" y="91981"/>
                  </a:lnTo>
                  <a:lnTo>
                    <a:pt x="242502" y="89687"/>
                  </a:lnTo>
                  <a:lnTo>
                    <a:pt x="242381" y="88999"/>
                  </a:lnTo>
                  <a:lnTo>
                    <a:pt x="241750" y="86017"/>
                  </a:lnTo>
                  <a:lnTo>
                    <a:pt x="241691" y="84412"/>
                  </a:lnTo>
                  <a:lnTo>
                    <a:pt x="241594" y="81774"/>
                  </a:lnTo>
                  <a:lnTo>
                    <a:pt x="241497" y="62506"/>
                  </a:lnTo>
                  <a:close/>
                </a:path>
                <a:path w="1335404" h="125730">
                  <a:moveTo>
                    <a:pt x="229511" y="88770"/>
                  </a:moveTo>
                  <a:lnTo>
                    <a:pt x="213501" y="88770"/>
                  </a:lnTo>
                  <a:lnTo>
                    <a:pt x="209575" y="89687"/>
                  </a:lnTo>
                  <a:lnTo>
                    <a:pt x="228312" y="89687"/>
                  </a:lnTo>
                  <a:lnTo>
                    <a:pt x="229511" y="88770"/>
                  </a:lnTo>
                  <a:close/>
                </a:path>
                <a:path w="1335404" h="125730">
                  <a:moveTo>
                    <a:pt x="218534" y="26378"/>
                  </a:moveTo>
                  <a:lnTo>
                    <a:pt x="205412" y="26378"/>
                  </a:lnTo>
                  <a:lnTo>
                    <a:pt x="199734" y="27296"/>
                  </a:lnTo>
                  <a:lnTo>
                    <a:pt x="189766" y="30507"/>
                  </a:lnTo>
                  <a:lnTo>
                    <a:pt x="185981" y="32801"/>
                  </a:lnTo>
                  <a:lnTo>
                    <a:pt x="183331" y="35898"/>
                  </a:lnTo>
                  <a:lnTo>
                    <a:pt x="180681" y="38880"/>
                  </a:lnTo>
                  <a:lnTo>
                    <a:pt x="178789" y="42894"/>
                  </a:lnTo>
                  <a:lnTo>
                    <a:pt x="177734" y="47367"/>
                  </a:lnTo>
                  <a:lnTo>
                    <a:pt x="177653" y="47711"/>
                  </a:lnTo>
                  <a:lnTo>
                    <a:pt x="190271" y="49316"/>
                  </a:lnTo>
                  <a:lnTo>
                    <a:pt x="191659" y="44385"/>
                  </a:lnTo>
                  <a:lnTo>
                    <a:pt x="193804" y="40944"/>
                  </a:lnTo>
                  <a:lnTo>
                    <a:pt x="196706" y="39109"/>
                  </a:lnTo>
                  <a:lnTo>
                    <a:pt x="199608" y="37159"/>
                  </a:lnTo>
                  <a:lnTo>
                    <a:pt x="204024" y="36127"/>
                  </a:lnTo>
                  <a:lnTo>
                    <a:pt x="238842" y="36127"/>
                  </a:lnTo>
                  <a:lnTo>
                    <a:pt x="238722" y="35898"/>
                  </a:lnTo>
                  <a:lnTo>
                    <a:pt x="236829" y="33718"/>
                  </a:lnTo>
                  <a:lnTo>
                    <a:pt x="234936" y="31654"/>
                  </a:lnTo>
                  <a:lnTo>
                    <a:pt x="231908" y="29934"/>
                  </a:lnTo>
                  <a:lnTo>
                    <a:pt x="224170" y="27296"/>
                  </a:lnTo>
                  <a:lnTo>
                    <a:pt x="224590" y="27296"/>
                  </a:lnTo>
                  <a:lnTo>
                    <a:pt x="218534" y="26378"/>
                  </a:lnTo>
                  <a:close/>
                </a:path>
                <a:path w="1335404" h="125730">
                  <a:moveTo>
                    <a:pt x="276574" y="1605"/>
                  </a:moveTo>
                  <a:lnTo>
                    <a:pt x="263704" y="1605"/>
                  </a:lnTo>
                  <a:lnTo>
                    <a:pt x="263704" y="97257"/>
                  </a:lnTo>
                  <a:lnTo>
                    <a:pt x="276574" y="97257"/>
                  </a:lnTo>
                  <a:lnTo>
                    <a:pt x="276574" y="1605"/>
                  </a:lnTo>
                  <a:close/>
                </a:path>
                <a:path w="1335404" h="125730">
                  <a:moveTo>
                    <a:pt x="310641" y="1605"/>
                  </a:moveTo>
                  <a:lnTo>
                    <a:pt x="297645" y="1605"/>
                  </a:lnTo>
                  <a:lnTo>
                    <a:pt x="297645" y="15139"/>
                  </a:lnTo>
                  <a:lnTo>
                    <a:pt x="310641" y="15139"/>
                  </a:lnTo>
                  <a:lnTo>
                    <a:pt x="310641" y="1605"/>
                  </a:lnTo>
                  <a:close/>
                </a:path>
                <a:path w="1335404" h="125730">
                  <a:moveTo>
                    <a:pt x="310641" y="27984"/>
                  </a:moveTo>
                  <a:lnTo>
                    <a:pt x="297645" y="27984"/>
                  </a:lnTo>
                  <a:lnTo>
                    <a:pt x="297645" y="97257"/>
                  </a:lnTo>
                  <a:lnTo>
                    <a:pt x="310641" y="97257"/>
                  </a:lnTo>
                  <a:lnTo>
                    <a:pt x="310641" y="27984"/>
                  </a:lnTo>
                  <a:close/>
                </a:path>
                <a:path w="1335404" h="125730">
                  <a:moveTo>
                    <a:pt x="342942" y="27984"/>
                  </a:moveTo>
                  <a:lnTo>
                    <a:pt x="331334" y="27984"/>
                  </a:lnTo>
                  <a:lnTo>
                    <a:pt x="331334" y="97257"/>
                  </a:lnTo>
                  <a:lnTo>
                    <a:pt x="344204" y="97257"/>
                  </a:lnTo>
                  <a:lnTo>
                    <a:pt x="344280" y="50349"/>
                  </a:lnTo>
                  <a:lnTo>
                    <a:pt x="346222" y="44499"/>
                  </a:lnTo>
                  <a:lnTo>
                    <a:pt x="350260" y="41403"/>
                  </a:lnTo>
                  <a:lnTo>
                    <a:pt x="354171" y="38191"/>
                  </a:lnTo>
                  <a:lnTo>
                    <a:pt x="355199" y="37847"/>
                  </a:lnTo>
                  <a:lnTo>
                    <a:pt x="342942" y="37847"/>
                  </a:lnTo>
                  <a:lnTo>
                    <a:pt x="342942" y="27984"/>
                  </a:lnTo>
                  <a:close/>
                </a:path>
                <a:path w="1335404" h="125730">
                  <a:moveTo>
                    <a:pt x="390023" y="36586"/>
                  </a:moveTo>
                  <a:lnTo>
                    <a:pt x="367924" y="36586"/>
                  </a:lnTo>
                  <a:lnTo>
                    <a:pt x="370953" y="37274"/>
                  </a:lnTo>
                  <a:lnTo>
                    <a:pt x="373476" y="38765"/>
                  </a:lnTo>
                  <a:lnTo>
                    <a:pt x="376000" y="40141"/>
                  </a:lnTo>
                  <a:lnTo>
                    <a:pt x="377766" y="41976"/>
                  </a:lnTo>
                  <a:lnTo>
                    <a:pt x="379785" y="46793"/>
                  </a:lnTo>
                  <a:lnTo>
                    <a:pt x="380289" y="50349"/>
                  </a:lnTo>
                  <a:lnTo>
                    <a:pt x="380289" y="97257"/>
                  </a:lnTo>
                  <a:lnTo>
                    <a:pt x="393285" y="97257"/>
                  </a:lnTo>
                  <a:lnTo>
                    <a:pt x="393285" y="49202"/>
                  </a:lnTo>
                  <a:lnTo>
                    <a:pt x="393125" y="46793"/>
                  </a:lnTo>
                  <a:lnTo>
                    <a:pt x="393033" y="45417"/>
                  </a:lnTo>
                  <a:lnTo>
                    <a:pt x="391824" y="40141"/>
                  </a:lnTo>
                  <a:lnTo>
                    <a:pt x="391771" y="39912"/>
                  </a:lnTo>
                  <a:lnTo>
                    <a:pt x="390494" y="37274"/>
                  </a:lnTo>
                  <a:lnTo>
                    <a:pt x="390383" y="37044"/>
                  </a:lnTo>
                  <a:lnTo>
                    <a:pt x="390023" y="36586"/>
                  </a:lnTo>
                  <a:close/>
                </a:path>
                <a:path w="1335404" h="125730">
                  <a:moveTo>
                    <a:pt x="371836" y="26378"/>
                  </a:moveTo>
                  <a:lnTo>
                    <a:pt x="367167" y="26378"/>
                  </a:lnTo>
                  <a:lnTo>
                    <a:pt x="358918" y="27181"/>
                  </a:lnTo>
                  <a:lnTo>
                    <a:pt x="359465" y="27181"/>
                  </a:lnTo>
                  <a:lnTo>
                    <a:pt x="353162" y="29274"/>
                  </a:lnTo>
                  <a:lnTo>
                    <a:pt x="347579" y="32862"/>
                  </a:lnTo>
                  <a:lnTo>
                    <a:pt x="342942" y="37847"/>
                  </a:lnTo>
                  <a:lnTo>
                    <a:pt x="355199" y="37847"/>
                  </a:lnTo>
                  <a:lnTo>
                    <a:pt x="358966" y="36586"/>
                  </a:lnTo>
                  <a:lnTo>
                    <a:pt x="390023" y="36586"/>
                  </a:lnTo>
                  <a:lnTo>
                    <a:pt x="388491" y="34636"/>
                  </a:lnTo>
                  <a:lnTo>
                    <a:pt x="386598" y="32113"/>
                  </a:lnTo>
                  <a:lnTo>
                    <a:pt x="383696" y="30163"/>
                  </a:lnTo>
                  <a:lnTo>
                    <a:pt x="379911" y="28672"/>
                  </a:lnTo>
                  <a:lnTo>
                    <a:pt x="376000" y="27181"/>
                  </a:lnTo>
                  <a:lnTo>
                    <a:pt x="371836" y="26378"/>
                  </a:lnTo>
                  <a:close/>
                </a:path>
                <a:path w="1335404" h="125730">
                  <a:moveTo>
                    <a:pt x="413095" y="102991"/>
                  </a:moveTo>
                  <a:lnTo>
                    <a:pt x="434166" y="125356"/>
                  </a:lnTo>
                  <a:lnTo>
                    <a:pt x="450947" y="125356"/>
                  </a:lnTo>
                  <a:lnTo>
                    <a:pt x="457382" y="124094"/>
                  </a:lnTo>
                  <a:lnTo>
                    <a:pt x="462555" y="121457"/>
                  </a:lnTo>
                  <a:lnTo>
                    <a:pt x="467855" y="118933"/>
                  </a:lnTo>
                  <a:lnTo>
                    <a:pt x="471273" y="115722"/>
                  </a:lnTo>
                  <a:lnTo>
                    <a:pt x="437699" y="115722"/>
                  </a:lnTo>
                  <a:lnTo>
                    <a:pt x="433283" y="114575"/>
                  </a:lnTo>
                  <a:lnTo>
                    <a:pt x="427605" y="110790"/>
                  </a:lnTo>
                  <a:lnTo>
                    <a:pt x="426217" y="108267"/>
                  </a:lnTo>
                  <a:lnTo>
                    <a:pt x="425712" y="104712"/>
                  </a:lnTo>
                  <a:lnTo>
                    <a:pt x="413095" y="102991"/>
                  </a:lnTo>
                  <a:close/>
                </a:path>
                <a:path w="1335404" h="125730">
                  <a:moveTo>
                    <a:pt x="477696" y="88196"/>
                  </a:moveTo>
                  <a:lnTo>
                    <a:pt x="464574" y="88196"/>
                  </a:lnTo>
                  <a:lnTo>
                    <a:pt x="464537" y="96612"/>
                  </a:lnTo>
                  <a:lnTo>
                    <a:pt x="464436" y="98633"/>
                  </a:lnTo>
                  <a:lnTo>
                    <a:pt x="457004" y="112396"/>
                  </a:lnTo>
                  <a:lnTo>
                    <a:pt x="453849" y="114575"/>
                  </a:lnTo>
                  <a:lnTo>
                    <a:pt x="449181" y="115722"/>
                  </a:lnTo>
                  <a:lnTo>
                    <a:pt x="471273" y="115722"/>
                  </a:lnTo>
                  <a:lnTo>
                    <a:pt x="471640" y="115378"/>
                  </a:lnTo>
                  <a:lnTo>
                    <a:pt x="474037" y="110790"/>
                  </a:lnTo>
                  <a:lnTo>
                    <a:pt x="476561" y="106317"/>
                  </a:lnTo>
                  <a:lnTo>
                    <a:pt x="477696" y="98633"/>
                  </a:lnTo>
                  <a:lnTo>
                    <a:pt x="477696" y="88196"/>
                  </a:lnTo>
                  <a:close/>
                </a:path>
                <a:path w="1335404" h="125730">
                  <a:moveTo>
                    <a:pt x="452587" y="26378"/>
                  </a:moveTo>
                  <a:lnTo>
                    <a:pt x="436816" y="26378"/>
                  </a:lnTo>
                  <a:lnTo>
                    <a:pt x="430885" y="27984"/>
                  </a:lnTo>
                  <a:lnTo>
                    <a:pt x="420918" y="34063"/>
                  </a:lnTo>
                  <a:lnTo>
                    <a:pt x="417132" y="38306"/>
                  </a:lnTo>
                  <a:lnTo>
                    <a:pt x="411833" y="49546"/>
                  </a:lnTo>
                  <a:lnTo>
                    <a:pt x="410571" y="55624"/>
                  </a:lnTo>
                  <a:lnTo>
                    <a:pt x="410571" y="62276"/>
                  </a:lnTo>
                  <a:lnTo>
                    <a:pt x="411096" y="69226"/>
                  </a:lnTo>
                  <a:lnTo>
                    <a:pt x="412685" y="75638"/>
                  </a:lnTo>
                  <a:lnTo>
                    <a:pt x="415263" y="81315"/>
                  </a:lnTo>
                  <a:lnTo>
                    <a:pt x="415362" y="81534"/>
                  </a:lnTo>
                  <a:lnTo>
                    <a:pt x="443503" y="97257"/>
                  </a:lnTo>
                  <a:lnTo>
                    <a:pt x="451957" y="97257"/>
                  </a:lnTo>
                  <a:lnTo>
                    <a:pt x="458896" y="94275"/>
                  </a:lnTo>
                  <a:lnTo>
                    <a:pt x="464574" y="88196"/>
                  </a:lnTo>
                  <a:lnTo>
                    <a:pt x="477696" y="88196"/>
                  </a:lnTo>
                  <a:lnTo>
                    <a:pt x="477696" y="87508"/>
                  </a:lnTo>
                  <a:lnTo>
                    <a:pt x="438708" y="87508"/>
                  </a:lnTo>
                  <a:lnTo>
                    <a:pt x="433787" y="85444"/>
                  </a:lnTo>
                  <a:lnTo>
                    <a:pt x="423820" y="53101"/>
                  </a:lnTo>
                  <a:lnTo>
                    <a:pt x="425802" y="46908"/>
                  </a:lnTo>
                  <a:lnTo>
                    <a:pt x="429767" y="42664"/>
                  </a:lnTo>
                  <a:lnTo>
                    <a:pt x="433914" y="38306"/>
                  </a:lnTo>
                  <a:lnTo>
                    <a:pt x="438708" y="36127"/>
                  </a:lnTo>
                  <a:lnTo>
                    <a:pt x="465631" y="36127"/>
                  </a:lnTo>
                  <a:lnTo>
                    <a:pt x="459906" y="29704"/>
                  </a:lnTo>
                  <a:lnTo>
                    <a:pt x="452587" y="26378"/>
                  </a:lnTo>
                  <a:close/>
                </a:path>
                <a:path w="1335404" h="125730">
                  <a:moveTo>
                    <a:pt x="465631" y="36127"/>
                  </a:moveTo>
                  <a:lnTo>
                    <a:pt x="450316" y="36127"/>
                  </a:lnTo>
                  <a:lnTo>
                    <a:pt x="455363" y="38306"/>
                  </a:lnTo>
                  <a:lnTo>
                    <a:pt x="459401" y="42664"/>
                  </a:lnTo>
                  <a:lnTo>
                    <a:pt x="463565" y="46908"/>
                  </a:lnTo>
                  <a:lnTo>
                    <a:pt x="465633" y="53101"/>
                  </a:lnTo>
                  <a:lnTo>
                    <a:pt x="465710" y="70649"/>
                  </a:lnTo>
                  <a:lnTo>
                    <a:pt x="463691" y="77186"/>
                  </a:lnTo>
                  <a:lnTo>
                    <a:pt x="455616" y="85444"/>
                  </a:lnTo>
                  <a:lnTo>
                    <a:pt x="450695" y="87508"/>
                  </a:lnTo>
                  <a:lnTo>
                    <a:pt x="477696" y="87508"/>
                  </a:lnTo>
                  <a:lnTo>
                    <a:pt x="477696" y="36356"/>
                  </a:lnTo>
                  <a:lnTo>
                    <a:pt x="465836" y="36356"/>
                  </a:lnTo>
                  <a:lnTo>
                    <a:pt x="465631" y="36127"/>
                  </a:lnTo>
                  <a:close/>
                </a:path>
                <a:path w="1335404" h="125730">
                  <a:moveTo>
                    <a:pt x="477696" y="27984"/>
                  </a:moveTo>
                  <a:lnTo>
                    <a:pt x="465836" y="27984"/>
                  </a:lnTo>
                  <a:lnTo>
                    <a:pt x="465836" y="36356"/>
                  </a:lnTo>
                  <a:lnTo>
                    <a:pt x="477696" y="36356"/>
                  </a:lnTo>
                  <a:lnTo>
                    <a:pt x="477696" y="27984"/>
                  </a:lnTo>
                  <a:close/>
                </a:path>
                <a:path w="1335404" h="125730">
                  <a:moveTo>
                    <a:pt x="615100" y="1605"/>
                  </a:moveTo>
                  <a:lnTo>
                    <a:pt x="544064" y="1605"/>
                  </a:lnTo>
                  <a:lnTo>
                    <a:pt x="544064" y="97257"/>
                  </a:lnTo>
                  <a:lnTo>
                    <a:pt x="558069" y="97257"/>
                  </a:lnTo>
                  <a:lnTo>
                    <a:pt x="558069" y="53789"/>
                  </a:lnTo>
                  <a:lnTo>
                    <a:pt x="607404" y="53789"/>
                  </a:lnTo>
                  <a:lnTo>
                    <a:pt x="607404" y="42550"/>
                  </a:lnTo>
                  <a:lnTo>
                    <a:pt x="558069" y="42550"/>
                  </a:lnTo>
                  <a:lnTo>
                    <a:pt x="558069" y="12960"/>
                  </a:lnTo>
                  <a:lnTo>
                    <a:pt x="615100" y="12960"/>
                  </a:lnTo>
                  <a:lnTo>
                    <a:pt x="615100" y="1605"/>
                  </a:lnTo>
                  <a:close/>
                </a:path>
                <a:path w="1335404" h="125730">
                  <a:moveTo>
                    <a:pt x="693323" y="36127"/>
                  </a:moveTo>
                  <a:lnTo>
                    <a:pt x="671122" y="36127"/>
                  </a:lnTo>
                  <a:lnTo>
                    <a:pt x="676042" y="37503"/>
                  </a:lnTo>
                  <a:lnTo>
                    <a:pt x="681720" y="42091"/>
                  </a:lnTo>
                  <a:lnTo>
                    <a:pt x="682982" y="45417"/>
                  </a:lnTo>
                  <a:lnTo>
                    <a:pt x="682982" y="53331"/>
                  </a:lnTo>
                  <a:lnTo>
                    <a:pt x="678061" y="54821"/>
                  </a:lnTo>
                  <a:lnTo>
                    <a:pt x="670365" y="56198"/>
                  </a:lnTo>
                  <a:lnTo>
                    <a:pt x="654719" y="57918"/>
                  </a:lnTo>
                  <a:lnTo>
                    <a:pt x="650934" y="58492"/>
                  </a:lnTo>
                  <a:lnTo>
                    <a:pt x="629863" y="75580"/>
                  </a:lnTo>
                  <a:lnTo>
                    <a:pt x="629863" y="84756"/>
                  </a:lnTo>
                  <a:lnTo>
                    <a:pt x="631755" y="88770"/>
                  </a:lnTo>
                  <a:lnTo>
                    <a:pt x="631863" y="88999"/>
                  </a:lnTo>
                  <a:lnTo>
                    <a:pt x="632276" y="89687"/>
                  </a:lnTo>
                  <a:lnTo>
                    <a:pt x="636676" y="93243"/>
                  </a:lnTo>
                  <a:lnTo>
                    <a:pt x="641092" y="97028"/>
                  </a:lnTo>
                  <a:lnTo>
                    <a:pt x="647527" y="98863"/>
                  </a:lnTo>
                  <a:lnTo>
                    <a:pt x="661028" y="98863"/>
                  </a:lnTo>
                  <a:lnTo>
                    <a:pt x="665822" y="98060"/>
                  </a:lnTo>
                  <a:lnTo>
                    <a:pt x="674655" y="95078"/>
                  </a:lnTo>
                  <a:lnTo>
                    <a:pt x="679197" y="92440"/>
                  </a:lnTo>
                  <a:lnTo>
                    <a:pt x="682793" y="89687"/>
                  </a:lnTo>
                  <a:lnTo>
                    <a:pt x="653962" y="89687"/>
                  </a:lnTo>
                  <a:lnTo>
                    <a:pt x="650597" y="88770"/>
                  </a:lnTo>
                  <a:lnTo>
                    <a:pt x="650317" y="88770"/>
                  </a:lnTo>
                  <a:lnTo>
                    <a:pt x="645004" y="84412"/>
                  </a:lnTo>
                  <a:lnTo>
                    <a:pt x="643736" y="82003"/>
                  </a:lnTo>
                  <a:lnTo>
                    <a:pt x="643616" y="76613"/>
                  </a:lnTo>
                  <a:lnTo>
                    <a:pt x="644247" y="74778"/>
                  </a:lnTo>
                  <a:lnTo>
                    <a:pt x="645508" y="73057"/>
                  </a:lnTo>
                  <a:lnTo>
                    <a:pt x="646644" y="71452"/>
                  </a:lnTo>
                  <a:lnTo>
                    <a:pt x="671248" y="65717"/>
                  </a:lnTo>
                  <a:lnTo>
                    <a:pt x="678187" y="64226"/>
                  </a:lnTo>
                  <a:lnTo>
                    <a:pt x="682982" y="62506"/>
                  </a:lnTo>
                  <a:lnTo>
                    <a:pt x="695978" y="62506"/>
                  </a:lnTo>
                  <a:lnTo>
                    <a:pt x="695978" y="47367"/>
                  </a:lnTo>
                  <a:lnTo>
                    <a:pt x="695840" y="45417"/>
                  </a:lnTo>
                  <a:lnTo>
                    <a:pt x="695726" y="43811"/>
                  </a:lnTo>
                  <a:lnTo>
                    <a:pt x="695410" y="42091"/>
                  </a:lnTo>
                  <a:lnTo>
                    <a:pt x="695347" y="41747"/>
                  </a:lnTo>
                  <a:lnTo>
                    <a:pt x="694725" y="39109"/>
                  </a:lnTo>
                  <a:lnTo>
                    <a:pt x="694671" y="38880"/>
                  </a:lnTo>
                  <a:lnTo>
                    <a:pt x="694590" y="38535"/>
                  </a:lnTo>
                  <a:lnTo>
                    <a:pt x="693323" y="36127"/>
                  </a:lnTo>
                  <a:close/>
                </a:path>
                <a:path w="1335404" h="125730">
                  <a:moveTo>
                    <a:pt x="695978" y="62506"/>
                  </a:moveTo>
                  <a:lnTo>
                    <a:pt x="682982" y="62506"/>
                  </a:lnTo>
                  <a:lnTo>
                    <a:pt x="682893" y="72484"/>
                  </a:lnTo>
                  <a:lnTo>
                    <a:pt x="682292" y="75580"/>
                  </a:lnTo>
                  <a:lnTo>
                    <a:pt x="682225" y="75925"/>
                  </a:lnTo>
                  <a:lnTo>
                    <a:pt x="680837" y="78562"/>
                  </a:lnTo>
                  <a:lnTo>
                    <a:pt x="679188" y="81774"/>
                  </a:lnTo>
                  <a:lnTo>
                    <a:pt x="679071" y="82003"/>
                  </a:lnTo>
                  <a:lnTo>
                    <a:pt x="676169" y="84756"/>
                  </a:lnTo>
                  <a:lnTo>
                    <a:pt x="672257" y="86705"/>
                  </a:lnTo>
                  <a:lnTo>
                    <a:pt x="668249" y="88770"/>
                  </a:lnTo>
                  <a:lnTo>
                    <a:pt x="683991" y="88770"/>
                  </a:lnTo>
                  <a:lnTo>
                    <a:pt x="684370" y="91981"/>
                  </a:lnTo>
                  <a:lnTo>
                    <a:pt x="685183" y="94619"/>
                  </a:lnTo>
                  <a:lnTo>
                    <a:pt x="685253" y="94848"/>
                  </a:lnTo>
                  <a:lnTo>
                    <a:pt x="686641" y="97257"/>
                  </a:lnTo>
                  <a:lnTo>
                    <a:pt x="700142" y="97257"/>
                  </a:lnTo>
                  <a:lnTo>
                    <a:pt x="698502" y="94619"/>
                  </a:lnTo>
                  <a:lnTo>
                    <a:pt x="697413" y="91981"/>
                  </a:lnTo>
                  <a:lnTo>
                    <a:pt x="696982" y="89687"/>
                  </a:lnTo>
                  <a:lnTo>
                    <a:pt x="696861" y="88999"/>
                  </a:lnTo>
                  <a:lnTo>
                    <a:pt x="696230" y="86017"/>
                  </a:lnTo>
                  <a:lnTo>
                    <a:pt x="696172" y="84412"/>
                  </a:lnTo>
                  <a:lnTo>
                    <a:pt x="696075" y="81774"/>
                  </a:lnTo>
                  <a:lnTo>
                    <a:pt x="695978" y="62506"/>
                  </a:lnTo>
                  <a:close/>
                </a:path>
                <a:path w="1335404" h="125730">
                  <a:moveTo>
                    <a:pt x="683991" y="88770"/>
                  </a:moveTo>
                  <a:lnTo>
                    <a:pt x="667981" y="88770"/>
                  </a:lnTo>
                  <a:lnTo>
                    <a:pt x="664056" y="89687"/>
                  </a:lnTo>
                  <a:lnTo>
                    <a:pt x="682793" y="89687"/>
                  </a:lnTo>
                  <a:lnTo>
                    <a:pt x="683991" y="88770"/>
                  </a:lnTo>
                  <a:close/>
                </a:path>
                <a:path w="1335404" h="125730">
                  <a:moveTo>
                    <a:pt x="673014" y="26378"/>
                  </a:moveTo>
                  <a:lnTo>
                    <a:pt x="659892" y="26378"/>
                  </a:lnTo>
                  <a:lnTo>
                    <a:pt x="654214" y="27296"/>
                  </a:lnTo>
                  <a:lnTo>
                    <a:pt x="644247" y="30507"/>
                  </a:lnTo>
                  <a:lnTo>
                    <a:pt x="640461" y="32801"/>
                  </a:lnTo>
                  <a:lnTo>
                    <a:pt x="637812" y="35898"/>
                  </a:lnTo>
                  <a:lnTo>
                    <a:pt x="635162" y="38880"/>
                  </a:lnTo>
                  <a:lnTo>
                    <a:pt x="633269" y="42894"/>
                  </a:lnTo>
                  <a:lnTo>
                    <a:pt x="632215" y="47367"/>
                  </a:lnTo>
                  <a:lnTo>
                    <a:pt x="632134" y="47711"/>
                  </a:lnTo>
                  <a:lnTo>
                    <a:pt x="644751" y="49316"/>
                  </a:lnTo>
                  <a:lnTo>
                    <a:pt x="646139" y="44385"/>
                  </a:lnTo>
                  <a:lnTo>
                    <a:pt x="648284" y="40944"/>
                  </a:lnTo>
                  <a:lnTo>
                    <a:pt x="651186" y="39109"/>
                  </a:lnTo>
                  <a:lnTo>
                    <a:pt x="654088" y="37159"/>
                  </a:lnTo>
                  <a:lnTo>
                    <a:pt x="658504" y="36127"/>
                  </a:lnTo>
                  <a:lnTo>
                    <a:pt x="693323" y="36127"/>
                  </a:lnTo>
                  <a:lnTo>
                    <a:pt x="693202" y="35898"/>
                  </a:lnTo>
                  <a:lnTo>
                    <a:pt x="691310" y="33718"/>
                  </a:lnTo>
                  <a:lnTo>
                    <a:pt x="689417" y="31654"/>
                  </a:lnTo>
                  <a:lnTo>
                    <a:pt x="686389" y="29934"/>
                  </a:lnTo>
                  <a:lnTo>
                    <a:pt x="678650" y="27296"/>
                  </a:lnTo>
                  <a:lnTo>
                    <a:pt x="679071" y="27296"/>
                  </a:lnTo>
                  <a:lnTo>
                    <a:pt x="673014" y="26378"/>
                  </a:lnTo>
                  <a:close/>
                </a:path>
                <a:path w="1335404" h="125730">
                  <a:moveTo>
                    <a:pt x="757551" y="26378"/>
                  </a:moveTo>
                  <a:lnTo>
                    <a:pt x="742663" y="26378"/>
                  </a:lnTo>
                  <a:lnTo>
                    <a:pt x="736606" y="27869"/>
                  </a:lnTo>
                  <a:lnTo>
                    <a:pt x="714526" y="55395"/>
                  </a:lnTo>
                  <a:lnTo>
                    <a:pt x="714526" y="62850"/>
                  </a:lnTo>
                  <a:lnTo>
                    <a:pt x="715117" y="71041"/>
                  </a:lnTo>
                  <a:lnTo>
                    <a:pt x="716775" y="77760"/>
                  </a:lnTo>
                  <a:lnTo>
                    <a:pt x="716891" y="78233"/>
                  </a:lnTo>
                  <a:lnTo>
                    <a:pt x="749224" y="98863"/>
                  </a:lnTo>
                  <a:lnTo>
                    <a:pt x="757551" y="98863"/>
                  </a:lnTo>
                  <a:lnTo>
                    <a:pt x="764491" y="96569"/>
                  </a:lnTo>
                  <a:lnTo>
                    <a:pt x="770295" y="92096"/>
                  </a:lnTo>
                  <a:lnTo>
                    <a:pt x="773934" y="89229"/>
                  </a:lnTo>
                  <a:lnTo>
                    <a:pt x="742663" y="89229"/>
                  </a:lnTo>
                  <a:lnTo>
                    <a:pt x="737616" y="87049"/>
                  </a:lnTo>
                  <a:lnTo>
                    <a:pt x="733704" y="82921"/>
                  </a:lnTo>
                  <a:lnTo>
                    <a:pt x="729793" y="78677"/>
                  </a:lnTo>
                  <a:lnTo>
                    <a:pt x="727774" y="71910"/>
                  </a:lnTo>
                  <a:lnTo>
                    <a:pt x="727774" y="53445"/>
                  </a:lnTo>
                  <a:lnTo>
                    <a:pt x="729793" y="46678"/>
                  </a:lnTo>
                  <a:lnTo>
                    <a:pt x="733830" y="42435"/>
                  </a:lnTo>
                  <a:lnTo>
                    <a:pt x="737994" y="38191"/>
                  </a:lnTo>
                  <a:lnTo>
                    <a:pt x="743293" y="36127"/>
                  </a:lnTo>
                  <a:lnTo>
                    <a:pt x="774979" y="36127"/>
                  </a:lnTo>
                  <a:lnTo>
                    <a:pt x="774837" y="35898"/>
                  </a:lnTo>
                  <a:lnTo>
                    <a:pt x="764238" y="28328"/>
                  </a:lnTo>
                  <a:lnTo>
                    <a:pt x="757551" y="26378"/>
                  </a:lnTo>
                  <a:close/>
                </a:path>
                <a:path w="1335404" h="125730">
                  <a:moveTo>
                    <a:pt x="768150" y="71910"/>
                  </a:moveTo>
                  <a:lnTo>
                    <a:pt x="754145" y="89229"/>
                  </a:lnTo>
                  <a:lnTo>
                    <a:pt x="773934" y="89229"/>
                  </a:lnTo>
                  <a:lnTo>
                    <a:pt x="775827" y="87738"/>
                  </a:lnTo>
                  <a:lnTo>
                    <a:pt x="776294" y="87049"/>
                  </a:lnTo>
                  <a:lnTo>
                    <a:pt x="779506" y="81315"/>
                  </a:lnTo>
                  <a:lnTo>
                    <a:pt x="780894" y="73401"/>
                  </a:lnTo>
                  <a:lnTo>
                    <a:pt x="768150" y="71910"/>
                  </a:lnTo>
                  <a:close/>
                </a:path>
                <a:path w="1335404" h="125730">
                  <a:moveTo>
                    <a:pt x="774979" y="36127"/>
                  </a:moveTo>
                  <a:lnTo>
                    <a:pt x="754018" y="36127"/>
                  </a:lnTo>
                  <a:lnTo>
                    <a:pt x="757677" y="37274"/>
                  </a:lnTo>
                  <a:lnTo>
                    <a:pt x="760832" y="39568"/>
                  </a:lnTo>
                  <a:lnTo>
                    <a:pt x="763860" y="41976"/>
                  </a:lnTo>
                  <a:lnTo>
                    <a:pt x="765879" y="45417"/>
                  </a:lnTo>
                  <a:lnTo>
                    <a:pt x="767140" y="50119"/>
                  </a:lnTo>
                  <a:lnTo>
                    <a:pt x="779632" y="48399"/>
                  </a:lnTo>
                  <a:lnTo>
                    <a:pt x="778449" y="42435"/>
                  </a:lnTo>
                  <a:lnTo>
                    <a:pt x="778358" y="41976"/>
                  </a:lnTo>
                  <a:lnTo>
                    <a:pt x="778244" y="41403"/>
                  </a:lnTo>
                  <a:lnTo>
                    <a:pt x="774979" y="36127"/>
                  </a:lnTo>
                  <a:close/>
                </a:path>
                <a:path w="1335404" h="125730">
                  <a:moveTo>
                    <a:pt x="809409" y="37159"/>
                  </a:moveTo>
                  <a:lnTo>
                    <a:pt x="796539" y="37159"/>
                  </a:lnTo>
                  <a:lnTo>
                    <a:pt x="796653" y="85100"/>
                  </a:lnTo>
                  <a:lnTo>
                    <a:pt x="797044" y="88655"/>
                  </a:lnTo>
                  <a:lnTo>
                    <a:pt x="798179" y="90834"/>
                  </a:lnTo>
                  <a:lnTo>
                    <a:pt x="799189" y="93013"/>
                  </a:lnTo>
                  <a:lnTo>
                    <a:pt x="800955" y="94848"/>
                  </a:lnTo>
                  <a:lnTo>
                    <a:pt x="803605" y="96225"/>
                  </a:lnTo>
                  <a:lnTo>
                    <a:pt x="806128" y="97486"/>
                  </a:lnTo>
                  <a:lnTo>
                    <a:pt x="809787" y="98174"/>
                  </a:lnTo>
                  <a:lnTo>
                    <a:pt x="817358" y="98174"/>
                  </a:lnTo>
                  <a:lnTo>
                    <a:pt x="820638" y="97830"/>
                  </a:lnTo>
                  <a:lnTo>
                    <a:pt x="824298" y="97142"/>
                  </a:lnTo>
                  <a:lnTo>
                    <a:pt x="822489" y="87279"/>
                  </a:lnTo>
                  <a:lnTo>
                    <a:pt x="814834" y="87279"/>
                  </a:lnTo>
                  <a:lnTo>
                    <a:pt x="813825" y="87049"/>
                  </a:lnTo>
                  <a:lnTo>
                    <a:pt x="813522" y="87049"/>
                  </a:lnTo>
                  <a:lnTo>
                    <a:pt x="811302" y="85788"/>
                  </a:lnTo>
                  <a:lnTo>
                    <a:pt x="810545" y="85100"/>
                  </a:lnTo>
                  <a:lnTo>
                    <a:pt x="810040" y="84068"/>
                  </a:lnTo>
                  <a:lnTo>
                    <a:pt x="809661" y="83150"/>
                  </a:lnTo>
                  <a:lnTo>
                    <a:pt x="809409" y="80971"/>
                  </a:lnTo>
                  <a:lnTo>
                    <a:pt x="809409" y="37159"/>
                  </a:lnTo>
                  <a:close/>
                </a:path>
                <a:path w="1335404" h="125730">
                  <a:moveTo>
                    <a:pt x="822447" y="87049"/>
                  </a:moveTo>
                  <a:lnTo>
                    <a:pt x="820008" y="87049"/>
                  </a:lnTo>
                  <a:lnTo>
                    <a:pt x="818115" y="87279"/>
                  </a:lnTo>
                  <a:lnTo>
                    <a:pt x="822489" y="87279"/>
                  </a:lnTo>
                  <a:lnTo>
                    <a:pt x="822447" y="87049"/>
                  </a:lnTo>
                  <a:close/>
                </a:path>
                <a:path w="1335404" h="125730">
                  <a:moveTo>
                    <a:pt x="822405" y="27984"/>
                  </a:moveTo>
                  <a:lnTo>
                    <a:pt x="787076" y="27984"/>
                  </a:lnTo>
                  <a:lnTo>
                    <a:pt x="787076" y="37159"/>
                  </a:lnTo>
                  <a:lnTo>
                    <a:pt x="822405" y="37159"/>
                  </a:lnTo>
                  <a:lnTo>
                    <a:pt x="822405" y="27984"/>
                  </a:lnTo>
                  <a:close/>
                </a:path>
                <a:path w="1335404" h="125730">
                  <a:moveTo>
                    <a:pt x="809409" y="3784"/>
                  </a:moveTo>
                  <a:lnTo>
                    <a:pt x="796539" y="10780"/>
                  </a:lnTo>
                  <a:lnTo>
                    <a:pt x="796539" y="27984"/>
                  </a:lnTo>
                  <a:lnTo>
                    <a:pt x="809409" y="27984"/>
                  </a:lnTo>
                  <a:lnTo>
                    <a:pt x="809409" y="3784"/>
                  </a:lnTo>
                  <a:close/>
                </a:path>
                <a:path w="1335404" h="125730">
                  <a:moveTo>
                    <a:pt x="867197" y="26378"/>
                  </a:moveTo>
                  <a:lnTo>
                    <a:pt x="857734" y="26378"/>
                  </a:lnTo>
                  <a:lnTo>
                    <a:pt x="849785" y="29016"/>
                  </a:lnTo>
                  <a:lnTo>
                    <a:pt x="831489" y="62620"/>
                  </a:lnTo>
                  <a:lnTo>
                    <a:pt x="832079" y="70534"/>
                  </a:lnTo>
                  <a:lnTo>
                    <a:pt x="859553" y="98282"/>
                  </a:lnTo>
                  <a:lnTo>
                    <a:pt x="867197" y="98863"/>
                  </a:lnTo>
                  <a:lnTo>
                    <a:pt x="873884" y="98863"/>
                  </a:lnTo>
                  <a:lnTo>
                    <a:pt x="879940" y="97486"/>
                  </a:lnTo>
                  <a:lnTo>
                    <a:pt x="885618" y="94619"/>
                  </a:lnTo>
                  <a:lnTo>
                    <a:pt x="891170" y="91752"/>
                  </a:lnTo>
                  <a:lnTo>
                    <a:pt x="893946" y="89229"/>
                  </a:lnTo>
                  <a:lnTo>
                    <a:pt x="860762" y="89229"/>
                  </a:lnTo>
                  <a:lnTo>
                    <a:pt x="855336" y="86935"/>
                  </a:lnTo>
                  <a:lnTo>
                    <a:pt x="851159" y="82691"/>
                  </a:lnTo>
                  <a:lnTo>
                    <a:pt x="846896" y="78118"/>
                  </a:lnTo>
                  <a:lnTo>
                    <a:pt x="844738" y="71566"/>
                  </a:lnTo>
                  <a:lnTo>
                    <a:pt x="844738" y="53879"/>
                  </a:lnTo>
                  <a:lnTo>
                    <a:pt x="846883" y="47137"/>
                  </a:lnTo>
                  <a:lnTo>
                    <a:pt x="855336" y="38306"/>
                  </a:lnTo>
                  <a:lnTo>
                    <a:pt x="860762" y="36127"/>
                  </a:lnTo>
                  <a:lnTo>
                    <a:pt x="893227" y="36127"/>
                  </a:lnTo>
                  <a:lnTo>
                    <a:pt x="892936" y="35783"/>
                  </a:lnTo>
                  <a:lnTo>
                    <a:pt x="887566" y="31701"/>
                  </a:lnTo>
                  <a:lnTo>
                    <a:pt x="881486" y="28758"/>
                  </a:lnTo>
                  <a:lnTo>
                    <a:pt x="874696" y="26977"/>
                  </a:lnTo>
                  <a:lnTo>
                    <a:pt x="867197" y="26378"/>
                  </a:lnTo>
                  <a:close/>
                </a:path>
                <a:path w="1335404" h="125730">
                  <a:moveTo>
                    <a:pt x="893227" y="36127"/>
                  </a:moveTo>
                  <a:lnTo>
                    <a:pt x="873506" y="36127"/>
                  </a:lnTo>
                  <a:lnTo>
                    <a:pt x="878931" y="38306"/>
                  </a:lnTo>
                  <a:lnTo>
                    <a:pt x="883095" y="42779"/>
                  </a:lnTo>
                  <a:lnTo>
                    <a:pt x="887385" y="47137"/>
                  </a:lnTo>
                  <a:lnTo>
                    <a:pt x="889530" y="53879"/>
                  </a:lnTo>
                  <a:lnTo>
                    <a:pt x="889457" y="71566"/>
                  </a:lnTo>
                  <a:lnTo>
                    <a:pt x="887371" y="78118"/>
                  </a:lnTo>
                  <a:lnTo>
                    <a:pt x="883108" y="82691"/>
                  </a:lnTo>
                  <a:lnTo>
                    <a:pt x="878931" y="86935"/>
                  </a:lnTo>
                  <a:lnTo>
                    <a:pt x="873632" y="89229"/>
                  </a:lnTo>
                  <a:lnTo>
                    <a:pt x="893946" y="89229"/>
                  </a:lnTo>
                  <a:lnTo>
                    <a:pt x="895460" y="87852"/>
                  </a:lnTo>
                  <a:lnTo>
                    <a:pt x="898488" y="82691"/>
                  </a:lnTo>
                  <a:lnTo>
                    <a:pt x="901390" y="77645"/>
                  </a:lnTo>
                  <a:lnTo>
                    <a:pt x="902684" y="71566"/>
                  </a:lnTo>
                  <a:lnTo>
                    <a:pt x="902733" y="71337"/>
                  </a:lnTo>
                  <a:lnTo>
                    <a:pt x="902831" y="70880"/>
                  </a:lnTo>
                  <a:lnTo>
                    <a:pt x="902904" y="61703"/>
                  </a:lnTo>
                  <a:lnTo>
                    <a:pt x="902269" y="53879"/>
                  </a:lnTo>
                  <a:lnTo>
                    <a:pt x="900435" y="47137"/>
                  </a:lnTo>
                  <a:lnTo>
                    <a:pt x="900381" y="46937"/>
                  </a:lnTo>
                  <a:lnTo>
                    <a:pt x="897262" y="40897"/>
                  </a:lnTo>
                  <a:lnTo>
                    <a:pt x="893227" y="36127"/>
                  </a:lnTo>
                  <a:close/>
                </a:path>
                <a:path w="1335404" h="125730">
                  <a:moveTo>
                    <a:pt x="931924" y="27984"/>
                  </a:moveTo>
                  <a:lnTo>
                    <a:pt x="920316" y="27984"/>
                  </a:lnTo>
                  <a:lnTo>
                    <a:pt x="920316" y="97257"/>
                  </a:lnTo>
                  <a:lnTo>
                    <a:pt x="933186" y="97257"/>
                  </a:lnTo>
                  <a:lnTo>
                    <a:pt x="933186" y="56083"/>
                  </a:lnTo>
                  <a:lnTo>
                    <a:pt x="933943" y="51495"/>
                  </a:lnTo>
                  <a:lnTo>
                    <a:pt x="942222" y="39453"/>
                  </a:lnTo>
                  <a:lnTo>
                    <a:pt x="942036" y="39453"/>
                  </a:lnTo>
                  <a:lnTo>
                    <a:pt x="944920" y="38535"/>
                  </a:lnTo>
                  <a:lnTo>
                    <a:pt x="931924" y="38535"/>
                  </a:lnTo>
                  <a:lnTo>
                    <a:pt x="931924" y="27984"/>
                  </a:lnTo>
                  <a:close/>
                </a:path>
                <a:path w="1335404" h="125730">
                  <a:moveTo>
                    <a:pt x="952743" y="26378"/>
                  </a:moveTo>
                  <a:lnTo>
                    <a:pt x="945425" y="26378"/>
                  </a:lnTo>
                  <a:lnTo>
                    <a:pt x="942649" y="27181"/>
                  </a:lnTo>
                  <a:lnTo>
                    <a:pt x="937602" y="30392"/>
                  </a:lnTo>
                  <a:lnTo>
                    <a:pt x="934953" y="33604"/>
                  </a:lnTo>
                  <a:lnTo>
                    <a:pt x="931924" y="38535"/>
                  </a:lnTo>
                  <a:lnTo>
                    <a:pt x="950977" y="38535"/>
                  </a:lnTo>
                  <a:lnTo>
                    <a:pt x="954131" y="39453"/>
                  </a:lnTo>
                  <a:lnTo>
                    <a:pt x="957285" y="41059"/>
                  </a:lnTo>
                  <a:lnTo>
                    <a:pt x="961609" y="30392"/>
                  </a:lnTo>
                  <a:lnTo>
                    <a:pt x="961702" y="30163"/>
                  </a:lnTo>
                  <a:lnTo>
                    <a:pt x="957159" y="27640"/>
                  </a:lnTo>
                  <a:lnTo>
                    <a:pt x="952743" y="26378"/>
                  </a:lnTo>
                  <a:close/>
                </a:path>
                <a:path w="1335404" h="125730">
                  <a:moveTo>
                    <a:pt x="1080810" y="30048"/>
                  </a:moveTo>
                  <a:lnTo>
                    <a:pt x="1011414" y="30048"/>
                  </a:lnTo>
                  <a:lnTo>
                    <a:pt x="1011414" y="41059"/>
                  </a:lnTo>
                  <a:lnTo>
                    <a:pt x="1080810" y="41059"/>
                  </a:lnTo>
                  <a:lnTo>
                    <a:pt x="1080810" y="30048"/>
                  </a:lnTo>
                  <a:close/>
                </a:path>
                <a:path w="1335404" h="125730">
                  <a:moveTo>
                    <a:pt x="1080810" y="59065"/>
                  </a:moveTo>
                  <a:lnTo>
                    <a:pt x="1011414" y="59065"/>
                  </a:lnTo>
                  <a:lnTo>
                    <a:pt x="1011414" y="70075"/>
                  </a:lnTo>
                  <a:lnTo>
                    <a:pt x="1080810" y="70075"/>
                  </a:lnTo>
                  <a:lnTo>
                    <a:pt x="1080810" y="59065"/>
                  </a:lnTo>
                  <a:close/>
                </a:path>
                <a:path w="1335404" h="125730">
                  <a:moveTo>
                    <a:pt x="1179731" y="1261"/>
                  </a:moveTo>
                  <a:lnTo>
                    <a:pt x="1166483" y="1261"/>
                  </a:lnTo>
                  <a:lnTo>
                    <a:pt x="1160048" y="3096"/>
                  </a:lnTo>
                  <a:lnTo>
                    <a:pt x="1155001" y="6881"/>
                  </a:lnTo>
                  <a:lnTo>
                    <a:pt x="1149954" y="10551"/>
                  </a:lnTo>
                  <a:lnTo>
                    <a:pt x="1139734" y="50119"/>
                  </a:lnTo>
                  <a:lnTo>
                    <a:pt x="1140301" y="60914"/>
                  </a:lnTo>
                  <a:lnTo>
                    <a:pt x="1140394" y="62678"/>
                  </a:lnTo>
                  <a:lnTo>
                    <a:pt x="1160521" y="96425"/>
                  </a:lnTo>
                  <a:lnTo>
                    <a:pt x="1174053" y="98863"/>
                  </a:lnTo>
                  <a:lnTo>
                    <a:pt x="1181750" y="98863"/>
                  </a:lnTo>
                  <a:lnTo>
                    <a:pt x="1188185" y="97028"/>
                  </a:lnTo>
                  <a:lnTo>
                    <a:pt x="1198279" y="89458"/>
                  </a:lnTo>
                  <a:lnTo>
                    <a:pt x="1198443" y="89229"/>
                  </a:lnTo>
                  <a:lnTo>
                    <a:pt x="1168123" y="89229"/>
                  </a:lnTo>
                  <a:lnTo>
                    <a:pt x="1163202" y="86705"/>
                  </a:lnTo>
                  <a:lnTo>
                    <a:pt x="1153108" y="50119"/>
                  </a:lnTo>
                  <a:lnTo>
                    <a:pt x="1153411" y="42032"/>
                  </a:lnTo>
                  <a:lnTo>
                    <a:pt x="1153513" y="39306"/>
                  </a:lnTo>
                  <a:lnTo>
                    <a:pt x="1167997" y="11010"/>
                  </a:lnTo>
                  <a:lnTo>
                    <a:pt x="1197908" y="11010"/>
                  </a:lnTo>
                  <a:lnTo>
                    <a:pt x="1196765" y="9404"/>
                  </a:lnTo>
                  <a:lnTo>
                    <a:pt x="1193232" y="6422"/>
                  </a:lnTo>
                  <a:lnTo>
                    <a:pt x="1184652" y="2293"/>
                  </a:lnTo>
                  <a:lnTo>
                    <a:pt x="1179731" y="1261"/>
                  </a:lnTo>
                  <a:close/>
                </a:path>
                <a:path w="1335404" h="125730">
                  <a:moveTo>
                    <a:pt x="1197908" y="11010"/>
                  </a:moveTo>
                  <a:lnTo>
                    <a:pt x="1179983" y="11010"/>
                  </a:lnTo>
                  <a:lnTo>
                    <a:pt x="1185030" y="13533"/>
                  </a:lnTo>
                  <a:lnTo>
                    <a:pt x="1189068" y="18694"/>
                  </a:lnTo>
                  <a:lnTo>
                    <a:pt x="1195124" y="50119"/>
                  </a:lnTo>
                  <a:lnTo>
                    <a:pt x="1194841" y="58140"/>
                  </a:lnTo>
                  <a:lnTo>
                    <a:pt x="1179983" y="89229"/>
                  </a:lnTo>
                  <a:lnTo>
                    <a:pt x="1198443" y="89229"/>
                  </a:lnTo>
                  <a:lnTo>
                    <a:pt x="1208373" y="50119"/>
                  </a:lnTo>
                  <a:lnTo>
                    <a:pt x="1208373" y="40600"/>
                  </a:lnTo>
                  <a:lnTo>
                    <a:pt x="1207616" y="33145"/>
                  </a:lnTo>
                  <a:lnTo>
                    <a:pt x="1206102" y="27525"/>
                  </a:lnTo>
                  <a:lnTo>
                    <a:pt x="1204461" y="21905"/>
                  </a:lnTo>
                  <a:lnTo>
                    <a:pt x="1202316" y="17203"/>
                  </a:lnTo>
                  <a:lnTo>
                    <a:pt x="1197908" y="11010"/>
                  </a:lnTo>
                  <a:close/>
                </a:path>
                <a:path w="1335404" h="125730">
                  <a:moveTo>
                    <a:pt x="1245973" y="83953"/>
                  </a:moveTo>
                  <a:lnTo>
                    <a:pt x="1231210" y="83953"/>
                  </a:lnTo>
                  <a:lnTo>
                    <a:pt x="1231210" y="97257"/>
                  </a:lnTo>
                  <a:lnTo>
                    <a:pt x="1245973" y="97257"/>
                  </a:lnTo>
                  <a:lnTo>
                    <a:pt x="1245973" y="83953"/>
                  </a:lnTo>
                  <a:close/>
                </a:path>
                <a:path w="1335404" h="125730">
                  <a:moveTo>
                    <a:pt x="1309565" y="1261"/>
                  </a:moveTo>
                  <a:lnTo>
                    <a:pt x="1291269" y="1261"/>
                  </a:lnTo>
                  <a:lnTo>
                    <a:pt x="1283951" y="3670"/>
                  </a:lnTo>
                  <a:lnTo>
                    <a:pt x="1272848" y="13074"/>
                  </a:lnTo>
                  <a:lnTo>
                    <a:pt x="1270198" y="18923"/>
                  </a:lnTo>
                  <a:lnTo>
                    <a:pt x="1270234" y="30622"/>
                  </a:lnTo>
                  <a:lnTo>
                    <a:pt x="1285970" y="45417"/>
                  </a:lnTo>
                  <a:lnTo>
                    <a:pt x="1279535" y="46908"/>
                  </a:lnTo>
                  <a:lnTo>
                    <a:pt x="1274614" y="49775"/>
                  </a:lnTo>
                  <a:lnTo>
                    <a:pt x="1267675" y="58148"/>
                  </a:lnTo>
                  <a:lnTo>
                    <a:pt x="1265908" y="63423"/>
                  </a:lnTo>
                  <a:lnTo>
                    <a:pt x="1265960" y="78104"/>
                  </a:lnTo>
                  <a:lnTo>
                    <a:pt x="1300606" y="98863"/>
                  </a:lnTo>
                  <a:lnTo>
                    <a:pt x="1307989" y="98346"/>
                  </a:lnTo>
                  <a:lnTo>
                    <a:pt x="1314627" y="96798"/>
                  </a:lnTo>
                  <a:lnTo>
                    <a:pt x="1320532" y="94218"/>
                  </a:lnTo>
                  <a:lnTo>
                    <a:pt x="1325715" y="90605"/>
                  </a:lnTo>
                  <a:lnTo>
                    <a:pt x="1327260" y="89229"/>
                  </a:lnTo>
                  <a:lnTo>
                    <a:pt x="1296695" y="89229"/>
                  </a:lnTo>
                  <a:lnTo>
                    <a:pt x="1293036" y="88426"/>
                  </a:lnTo>
                  <a:lnTo>
                    <a:pt x="1289629" y="86705"/>
                  </a:lnTo>
                  <a:lnTo>
                    <a:pt x="1286096" y="84985"/>
                  </a:lnTo>
                  <a:lnTo>
                    <a:pt x="1283573" y="82577"/>
                  </a:lnTo>
                  <a:lnTo>
                    <a:pt x="1281806" y="79365"/>
                  </a:lnTo>
                  <a:lnTo>
                    <a:pt x="1280040" y="76269"/>
                  </a:lnTo>
                  <a:lnTo>
                    <a:pt x="1279157" y="73057"/>
                  </a:lnTo>
                  <a:lnTo>
                    <a:pt x="1279258" y="63997"/>
                  </a:lnTo>
                  <a:lnTo>
                    <a:pt x="1281125" y="59753"/>
                  </a:lnTo>
                  <a:lnTo>
                    <a:pt x="1281932" y="58950"/>
                  </a:lnTo>
                  <a:lnTo>
                    <a:pt x="1285213" y="55968"/>
                  </a:lnTo>
                  <a:lnTo>
                    <a:pt x="1289124" y="52298"/>
                  </a:lnTo>
                  <a:lnTo>
                    <a:pt x="1294171" y="50463"/>
                  </a:lnTo>
                  <a:lnTo>
                    <a:pt x="1326851" y="50463"/>
                  </a:lnTo>
                  <a:lnTo>
                    <a:pt x="1321930" y="47367"/>
                  </a:lnTo>
                  <a:lnTo>
                    <a:pt x="1315369" y="45417"/>
                  </a:lnTo>
                  <a:lnTo>
                    <a:pt x="1320668" y="43582"/>
                  </a:lnTo>
                  <a:lnTo>
                    <a:pt x="1324579" y="41059"/>
                  </a:lnTo>
                  <a:lnTo>
                    <a:pt x="1295880" y="41059"/>
                  </a:lnTo>
                  <a:lnTo>
                    <a:pt x="1291396" y="39453"/>
                  </a:lnTo>
                  <a:lnTo>
                    <a:pt x="1288115" y="36586"/>
                  </a:lnTo>
                  <a:lnTo>
                    <a:pt x="1285087" y="33833"/>
                  </a:lnTo>
                  <a:lnTo>
                    <a:pt x="1283423" y="30278"/>
                  </a:lnTo>
                  <a:lnTo>
                    <a:pt x="1283320" y="21561"/>
                  </a:lnTo>
                  <a:lnTo>
                    <a:pt x="1284906" y="18235"/>
                  </a:lnTo>
                  <a:lnTo>
                    <a:pt x="1288241" y="15253"/>
                  </a:lnTo>
                  <a:lnTo>
                    <a:pt x="1291522" y="12386"/>
                  </a:lnTo>
                  <a:lnTo>
                    <a:pt x="1295559" y="10895"/>
                  </a:lnTo>
                  <a:lnTo>
                    <a:pt x="1325272" y="10895"/>
                  </a:lnTo>
                  <a:lnTo>
                    <a:pt x="1322561" y="8487"/>
                  </a:lnTo>
                  <a:lnTo>
                    <a:pt x="1316883" y="3670"/>
                  </a:lnTo>
                  <a:lnTo>
                    <a:pt x="1309565" y="1261"/>
                  </a:lnTo>
                  <a:close/>
                </a:path>
                <a:path w="1335404" h="125730">
                  <a:moveTo>
                    <a:pt x="1326851" y="50463"/>
                  </a:moveTo>
                  <a:lnTo>
                    <a:pt x="1306536" y="50463"/>
                  </a:lnTo>
                  <a:lnTo>
                    <a:pt x="1311710" y="52298"/>
                  </a:lnTo>
                  <a:lnTo>
                    <a:pt x="1319911" y="59753"/>
                  </a:lnTo>
                  <a:lnTo>
                    <a:pt x="1321847" y="63997"/>
                  </a:lnTo>
                  <a:lnTo>
                    <a:pt x="1321951" y="64226"/>
                  </a:lnTo>
                  <a:lnTo>
                    <a:pt x="1322056" y="75695"/>
                  </a:lnTo>
                  <a:lnTo>
                    <a:pt x="1320037" y="80283"/>
                  </a:lnTo>
                  <a:lnTo>
                    <a:pt x="1316000" y="83838"/>
                  </a:lnTo>
                  <a:lnTo>
                    <a:pt x="1311962" y="87508"/>
                  </a:lnTo>
                  <a:lnTo>
                    <a:pt x="1306915" y="89229"/>
                  </a:lnTo>
                  <a:lnTo>
                    <a:pt x="1327260" y="89229"/>
                  </a:lnTo>
                  <a:lnTo>
                    <a:pt x="1332024" y="84985"/>
                  </a:lnTo>
                  <a:lnTo>
                    <a:pt x="1335178" y="78104"/>
                  </a:lnTo>
                  <a:lnTo>
                    <a:pt x="1335178" y="63997"/>
                  </a:lnTo>
                  <a:lnTo>
                    <a:pt x="1333538" y="58950"/>
                  </a:lnTo>
                  <a:lnTo>
                    <a:pt x="1330131" y="54707"/>
                  </a:lnTo>
                  <a:lnTo>
                    <a:pt x="1326851" y="50463"/>
                  </a:lnTo>
                  <a:close/>
                </a:path>
                <a:path w="1335404" h="125730">
                  <a:moveTo>
                    <a:pt x="1325272" y="10895"/>
                  </a:moveTo>
                  <a:lnTo>
                    <a:pt x="1305401" y="10895"/>
                  </a:lnTo>
                  <a:lnTo>
                    <a:pt x="1309438" y="12386"/>
                  </a:lnTo>
                  <a:lnTo>
                    <a:pt x="1312719" y="15253"/>
                  </a:lnTo>
                  <a:lnTo>
                    <a:pt x="1316000" y="18235"/>
                  </a:lnTo>
                  <a:lnTo>
                    <a:pt x="1317640" y="21905"/>
                  </a:lnTo>
                  <a:lnTo>
                    <a:pt x="1317640" y="30278"/>
                  </a:lnTo>
                  <a:lnTo>
                    <a:pt x="1316126" y="33833"/>
                  </a:lnTo>
                  <a:lnTo>
                    <a:pt x="1312845" y="36586"/>
                  </a:lnTo>
                  <a:lnTo>
                    <a:pt x="1309691" y="39453"/>
                  </a:lnTo>
                  <a:lnTo>
                    <a:pt x="1305343" y="41059"/>
                  </a:lnTo>
                  <a:lnTo>
                    <a:pt x="1324579" y="41059"/>
                  </a:lnTo>
                  <a:lnTo>
                    <a:pt x="1327103" y="37847"/>
                  </a:lnTo>
                  <a:lnTo>
                    <a:pt x="1329626" y="34521"/>
                  </a:lnTo>
                  <a:lnTo>
                    <a:pt x="1330888" y="30622"/>
                  </a:lnTo>
                  <a:lnTo>
                    <a:pt x="1330888" y="19267"/>
                  </a:lnTo>
                  <a:lnTo>
                    <a:pt x="1328112" y="13418"/>
                  </a:lnTo>
                  <a:lnTo>
                    <a:pt x="1325272" y="108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2657349" y="1887945"/>
              <a:ext cx="379095" cy="0"/>
            </a:xfrm>
            <a:custGeom>
              <a:avLst/>
              <a:gdLst/>
              <a:ahLst/>
              <a:cxnLst/>
              <a:rect l="l" t="t" r="r" b="b"/>
              <a:pathLst>
                <a:path w="379094" h="0">
                  <a:moveTo>
                    <a:pt x="0" y="0"/>
                  </a:moveTo>
                  <a:lnTo>
                    <a:pt x="378902" y="0"/>
                  </a:lnTo>
                </a:path>
              </a:pathLst>
            </a:custGeom>
            <a:ln w="5734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2809010" y="1853538"/>
              <a:ext cx="76200" cy="69215"/>
            </a:xfrm>
            <a:custGeom>
              <a:avLst/>
              <a:gdLst/>
              <a:ahLst/>
              <a:cxnLst/>
              <a:rect l="l" t="t" r="r" b="b"/>
              <a:pathLst>
                <a:path w="76200" h="69214">
                  <a:moveTo>
                    <a:pt x="37852" y="0"/>
                  </a:moveTo>
                  <a:lnTo>
                    <a:pt x="37852" y="68814"/>
                  </a:lnTo>
                </a:path>
                <a:path w="76200" h="69214">
                  <a:moveTo>
                    <a:pt x="0" y="34407"/>
                  </a:moveTo>
                  <a:lnTo>
                    <a:pt x="75704" y="34407"/>
                  </a:lnTo>
                </a:path>
              </a:pathLst>
            </a:custGeom>
            <a:ln w="6021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2619496" y="1410604"/>
              <a:ext cx="1840230" cy="585470"/>
            </a:xfrm>
            <a:custGeom>
              <a:avLst/>
              <a:gdLst/>
              <a:ahLst/>
              <a:cxnLst/>
              <a:rect l="l" t="t" r="r" b="b"/>
              <a:pathLst>
                <a:path w="1840229" h="585469">
                  <a:moveTo>
                    <a:pt x="0" y="584920"/>
                  </a:moveTo>
                  <a:lnTo>
                    <a:pt x="1839624" y="584920"/>
                  </a:lnTo>
                  <a:lnTo>
                    <a:pt x="1839624" y="0"/>
                  </a:lnTo>
                  <a:lnTo>
                    <a:pt x="0" y="0"/>
                  </a:lnTo>
                  <a:lnTo>
                    <a:pt x="0" y="584920"/>
                  </a:lnTo>
                  <a:close/>
                </a:path>
              </a:pathLst>
            </a:custGeom>
            <a:ln w="5787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6301647" y="2484794"/>
              <a:ext cx="1299845" cy="1395730"/>
            </a:xfrm>
            <a:custGeom>
              <a:avLst/>
              <a:gdLst/>
              <a:ahLst/>
              <a:cxnLst/>
              <a:rect l="l" t="t" r="r" b="b"/>
              <a:pathLst>
                <a:path w="1299845" h="1395729">
                  <a:moveTo>
                    <a:pt x="1299218" y="697776"/>
                  </a:moveTo>
                  <a:lnTo>
                    <a:pt x="1298840" y="638596"/>
                  </a:lnTo>
                  <a:lnTo>
                    <a:pt x="1297578" y="579759"/>
                  </a:lnTo>
                  <a:lnTo>
                    <a:pt x="1295559" y="521841"/>
                  </a:lnTo>
                  <a:lnTo>
                    <a:pt x="1292657" y="465069"/>
                  </a:lnTo>
                  <a:lnTo>
                    <a:pt x="1289124" y="410132"/>
                  </a:lnTo>
                  <a:lnTo>
                    <a:pt x="1284708" y="357145"/>
                  </a:lnTo>
                  <a:lnTo>
                    <a:pt x="1279661" y="306682"/>
                  </a:lnTo>
                  <a:lnTo>
                    <a:pt x="1273983" y="258970"/>
                  </a:lnTo>
                  <a:lnTo>
                    <a:pt x="1267549" y="214471"/>
                  </a:lnTo>
                  <a:lnTo>
                    <a:pt x="1260609" y="173526"/>
                  </a:lnTo>
                  <a:lnTo>
                    <a:pt x="1245089" y="102991"/>
                  </a:lnTo>
                  <a:lnTo>
                    <a:pt x="1227804" y="49660"/>
                  </a:lnTo>
                  <a:lnTo>
                    <a:pt x="1209382" y="15024"/>
                  </a:lnTo>
                  <a:lnTo>
                    <a:pt x="1190204" y="0"/>
                  </a:lnTo>
                  <a:lnTo>
                    <a:pt x="1180488" y="0"/>
                  </a:lnTo>
                  <a:lnTo>
                    <a:pt x="1151973" y="29934"/>
                  </a:lnTo>
                  <a:lnTo>
                    <a:pt x="1134056" y="74089"/>
                  </a:lnTo>
                  <a:lnTo>
                    <a:pt x="1117653" y="136252"/>
                  </a:lnTo>
                  <a:lnTo>
                    <a:pt x="1103143" y="214471"/>
                  </a:lnTo>
                  <a:lnTo>
                    <a:pt x="1096708" y="258970"/>
                  </a:lnTo>
                  <a:lnTo>
                    <a:pt x="1091030" y="306682"/>
                  </a:lnTo>
                  <a:lnTo>
                    <a:pt x="1085983" y="357145"/>
                  </a:lnTo>
                  <a:lnTo>
                    <a:pt x="1081567" y="410132"/>
                  </a:lnTo>
                  <a:lnTo>
                    <a:pt x="1078034" y="465069"/>
                  </a:lnTo>
                  <a:lnTo>
                    <a:pt x="1075132" y="521841"/>
                  </a:lnTo>
                  <a:lnTo>
                    <a:pt x="1073114" y="579759"/>
                  </a:lnTo>
                  <a:lnTo>
                    <a:pt x="1071852" y="638596"/>
                  </a:lnTo>
                  <a:lnTo>
                    <a:pt x="1071473" y="697776"/>
                  </a:lnTo>
                  <a:lnTo>
                    <a:pt x="1071852" y="757071"/>
                  </a:lnTo>
                  <a:lnTo>
                    <a:pt x="1073114" y="815792"/>
                  </a:lnTo>
                  <a:lnTo>
                    <a:pt x="1075132" y="873825"/>
                  </a:lnTo>
                  <a:lnTo>
                    <a:pt x="1078034" y="930483"/>
                  </a:lnTo>
                  <a:lnTo>
                    <a:pt x="1081567" y="985534"/>
                  </a:lnTo>
                  <a:lnTo>
                    <a:pt x="1085983" y="1038406"/>
                  </a:lnTo>
                  <a:lnTo>
                    <a:pt x="1091030" y="1088870"/>
                  </a:lnTo>
                  <a:lnTo>
                    <a:pt x="1096708" y="1136581"/>
                  </a:lnTo>
                  <a:lnTo>
                    <a:pt x="1103143" y="1181081"/>
                  </a:lnTo>
                  <a:lnTo>
                    <a:pt x="1110083" y="1222140"/>
                  </a:lnTo>
                  <a:lnTo>
                    <a:pt x="1125602" y="1292560"/>
                  </a:lnTo>
                  <a:lnTo>
                    <a:pt x="1142888" y="1345891"/>
                  </a:lnTo>
                  <a:lnTo>
                    <a:pt x="1161310" y="1380528"/>
                  </a:lnTo>
                  <a:lnTo>
                    <a:pt x="1180488" y="1395667"/>
                  </a:lnTo>
                  <a:lnTo>
                    <a:pt x="1190204" y="1395667"/>
                  </a:lnTo>
                  <a:lnTo>
                    <a:pt x="1218719" y="1365618"/>
                  </a:lnTo>
                  <a:lnTo>
                    <a:pt x="1236636" y="1321462"/>
                  </a:lnTo>
                  <a:lnTo>
                    <a:pt x="1253038" y="1259300"/>
                  </a:lnTo>
                  <a:lnTo>
                    <a:pt x="1267549" y="1181081"/>
                  </a:lnTo>
                  <a:lnTo>
                    <a:pt x="1273983" y="1136581"/>
                  </a:lnTo>
                  <a:lnTo>
                    <a:pt x="1279661" y="1088870"/>
                  </a:lnTo>
                  <a:lnTo>
                    <a:pt x="1284708" y="1038406"/>
                  </a:lnTo>
                  <a:lnTo>
                    <a:pt x="1289124" y="985534"/>
                  </a:lnTo>
                  <a:lnTo>
                    <a:pt x="1292657" y="930483"/>
                  </a:lnTo>
                  <a:lnTo>
                    <a:pt x="1295559" y="873825"/>
                  </a:lnTo>
                  <a:lnTo>
                    <a:pt x="1297578" y="815792"/>
                  </a:lnTo>
                  <a:lnTo>
                    <a:pt x="1298840" y="757071"/>
                  </a:lnTo>
                  <a:lnTo>
                    <a:pt x="1299218" y="697776"/>
                  </a:lnTo>
                  <a:close/>
                </a:path>
                <a:path w="1299845" h="1395729">
                  <a:moveTo>
                    <a:pt x="1087245" y="487434"/>
                  </a:moveTo>
                  <a:lnTo>
                    <a:pt x="0" y="192679"/>
                  </a:lnTo>
                </a:path>
              </a:pathLst>
            </a:custGeom>
            <a:ln w="60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220068" y="2644886"/>
              <a:ext cx="140231" cy="88202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8115026" y="2160679"/>
              <a:ext cx="273685" cy="200025"/>
            </a:xfrm>
            <a:custGeom>
              <a:avLst/>
              <a:gdLst/>
              <a:ahLst/>
              <a:cxnLst/>
              <a:rect l="l" t="t" r="r" b="b"/>
              <a:pathLst>
                <a:path w="273684" h="200025">
                  <a:moveTo>
                    <a:pt x="0" y="199561"/>
                  </a:moveTo>
                  <a:lnTo>
                    <a:pt x="273142" y="199561"/>
                  </a:lnTo>
                  <a:lnTo>
                    <a:pt x="273142" y="0"/>
                  </a:lnTo>
                  <a:lnTo>
                    <a:pt x="0" y="0"/>
                  </a:lnTo>
                  <a:lnTo>
                    <a:pt x="0" y="199561"/>
                  </a:lnTo>
                  <a:close/>
                </a:path>
              </a:pathLst>
            </a:custGeom>
            <a:ln w="59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183161" y="2229035"/>
              <a:ext cx="162891" cy="81430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8372422" y="2532276"/>
              <a:ext cx="250825" cy="207010"/>
            </a:xfrm>
            <a:custGeom>
              <a:avLst/>
              <a:gdLst/>
              <a:ahLst/>
              <a:cxnLst/>
              <a:rect l="l" t="t" r="r" b="b"/>
              <a:pathLst>
                <a:path w="250825" h="207010">
                  <a:moveTo>
                    <a:pt x="0" y="206442"/>
                  </a:moveTo>
                  <a:lnTo>
                    <a:pt x="250431" y="206442"/>
                  </a:lnTo>
                  <a:lnTo>
                    <a:pt x="250431" y="0"/>
                  </a:lnTo>
                  <a:lnTo>
                    <a:pt x="0" y="0"/>
                  </a:lnTo>
                  <a:lnTo>
                    <a:pt x="0" y="206442"/>
                  </a:lnTo>
                  <a:close/>
                </a:path>
              </a:pathLst>
            </a:custGeom>
            <a:ln w="59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440557" y="2600631"/>
              <a:ext cx="162765" cy="81430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8554114" y="3289232"/>
              <a:ext cx="303530" cy="172085"/>
            </a:xfrm>
            <a:custGeom>
              <a:avLst/>
              <a:gdLst/>
              <a:ahLst/>
              <a:cxnLst/>
              <a:rect l="l" t="t" r="r" b="b"/>
              <a:pathLst>
                <a:path w="303529" h="172085">
                  <a:moveTo>
                    <a:pt x="0" y="172035"/>
                  </a:moveTo>
                  <a:lnTo>
                    <a:pt x="303424" y="172035"/>
                  </a:lnTo>
                  <a:lnTo>
                    <a:pt x="303424" y="0"/>
                  </a:lnTo>
                  <a:lnTo>
                    <a:pt x="0" y="0"/>
                  </a:lnTo>
                  <a:lnTo>
                    <a:pt x="0" y="172035"/>
                  </a:lnTo>
                  <a:close/>
                </a:path>
              </a:pathLst>
            </a:custGeom>
            <a:ln w="5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8622248" y="3357588"/>
              <a:ext cx="163395" cy="81430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659944" y="3905875"/>
              <a:ext cx="2519421" cy="1602079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8962920" y="3647066"/>
              <a:ext cx="273685" cy="200025"/>
            </a:xfrm>
            <a:custGeom>
              <a:avLst/>
              <a:gdLst/>
              <a:ahLst/>
              <a:cxnLst/>
              <a:rect l="l" t="t" r="r" b="b"/>
              <a:pathLst>
                <a:path w="273684" h="200025">
                  <a:moveTo>
                    <a:pt x="0" y="199561"/>
                  </a:moveTo>
                  <a:lnTo>
                    <a:pt x="273142" y="199561"/>
                  </a:lnTo>
                  <a:lnTo>
                    <a:pt x="273142" y="0"/>
                  </a:lnTo>
                  <a:lnTo>
                    <a:pt x="0" y="0"/>
                  </a:lnTo>
                  <a:lnTo>
                    <a:pt x="0" y="199561"/>
                  </a:lnTo>
                  <a:close/>
                </a:path>
              </a:pathLst>
            </a:custGeom>
            <a:ln w="59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031054" y="3715422"/>
              <a:ext cx="162891" cy="81430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9091617" y="3977375"/>
              <a:ext cx="311150" cy="213360"/>
            </a:xfrm>
            <a:custGeom>
              <a:avLst/>
              <a:gdLst/>
              <a:ahLst/>
              <a:cxnLst/>
              <a:rect l="l" t="t" r="r" b="b"/>
              <a:pathLst>
                <a:path w="311150" h="213360">
                  <a:moveTo>
                    <a:pt x="0" y="213324"/>
                  </a:moveTo>
                  <a:lnTo>
                    <a:pt x="310994" y="213324"/>
                  </a:lnTo>
                  <a:lnTo>
                    <a:pt x="310994" y="0"/>
                  </a:lnTo>
                  <a:lnTo>
                    <a:pt x="0" y="0"/>
                  </a:lnTo>
                  <a:lnTo>
                    <a:pt x="0" y="213324"/>
                  </a:lnTo>
                  <a:close/>
                </a:path>
              </a:pathLst>
            </a:custGeom>
            <a:ln w="59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9159752" y="4045730"/>
              <a:ext cx="162765" cy="81430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9190665" y="4307683"/>
              <a:ext cx="295275" cy="234315"/>
            </a:xfrm>
            <a:custGeom>
              <a:avLst/>
              <a:gdLst/>
              <a:ahLst/>
              <a:cxnLst/>
              <a:rect l="l" t="t" r="r" b="b"/>
              <a:pathLst>
                <a:path w="295275" h="234314">
                  <a:moveTo>
                    <a:pt x="0" y="233968"/>
                  </a:moveTo>
                  <a:lnTo>
                    <a:pt x="295248" y="233968"/>
                  </a:lnTo>
                  <a:lnTo>
                    <a:pt x="295248" y="0"/>
                  </a:lnTo>
                  <a:lnTo>
                    <a:pt x="0" y="0"/>
                  </a:lnTo>
                  <a:lnTo>
                    <a:pt x="0" y="233968"/>
                  </a:lnTo>
                  <a:close/>
                </a:path>
              </a:pathLst>
            </a:custGeom>
            <a:ln w="5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9258799" y="4376038"/>
              <a:ext cx="163395" cy="81430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4527255" y="2504750"/>
              <a:ext cx="1657985" cy="385445"/>
            </a:xfrm>
            <a:custGeom>
              <a:avLst/>
              <a:gdLst/>
              <a:ahLst/>
              <a:cxnLst/>
              <a:rect l="l" t="t" r="r" b="b"/>
              <a:pathLst>
                <a:path w="1657985" h="385444">
                  <a:moveTo>
                    <a:pt x="0" y="385359"/>
                  </a:moveTo>
                  <a:lnTo>
                    <a:pt x="1657932" y="385359"/>
                  </a:lnTo>
                  <a:lnTo>
                    <a:pt x="1657932" y="0"/>
                  </a:lnTo>
                  <a:lnTo>
                    <a:pt x="0" y="0"/>
                  </a:lnTo>
                  <a:lnTo>
                    <a:pt x="0" y="385359"/>
                  </a:lnTo>
                  <a:close/>
                </a:path>
              </a:pathLst>
            </a:custGeom>
            <a:ln w="5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4601067" y="2582740"/>
              <a:ext cx="1410335" cy="99060"/>
            </a:xfrm>
            <a:custGeom>
              <a:avLst/>
              <a:gdLst/>
              <a:ahLst/>
              <a:cxnLst/>
              <a:rect l="l" t="t" r="r" b="b"/>
              <a:pathLst>
                <a:path w="1410335" h="99060">
                  <a:moveTo>
                    <a:pt x="47567" y="1720"/>
                  </a:moveTo>
                  <a:lnTo>
                    <a:pt x="0" y="1720"/>
                  </a:lnTo>
                  <a:lnTo>
                    <a:pt x="0" y="97372"/>
                  </a:lnTo>
                  <a:lnTo>
                    <a:pt x="46810" y="97372"/>
                  </a:lnTo>
                  <a:lnTo>
                    <a:pt x="52488" y="96798"/>
                  </a:lnTo>
                  <a:lnTo>
                    <a:pt x="57157" y="95766"/>
                  </a:lnTo>
                  <a:lnTo>
                    <a:pt x="61699" y="94619"/>
                  </a:lnTo>
                  <a:lnTo>
                    <a:pt x="65610" y="93128"/>
                  </a:lnTo>
                  <a:lnTo>
                    <a:pt x="68638" y="90949"/>
                  </a:lnTo>
                  <a:lnTo>
                    <a:pt x="71667" y="88885"/>
                  </a:lnTo>
                  <a:lnTo>
                    <a:pt x="74214" y="86017"/>
                  </a:lnTo>
                  <a:lnTo>
                    <a:pt x="14005" y="86017"/>
                  </a:lnTo>
                  <a:lnTo>
                    <a:pt x="14005" y="53101"/>
                  </a:lnTo>
                  <a:lnTo>
                    <a:pt x="72662" y="53101"/>
                  </a:lnTo>
                  <a:lnTo>
                    <a:pt x="70910" y="51037"/>
                  </a:lnTo>
                  <a:lnTo>
                    <a:pt x="65989" y="48169"/>
                  </a:lnTo>
                  <a:lnTo>
                    <a:pt x="59680" y="46449"/>
                  </a:lnTo>
                  <a:lnTo>
                    <a:pt x="64601" y="44155"/>
                  </a:lnTo>
                  <a:lnTo>
                    <a:pt x="67528" y="41861"/>
                  </a:lnTo>
                  <a:lnTo>
                    <a:pt x="14005" y="41861"/>
                  </a:lnTo>
                  <a:lnTo>
                    <a:pt x="14005" y="12960"/>
                  </a:lnTo>
                  <a:lnTo>
                    <a:pt x="69882" y="12960"/>
                  </a:lnTo>
                  <a:lnTo>
                    <a:pt x="67503" y="9519"/>
                  </a:lnTo>
                  <a:lnTo>
                    <a:pt x="63718" y="6537"/>
                  </a:lnTo>
                  <a:lnTo>
                    <a:pt x="58797" y="4587"/>
                  </a:lnTo>
                  <a:lnTo>
                    <a:pt x="54002" y="2637"/>
                  </a:lnTo>
                  <a:lnTo>
                    <a:pt x="47567" y="1720"/>
                  </a:lnTo>
                  <a:close/>
                </a:path>
                <a:path w="1410335" h="99060">
                  <a:moveTo>
                    <a:pt x="72662" y="53101"/>
                  </a:moveTo>
                  <a:lnTo>
                    <a:pt x="44918" y="53101"/>
                  </a:lnTo>
                  <a:lnTo>
                    <a:pt x="50091" y="53675"/>
                  </a:lnTo>
                  <a:lnTo>
                    <a:pt x="53624" y="54707"/>
                  </a:lnTo>
                  <a:lnTo>
                    <a:pt x="57283" y="55854"/>
                  </a:lnTo>
                  <a:lnTo>
                    <a:pt x="60059" y="57689"/>
                  </a:lnTo>
                  <a:lnTo>
                    <a:pt x="64096" y="62965"/>
                  </a:lnTo>
                  <a:lnTo>
                    <a:pt x="65106" y="66061"/>
                  </a:lnTo>
                  <a:lnTo>
                    <a:pt x="65106" y="72599"/>
                  </a:lnTo>
                  <a:lnTo>
                    <a:pt x="64348" y="75351"/>
                  </a:lnTo>
                  <a:lnTo>
                    <a:pt x="61573" y="79939"/>
                  </a:lnTo>
                  <a:lnTo>
                    <a:pt x="59806" y="81774"/>
                  </a:lnTo>
                  <a:lnTo>
                    <a:pt x="57661" y="82921"/>
                  </a:lnTo>
                  <a:lnTo>
                    <a:pt x="55516" y="84182"/>
                  </a:lnTo>
                  <a:lnTo>
                    <a:pt x="52867" y="85100"/>
                  </a:lnTo>
                  <a:lnTo>
                    <a:pt x="49586" y="85559"/>
                  </a:lnTo>
                  <a:lnTo>
                    <a:pt x="47231" y="86017"/>
                  </a:lnTo>
                  <a:lnTo>
                    <a:pt x="74255" y="86017"/>
                  </a:lnTo>
                  <a:lnTo>
                    <a:pt x="76335" y="82118"/>
                  </a:lnTo>
                  <a:lnTo>
                    <a:pt x="78480" y="78218"/>
                  </a:lnTo>
                  <a:lnTo>
                    <a:pt x="79489" y="74089"/>
                  </a:lnTo>
                  <a:lnTo>
                    <a:pt x="79489" y="63997"/>
                  </a:lnTo>
                  <a:lnTo>
                    <a:pt x="77723" y="59180"/>
                  </a:lnTo>
                  <a:lnTo>
                    <a:pt x="74316" y="55051"/>
                  </a:lnTo>
                  <a:lnTo>
                    <a:pt x="72662" y="53101"/>
                  </a:lnTo>
                  <a:close/>
                </a:path>
                <a:path w="1410335" h="99060">
                  <a:moveTo>
                    <a:pt x="69882" y="12960"/>
                  </a:moveTo>
                  <a:lnTo>
                    <a:pt x="42520" y="12960"/>
                  </a:lnTo>
                  <a:lnTo>
                    <a:pt x="47820" y="13418"/>
                  </a:lnTo>
                  <a:lnTo>
                    <a:pt x="50974" y="14336"/>
                  </a:lnTo>
                  <a:lnTo>
                    <a:pt x="54128" y="15139"/>
                  </a:lnTo>
                  <a:lnTo>
                    <a:pt x="56526" y="16859"/>
                  </a:lnTo>
                  <a:lnTo>
                    <a:pt x="59843" y="21791"/>
                  </a:lnTo>
                  <a:lnTo>
                    <a:pt x="60689" y="24429"/>
                  </a:lnTo>
                  <a:lnTo>
                    <a:pt x="60689" y="30966"/>
                  </a:lnTo>
                  <a:lnTo>
                    <a:pt x="49965" y="40715"/>
                  </a:lnTo>
                  <a:lnTo>
                    <a:pt x="47315" y="41517"/>
                  </a:lnTo>
                  <a:lnTo>
                    <a:pt x="42899" y="41861"/>
                  </a:lnTo>
                  <a:lnTo>
                    <a:pt x="67528" y="41861"/>
                  </a:lnTo>
                  <a:lnTo>
                    <a:pt x="68260" y="41288"/>
                  </a:lnTo>
                  <a:lnTo>
                    <a:pt x="70657" y="37733"/>
                  </a:lnTo>
                  <a:lnTo>
                    <a:pt x="73181" y="34063"/>
                  </a:lnTo>
                  <a:lnTo>
                    <a:pt x="74316" y="30278"/>
                  </a:lnTo>
                  <a:lnTo>
                    <a:pt x="74316" y="21791"/>
                  </a:lnTo>
                  <a:lnTo>
                    <a:pt x="73055" y="17547"/>
                  </a:lnTo>
                  <a:lnTo>
                    <a:pt x="69882" y="12960"/>
                  </a:lnTo>
                  <a:close/>
                </a:path>
                <a:path w="1410335" h="99060">
                  <a:moveTo>
                    <a:pt x="158974" y="36127"/>
                  </a:moveTo>
                  <a:lnTo>
                    <a:pt x="136773" y="36127"/>
                  </a:lnTo>
                  <a:lnTo>
                    <a:pt x="141693" y="37503"/>
                  </a:lnTo>
                  <a:lnTo>
                    <a:pt x="144974" y="40141"/>
                  </a:lnTo>
                  <a:lnTo>
                    <a:pt x="147497" y="42091"/>
                  </a:lnTo>
                  <a:lnTo>
                    <a:pt x="148633" y="45532"/>
                  </a:lnTo>
                  <a:lnTo>
                    <a:pt x="148633" y="53331"/>
                  </a:lnTo>
                  <a:lnTo>
                    <a:pt x="143712" y="54936"/>
                  </a:lnTo>
                  <a:lnTo>
                    <a:pt x="136016" y="56198"/>
                  </a:lnTo>
                  <a:lnTo>
                    <a:pt x="120496" y="57918"/>
                  </a:lnTo>
                  <a:lnTo>
                    <a:pt x="116585" y="58492"/>
                  </a:lnTo>
                  <a:lnTo>
                    <a:pt x="114061" y="59180"/>
                  </a:lnTo>
                  <a:lnTo>
                    <a:pt x="110655" y="59983"/>
                  </a:lnTo>
                  <a:lnTo>
                    <a:pt x="107500" y="61244"/>
                  </a:lnTo>
                  <a:lnTo>
                    <a:pt x="104724" y="62965"/>
                  </a:lnTo>
                  <a:lnTo>
                    <a:pt x="102075" y="64685"/>
                  </a:lnTo>
                  <a:lnTo>
                    <a:pt x="99804" y="66979"/>
                  </a:lnTo>
                  <a:lnTo>
                    <a:pt x="98163" y="69731"/>
                  </a:lnTo>
                  <a:lnTo>
                    <a:pt x="96397" y="72599"/>
                  </a:lnTo>
                  <a:lnTo>
                    <a:pt x="95514" y="75695"/>
                  </a:lnTo>
                  <a:lnTo>
                    <a:pt x="95514" y="84870"/>
                  </a:lnTo>
                  <a:lnTo>
                    <a:pt x="97397" y="88770"/>
                  </a:lnTo>
                  <a:lnTo>
                    <a:pt x="97508" y="88999"/>
                  </a:lnTo>
                  <a:lnTo>
                    <a:pt x="97923" y="89687"/>
                  </a:lnTo>
                  <a:lnTo>
                    <a:pt x="106743" y="97028"/>
                  </a:lnTo>
                  <a:lnTo>
                    <a:pt x="113178" y="98863"/>
                  </a:lnTo>
                  <a:lnTo>
                    <a:pt x="126679" y="98863"/>
                  </a:lnTo>
                  <a:lnTo>
                    <a:pt x="131473" y="98174"/>
                  </a:lnTo>
                  <a:lnTo>
                    <a:pt x="135889" y="96569"/>
                  </a:lnTo>
                  <a:lnTo>
                    <a:pt x="140306" y="95078"/>
                  </a:lnTo>
                  <a:lnTo>
                    <a:pt x="144848" y="92440"/>
                  </a:lnTo>
                  <a:lnTo>
                    <a:pt x="148444" y="89687"/>
                  </a:lnTo>
                  <a:lnTo>
                    <a:pt x="119613" y="89687"/>
                  </a:lnTo>
                  <a:lnTo>
                    <a:pt x="116248" y="88770"/>
                  </a:lnTo>
                  <a:lnTo>
                    <a:pt x="115968" y="88770"/>
                  </a:lnTo>
                  <a:lnTo>
                    <a:pt x="110655" y="84412"/>
                  </a:lnTo>
                  <a:lnTo>
                    <a:pt x="109450" y="82003"/>
                  </a:lnTo>
                  <a:lnTo>
                    <a:pt x="109393" y="76727"/>
                  </a:lnTo>
                  <a:lnTo>
                    <a:pt x="109897" y="74778"/>
                  </a:lnTo>
                  <a:lnTo>
                    <a:pt x="111159" y="73172"/>
                  </a:lnTo>
                  <a:lnTo>
                    <a:pt x="112295" y="71452"/>
                  </a:lnTo>
                  <a:lnTo>
                    <a:pt x="136899" y="65717"/>
                  </a:lnTo>
                  <a:lnTo>
                    <a:pt x="143965" y="64226"/>
                  </a:lnTo>
                  <a:lnTo>
                    <a:pt x="148633" y="62506"/>
                  </a:lnTo>
                  <a:lnTo>
                    <a:pt x="161569" y="62506"/>
                  </a:lnTo>
                  <a:lnTo>
                    <a:pt x="161503" y="43811"/>
                  </a:lnTo>
                  <a:lnTo>
                    <a:pt x="160323" y="38880"/>
                  </a:lnTo>
                  <a:lnTo>
                    <a:pt x="160241" y="38535"/>
                  </a:lnTo>
                  <a:lnTo>
                    <a:pt x="158974" y="36127"/>
                  </a:lnTo>
                  <a:close/>
                </a:path>
                <a:path w="1410335" h="99060">
                  <a:moveTo>
                    <a:pt x="161569" y="62506"/>
                  </a:moveTo>
                  <a:lnTo>
                    <a:pt x="148633" y="62506"/>
                  </a:lnTo>
                  <a:lnTo>
                    <a:pt x="148522" y="72599"/>
                  </a:lnTo>
                  <a:lnTo>
                    <a:pt x="147921" y="75695"/>
                  </a:lnTo>
                  <a:lnTo>
                    <a:pt x="147876" y="75925"/>
                  </a:lnTo>
                  <a:lnTo>
                    <a:pt x="146488" y="78562"/>
                  </a:lnTo>
                  <a:lnTo>
                    <a:pt x="144722" y="82003"/>
                  </a:lnTo>
                  <a:lnTo>
                    <a:pt x="142182" y="84412"/>
                  </a:lnTo>
                  <a:lnTo>
                    <a:pt x="141597" y="84870"/>
                  </a:lnTo>
                  <a:lnTo>
                    <a:pt x="138034" y="86705"/>
                  </a:lnTo>
                  <a:lnTo>
                    <a:pt x="133893" y="88770"/>
                  </a:lnTo>
                  <a:lnTo>
                    <a:pt x="149642" y="88770"/>
                  </a:lnTo>
                  <a:lnTo>
                    <a:pt x="150021" y="91981"/>
                  </a:lnTo>
                  <a:lnTo>
                    <a:pt x="150834" y="94619"/>
                  </a:lnTo>
                  <a:lnTo>
                    <a:pt x="150904" y="94848"/>
                  </a:lnTo>
                  <a:lnTo>
                    <a:pt x="152292" y="97372"/>
                  </a:lnTo>
                  <a:lnTo>
                    <a:pt x="165793" y="97372"/>
                  </a:lnTo>
                  <a:lnTo>
                    <a:pt x="164153" y="94619"/>
                  </a:lnTo>
                  <a:lnTo>
                    <a:pt x="163064" y="91981"/>
                  </a:lnTo>
                  <a:lnTo>
                    <a:pt x="162633" y="89687"/>
                  </a:lnTo>
                  <a:lnTo>
                    <a:pt x="162512" y="88999"/>
                  </a:lnTo>
                  <a:lnTo>
                    <a:pt x="162008" y="86705"/>
                  </a:lnTo>
                  <a:lnTo>
                    <a:pt x="161881" y="86132"/>
                  </a:lnTo>
                  <a:lnTo>
                    <a:pt x="161818" y="84412"/>
                  </a:lnTo>
                  <a:lnTo>
                    <a:pt x="161730" y="82003"/>
                  </a:lnTo>
                  <a:lnTo>
                    <a:pt x="161603" y="72025"/>
                  </a:lnTo>
                  <a:lnTo>
                    <a:pt x="161569" y="62506"/>
                  </a:lnTo>
                  <a:close/>
                </a:path>
                <a:path w="1410335" h="99060">
                  <a:moveTo>
                    <a:pt x="149642" y="88770"/>
                  </a:moveTo>
                  <a:lnTo>
                    <a:pt x="133632" y="88770"/>
                  </a:lnTo>
                  <a:lnTo>
                    <a:pt x="129707" y="89687"/>
                  </a:lnTo>
                  <a:lnTo>
                    <a:pt x="148444" y="89687"/>
                  </a:lnTo>
                  <a:lnTo>
                    <a:pt x="149642" y="88770"/>
                  </a:lnTo>
                  <a:close/>
                </a:path>
                <a:path w="1410335" h="99060">
                  <a:moveTo>
                    <a:pt x="138665" y="26493"/>
                  </a:moveTo>
                  <a:lnTo>
                    <a:pt x="125543" y="26493"/>
                  </a:lnTo>
                  <a:lnTo>
                    <a:pt x="119865" y="27296"/>
                  </a:lnTo>
                  <a:lnTo>
                    <a:pt x="97785" y="47825"/>
                  </a:lnTo>
                  <a:lnTo>
                    <a:pt x="110402" y="49316"/>
                  </a:lnTo>
                  <a:lnTo>
                    <a:pt x="111790" y="44499"/>
                  </a:lnTo>
                  <a:lnTo>
                    <a:pt x="113935" y="41059"/>
                  </a:lnTo>
                  <a:lnTo>
                    <a:pt x="119739" y="37159"/>
                  </a:lnTo>
                  <a:lnTo>
                    <a:pt x="124155" y="36127"/>
                  </a:lnTo>
                  <a:lnTo>
                    <a:pt x="158974" y="36127"/>
                  </a:lnTo>
                  <a:lnTo>
                    <a:pt x="158853" y="35898"/>
                  </a:lnTo>
                  <a:lnTo>
                    <a:pt x="156961" y="33833"/>
                  </a:lnTo>
                  <a:lnTo>
                    <a:pt x="155068" y="31654"/>
                  </a:lnTo>
                  <a:lnTo>
                    <a:pt x="152040" y="29934"/>
                  </a:lnTo>
                  <a:lnTo>
                    <a:pt x="144301" y="27296"/>
                  </a:lnTo>
                  <a:lnTo>
                    <a:pt x="144848" y="27296"/>
                  </a:lnTo>
                  <a:lnTo>
                    <a:pt x="138665" y="26493"/>
                  </a:lnTo>
                  <a:close/>
                </a:path>
                <a:path w="1410335" h="99060">
                  <a:moveTo>
                    <a:pt x="195696" y="27984"/>
                  </a:moveTo>
                  <a:lnTo>
                    <a:pt x="184088" y="27984"/>
                  </a:lnTo>
                  <a:lnTo>
                    <a:pt x="184088" y="97372"/>
                  </a:lnTo>
                  <a:lnTo>
                    <a:pt x="197084" y="97372"/>
                  </a:lnTo>
                  <a:lnTo>
                    <a:pt x="197162" y="50349"/>
                  </a:lnTo>
                  <a:lnTo>
                    <a:pt x="199103" y="44614"/>
                  </a:lnTo>
                  <a:lnTo>
                    <a:pt x="203014" y="41403"/>
                  </a:lnTo>
                  <a:lnTo>
                    <a:pt x="207052" y="38191"/>
                  </a:lnTo>
                  <a:lnTo>
                    <a:pt x="208079" y="37847"/>
                  </a:lnTo>
                  <a:lnTo>
                    <a:pt x="195696" y="37847"/>
                  </a:lnTo>
                  <a:lnTo>
                    <a:pt x="195696" y="27984"/>
                  </a:lnTo>
                  <a:close/>
                </a:path>
                <a:path w="1410335" h="99060">
                  <a:moveTo>
                    <a:pt x="242903" y="36586"/>
                  </a:moveTo>
                  <a:lnTo>
                    <a:pt x="220679" y="36586"/>
                  </a:lnTo>
                  <a:lnTo>
                    <a:pt x="223707" y="37389"/>
                  </a:lnTo>
                  <a:lnTo>
                    <a:pt x="226357" y="38765"/>
                  </a:lnTo>
                  <a:lnTo>
                    <a:pt x="233170" y="50349"/>
                  </a:lnTo>
                  <a:lnTo>
                    <a:pt x="233170" y="97372"/>
                  </a:lnTo>
                  <a:lnTo>
                    <a:pt x="246040" y="97372"/>
                  </a:lnTo>
                  <a:lnTo>
                    <a:pt x="246040" y="49316"/>
                  </a:lnTo>
                  <a:lnTo>
                    <a:pt x="245876" y="46793"/>
                  </a:lnTo>
                  <a:lnTo>
                    <a:pt x="245787" y="45417"/>
                  </a:lnTo>
                  <a:lnTo>
                    <a:pt x="245409" y="43238"/>
                  </a:lnTo>
                  <a:lnTo>
                    <a:pt x="244587" y="40141"/>
                  </a:lnTo>
                  <a:lnTo>
                    <a:pt x="244526" y="39912"/>
                  </a:lnTo>
                  <a:lnTo>
                    <a:pt x="243264" y="37044"/>
                  </a:lnTo>
                  <a:lnTo>
                    <a:pt x="242903" y="36586"/>
                  </a:lnTo>
                  <a:close/>
                </a:path>
                <a:path w="1410335" h="99060">
                  <a:moveTo>
                    <a:pt x="224590" y="26493"/>
                  </a:moveTo>
                  <a:lnTo>
                    <a:pt x="220048" y="26493"/>
                  </a:lnTo>
                  <a:lnTo>
                    <a:pt x="212570" y="27203"/>
                  </a:lnTo>
                  <a:lnTo>
                    <a:pt x="206027" y="29332"/>
                  </a:lnTo>
                  <a:lnTo>
                    <a:pt x="200406" y="32880"/>
                  </a:lnTo>
                  <a:lnTo>
                    <a:pt x="195696" y="37847"/>
                  </a:lnTo>
                  <a:lnTo>
                    <a:pt x="208079" y="37847"/>
                  </a:lnTo>
                  <a:lnTo>
                    <a:pt x="211846" y="36586"/>
                  </a:lnTo>
                  <a:lnTo>
                    <a:pt x="242903" y="36586"/>
                  </a:lnTo>
                  <a:lnTo>
                    <a:pt x="239479" y="32227"/>
                  </a:lnTo>
                  <a:lnTo>
                    <a:pt x="236577" y="30163"/>
                  </a:lnTo>
                  <a:lnTo>
                    <a:pt x="232665" y="28672"/>
                  </a:lnTo>
                  <a:lnTo>
                    <a:pt x="228935" y="27203"/>
                  </a:lnTo>
                  <a:lnTo>
                    <a:pt x="224590" y="26493"/>
                  </a:lnTo>
                  <a:close/>
                </a:path>
                <a:path w="1410335" h="99060">
                  <a:moveTo>
                    <a:pt x="300421" y="26493"/>
                  </a:moveTo>
                  <a:lnTo>
                    <a:pt x="289570" y="26493"/>
                  </a:lnTo>
                  <a:lnTo>
                    <a:pt x="283892" y="27984"/>
                  </a:lnTo>
                  <a:lnTo>
                    <a:pt x="263704" y="55854"/>
                  </a:lnTo>
                  <a:lnTo>
                    <a:pt x="263704" y="69846"/>
                  </a:lnTo>
                  <a:lnTo>
                    <a:pt x="265092" y="76154"/>
                  </a:lnTo>
                  <a:lnTo>
                    <a:pt x="270750" y="87164"/>
                  </a:lnTo>
                  <a:lnTo>
                    <a:pt x="274555" y="91293"/>
                  </a:lnTo>
                  <a:lnTo>
                    <a:pt x="279728" y="94275"/>
                  </a:lnTo>
                  <a:lnTo>
                    <a:pt x="284775" y="97372"/>
                  </a:lnTo>
                  <a:lnTo>
                    <a:pt x="290327" y="98863"/>
                  </a:lnTo>
                  <a:lnTo>
                    <a:pt x="305846" y="98863"/>
                  </a:lnTo>
                  <a:lnTo>
                    <a:pt x="312912" y="95422"/>
                  </a:lnTo>
                  <a:lnTo>
                    <a:pt x="317341" y="89229"/>
                  </a:lnTo>
                  <a:lnTo>
                    <a:pt x="292093" y="89229"/>
                  </a:lnTo>
                  <a:lnTo>
                    <a:pt x="287432" y="87164"/>
                  </a:lnTo>
                  <a:lnTo>
                    <a:pt x="287279" y="87164"/>
                  </a:lnTo>
                  <a:lnTo>
                    <a:pt x="278971" y="78218"/>
                  </a:lnTo>
                  <a:lnTo>
                    <a:pt x="276953" y="71566"/>
                  </a:lnTo>
                  <a:lnTo>
                    <a:pt x="276953" y="53560"/>
                  </a:lnTo>
                  <a:lnTo>
                    <a:pt x="278845" y="46793"/>
                  </a:lnTo>
                  <a:lnTo>
                    <a:pt x="282757" y="42550"/>
                  </a:lnTo>
                  <a:lnTo>
                    <a:pt x="286439" y="38421"/>
                  </a:lnTo>
                  <a:lnTo>
                    <a:pt x="286289" y="38421"/>
                  </a:lnTo>
                  <a:lnTo>
                    <a:pt x="291336" y="36127"/>
                  </a:lnTo>
                  <a:lnTo>
                    <a:pt x="317041" y="36127"/>
                  </a:lnTo>
                  <a:lnTo>
                    <a:pt x="314679" y="33145"/>
                  </a:lnTo>
                  <a:lnTo>
                    <a:pt x="311777" y="30851"/>
                  </a:lnTo>
                  <a:lnTo>
                    <a:pt x="308118" y="29131"/>
                  </a:lnTo>
                  <a:lnTo>
                    <a:pt x="304585" y="27296"/>
                  </a:lnTo>
                  <a:lnTo>
                    <a:pt x="300421" y="26493"/>
                  </a:lnTo>
                  <a:close/>
                </a:path>
                <a:path w="1410335" h="99060">
                  <a:moveTo>
                    <a:pt x="329820" y="88540"/>
                  </a:moveTo>
                  <a:lnTo>
                    <a:pt x="317833" y="88540"/>
                  </a:lnTo>
                  <a:lnTo>
                    <a:pt x="317833" y="97372"/>
                  </a:lnTo>
                  <a:lnTo>
                    <a:pt x="329820" y="97372"/>
                  </a:lnTo>
                  <a:lnTo>
                    <a:pt x="329820" y="88540"/>
                  </a:lnTo>
                  <a:close/>
                </a:path>
                <a:path w="1410335" h="99060">
                  <a:moveTo>
                    <a:pt x="329820" y="1720"/>
                  </a:moveTo>
                  <a:lnTo>
                    <a:pt x="316950" y="1720"/>
                  </a:lnTo>
                  <a:lnTo>
                    <a:pt x="316950" y="36127"/>
                  </a:lnTo>
                  <a:lnTo>
                    <a:pt x="302944" y="36127"/>
                  </a:lnTo>
                  <a:lnTo>
                    <a:pt x="307991" y="38421"/>
                  </a:lnTo>
                  <a:lnTo>
                    <a:pt x="315940" y="47252"/>
                  </a:lnTo>
                  <a:lnTo>
                    <a:pt x="317959" y="54248"/>
                  </a:lnTo>
                  <a:lnTo>
                    <a:pt x="317959" y="72369"/>
                  </a:lnTo>
                  <a:lnTo>
                    <a:pt x="316067" y="78677"/>
                  </a:lnTo>
                  <a:lnTo>
                    <a:pt x="312029" y="82921"/>
                  </a:lnTo>
                  <a:lnTo>
                    <a:pt x="308118" y="87164"/>
                  </a:lnTo>
                  <a:lnTo>
                    <a:pt x="303323" y="89229"/>
                  </a:lnTo>
                  <a:lnTo>
                    <a:pt x="317341" y="89229"/>
                  </a:lnTo>
                  <a:lnTo>
                    <a:pt x="317833" y="88540"/>
                  </a:lnTo>
                  <a:lnTo>
                    <a:pt x="329820" y="88540"/>
                  </a:lnTo>
                  <a:lnTo>
                    <a:pt x="329820" y="1720"/>
                  </a:lnTo>
                  <a:close/>
                </a:path>
                <a:path w="1410335" h="99060">
                  <a:moveTo>
                    <a:pt x="400982" y="1720"/>
                  </a:moveTo>
                  <a:lnTo>
                    <a:pt x="386724" y="1720"/>
                  </a:lnTo>
                  <a:lnTo>
                    <a:pt x="414609" y="97372"/>
                  </a:lnTo>
                  <a:lnTo>
                    <a:pt x="428867" y="97372"/>
                  </a:lnTo>
                  <a:lnTo>
                    <a:pt x="432952" y="83953"/>
                  </a:lnTo>
                  <a:lnTo>
                    <a:pt x="421422" y="83953"/>
                  </a:lnTo>
                  <a:lnTo>
                    <a:pt x="420249" y="77874"/>
                  </a:lnTo>
                  <a:lnTo>
                    <a:pt x="420161" y="77416"/>
                  </a:lnTo>
                  <a:lnTo>
                    <a:pt x="418673" y="70993"/>
                  </a:lnTo>
                  <a:lnTo>
                    <a:pt x="417006" y="64341"/>
                  </a:lnTo>
                  <a:lnTo>
                    <a:pt x="400982" y="1720"/>
                  </a:lnTo>
                  <a:close/>
                </a:path>
                <a:path w="1410335" h="99060">
                  <a:moveTo>
                    <a:pt x="466522" y="13189"/>
                  </a:moveTo>
                  <a:lnTo>
                    <a:pt x="454228" y="13189"/>
                  </a:lnTo>
                  <a:lnTo>
                    <a:pt x="455616" y="18350"/>
                  </a:lnTo>
                  <a:lnTo>
                    <a:pt x="457508" y="24429"/>
                  </a:lnTo>
                  <a:lnTo>
                    <a:pt x="479715" y="97372"/>
                  </a:lnTo>
                  <a:lnTo>
                    <a:pt x="493089" y="97372"/>
                  </a:lnTo>
                  <a:lnTo>
                    <a:pt x="497143" y="83953"/>
                  </a:lnTo>
                  <a:lnTo>
                    <a:pt x="486276" y="83953"/>
                  </a:lnTo>
                  <a:lnTo>
                    <a:pt x="484782" y="75892"/>
                  </a:lnTo>
                  <a:lnTo>
                    <a:pt x="482983" y="67782"/>
                  </a:lnTo>
                  <a:lnTo>
                    <a:pt x="480705" y="58954"/>
                  </a:lnTo>
                  <a:lnTo>
                    <a:pt x="478075" y="50119"/>
                  </a:lnTo>
                  <a:lnTo>
                    <a:pt x="466522" y="13189"/>
                  </a:lnTo>
                  <a:close/>
                </a:path>
                <a:path w="1410335" h="99060">
                  <a:moveTo>
                    <a:pt x="462934" y="1720"/>
                  </a:moveTo>
                  <a:lnTo>
                    <a:pt x="446153" y="1720"/>
                  </a:lnTo>
                  <a:lnTo>
                    <a:pt x="426217" y="66291"/>
                  </a:lnTo>
                  <a:lnTo>
                    <a:pt x="425790" y="67552"/>
                  </a:lnTo>
                  <a:lnTo>
                    <a:pt x="425712" y="67782"/>
                  </a:lnTo>
                  <a:lnTo>
                    <a:pt x="424072" y="73745"/>
                  </a:lnTo>
                  <a:lnTo>
                    <a:pt x="421422" y="83953"/>
                  </a:lnTo>
                  <a:lnTo>
                    <a:pt x="432952" y="83953"/>
                  </a:lnTo>
                  <a:lnTo>
                    <a:pt x="451073" y="24429"/>
                  </a:lnTo>
                  <a:lnTo>
                    <a:pt x="452083" y="21332"/>
                  </a:lnTo>
                  <a:lnTo>
                    <a:pt x="453092" y="17662"/>
                  </a:lnTo>
                  <a:lnTo>
                    <a:pt x="454228" y="13189"/>
                  </a:lnTo>
                  <a:lnTo>
                    <a:pt x="466522" y="13189"/>
                  </a:lnTo>
                  <a:lnTo>
                    <a:pt x="462934" y="1720"/>
                  </a:lnTo>
                  <a:close/>
                </a:path>
                <a:path w="1410335" h="99060">
                  <a:moveTo>
                    <a:pt x="521983" y="1720"/>
                  </a:moveTo>
                  <a:lnTo>
                    <a:pt x="507978" y="1720"/>
                  </a:lnTo>
                  <a:lnTo>
                    <a:pt x="489304" y="70993"/>
                  </a:lnTo>
                  <a:lnTo>
                    <a:pt x="487656" y="77416"/>
                  </a:lnTo>
                  <a:lnTo>
                    <a:pt x="487538" y="77874"/>
                  </a:lnTo>
                  <a:lnTo>
                    <a:pt x="486276" y="83953"/>
                  </a:lnTo>
                  <a:lnTo>
                    <a:pt x="497143" y="83953"/>
                  </a:lnTo>
                  <a:lnTo>
                    <a:pt x="521983" y="1720"/>
                  </a:lnTo>
                  <a:close/>
                </a:path>
                <a:path w="1410335" h="99060">
                  <a:moveTo>
                    <a:pt x="550499" y="1720"/>
                  </a:moveTo>
                  <a:lnTo>
                    <a:pt x="537503" y="1720"/>
                  </a:lnTo>
                  <a:lnTo>
                    <a:pt x="537503" y="15139"/>
                  </a:lnTo>
                  <a:lnTo>
                    <a:pt x="550499" y="15139"/>
                  </a:lnTo>
                  <a:lnTo>
                    <a:pt x="550499" y="1720"/>
                  </a:lnTo>
                  <a:close/>
                </a:path>
                <a:path w="1410335" h="99060">
                  <a:moveTo>
                    <a:pt x="550499" y="27984"/>
                  </a:moveTo>
                  <a:lnTo>
                    <a:pt x="537503" y="27984"/>
                  </a:lnTo>
                  <a:lnTo>
                    <a:pt x="537503" y="97372"/>
                  </a:lnTo>
                  <a:lnTo>
                    <a:pt x="550499" y="97372"/>
                  </a:lnTo>
                  <a:lnTo>
                    <a:pt x="550499" y="27984"/>
                  </a:lnTo>
                  <a:close/>
                </a:path>
                <a:path w="1410335" h="99060">
                  <a:moveTo>
                    <a:pt x="603366" y="26493"/>
                  </a:moveTo>
                  <a:lnTo>
                    <a:pt x="592389" y="26493"/>
                  </a:lnTo>
                  <a:lnTo>
                    <a:pt x="586711" y="27984"/>
                  </a:lnTo>
                  <a:lnTo>
                    <a:pt x="566523" y="55854"/>
                  </a:lnTo>
                  <a:lnTo>
                    <a:pt x="566523" y="69846"/>
                  </a:lnTo>
                  <a:lnTo>
                    <a:pt x="567911" y="76154"/>
                  </a:lnTo>
                  <a:lnTo>
                    <a:pt x="573568" y="87164"/>
                  </a:lnTo>
                  <a:lnTo>
                    <a:pt x="577374" y="91293"/>
                  </a:lnTo>
                  <a:lnTo>
                    <a:pt x="582547" y="94275"/>
                  </a:lnTo>
                  <a:lnTo>
                    <a:pt x="587594" y="97372"/>
                  </a:lnTo>
                  <a:lnTo>
                    <a:pt x="593146" y="98863"/>
                  </a:lnTo>
                  <a:lnTo>
                    <a:pt x="608665" y="98863"/>
                  </a:lnTo>
                  <a:lnTo>
                    <a:pt x="615731" y="95422"/>
                  </a:lnTo>
                  <a:lnTo>
                    <a:pt x="620160" y="89229"/>
                  </a:lnTo>
                  <a:lnTo>
                    <a:pt x="594912" y="89229"/>
                  </a:lnTo>
                  <a:lnTo>
                    <a:pt x="590250" y="87164"/>
                  </a:lnTo>
                  <a:lnTo>
                    <a:pt x="590098" y="87164"/>
                  </a:lnTo>
                  <a:lnTo>
                    <a:pt x="581790" y="78218"/>
                  </a:lnTo>
                  <a:lnTo>
                    <a:pt x="579771" y="71566"/>
                  </a:lnTo>
                  <a:lnTo>
                    <a:pt x="579771" y="53560"/>
                  </a:lnTo>
                  <a:lnTo>
                    <a:pt x="581664" y="46793"/>
                  </a:lnTo>
                  <a:lnTo>
                    <a:pt x="585575" y="42550"/>
                  </a:lnTo>
                  <a:lnTo>
                    <a:pt x="589258" y="38421"/>
                  </a:lnTo>
                  <a:lnTo>
                    <a:pt x="589108" y="38421"/>
                  </a:lnTo>
                  <a:lnTo>
                    <a:pt x="594155" y="36127"/>
                  </a:lnTo>
                  <a:lnTo>
                    <a:pt x="619860" y="36127"/>
                  </a:lnTo>
                  <a:lnTo>
                    <a:pt x="617498" y="33145"/>
                  </a:lnTo>
                  <a:lnTo>
                    <a:pt x="614596" y="30851"/>
                  </a:lnTo>
                  <a:lnTo>
                    <a:pt x="610936" y="29131"/>
                  </a:lnTo>
                  <a:lnTo>
                    <a:pt x="607404" y="27296"/>
                  </a:lnTo>
                  <a:lnTo>
                    <a:pt x="603366" y="26493"/>
                  </a:lnTo>
                  <a:close/>
                </a:path>
                <a:path w="1410335" h="99060">
                  <a:moveTo>
                    <a:pt x="632638" y="88540"/>
                  </a:moveTo>
                  <a:lnTo>
                    <a:pt x="620652" y="88540"/>
                  </a:lnTo>
                  <a:lnTo>
                    <a:pt x="620652" y="97372"/>
                  </a:lnTo>
                  <a:lnTo>
                    <a:pt x="632638" y="97372"/>
                  </a:lnTo>
                  <a:lnTo>
                    <a:pt x="632638" y="88540"/>
                  </a:lnTo>
                  <a:close/>
                </a:path>
                <a:path w="1410335" h="99060">
                  <a:moveTo>
                    <a:pt x="632638" y="1720"/>
                  </a:moveTo>
                  <a:lnTo>
                    <a:pt x="619769" y="1720"/>
                  </a:lnTo>
                  <a:lnTo>
                    <a:pt x="619769" y="36127"/>
                  </a:lnTo>
                  <a:lnTo>
                    <a:pt x="605763" y="36127"/>
                  </a:lnTo>
                  <a:lnTo>
                    <a:pt x="610810" y="38421"/>
                  </a:lnTo>
                  <a:lnTo>
                    <a:pt x="614848" y="42779"/>
                  </a:lnTo>
                  <a:lnTo>
                    <a:pt x="618759" y="47252"/>
                  </a:lnTo>
                  <a:lnTo>
                    <a:pt x="620778" y="54248"/>
                  </a:lnTo>
                  <a:lnTo>
                    <a:pt x="620778" y="72369"/>
                  </a:lnTo>
                  <a:lnTo>
                    <a:pt x="618885" y="78677"/>
                  </a:lnTo>
                  <a:lnTo>
                    <a:pt x="614848" y="82921"/>
                  </a:lnTo>
                  <a:lnTo>
                    <a:pt x="610936" y="87164"/>
                  </a:lnTo>
                  <a:lnTo>
                    <a:pt x="606142" y="89229"/>
                  </a:lnTo>
                  <a:lnTo>
                    <a:pt x="620160" y="89229"/>
                  </a:lnTo>
                  <a:lnTo>
                    <a:pt x="620652" y="88540"/>
                  </a:lnTo>
                  <a:lnTo>
                    <a:pt x="632638" y="88540"/>
                  </a:lnTo>
                  <a:lnTo>
                    <a:pt x="632638" y="1720"/>
                  </a:lnTo>
                  <a:close/>
                </a:path>
                <a:path w="1410335" h="99060">
                  <a:moveTo>
                    <a:pt x="670617" y="37159"/>
                  </a:moveTo>
                  <a:lnTo>
                    <a:pt x="657747" y="37159"/>
                  </a:lnTo>
                  <a:lnTo>
                    <a:pt x="657861" y="85100"/>
                  </a:lnTo>
                  <a:lnTo>
                    <a:pt x="670996" y="98174"/>
                  </a:lnTo>
                  <a:lnTo>
                    <a:pt x="678566" y="98174"/>
                  </a:lnTo>
                  <a:lnTo>
                    <a:pt x="681720" y="97830"/>
                  </a:lnTo>
                  <a:lnTo>
                    <a:pt x="685379" y="97142"/>
                  </a:lnTo>
                  <a:lnTo>
                    <a:pt x="683691" y="87279"/>
                  </a:lnTo>
                  <a:lnTo>
                    <a:pt x="675916" y="87279"/>
                  </a:lnTo>
                  <a:lnTo>
                    <a:pt x="674528" y="86935"/>
                  </a:lnTo>
                  <a:lnTo>
                    <a:pt x="670743" y="83150"/>
                  </a:lnTo>
                  <a:lnTo>
                    <a:pt x="670617" y="37159"/>
                  </a:lnTo>
                  <a:close/>
                </a:path>
                <a:path w="1410335" h="99060">
                  <a:moveTo>
                    <a:pt x="683633" y="86935"/>
                  </a:moveTo>
                  <a:lnTo>
                    <a:pt x="682814" y="86935"/>
                  </a:lnTo>
                  <a:lnTo>
                    <a:pt x="680417" y="87279"/>
                  </a:lnTo>
                  <a:lnTo>
                    <a:pt x="683691" y="87279"/>
                  </a:lnTo>
                  <a:lnTo>
                    <a:pt x="683633" y="86935"/>
                  </a:lnTo>
                  <a:close/>
                </a:path>
                <a:path w="1410335" h="99060">
                  <a:moveTo>
                    <a:pt x="683613" y="27984"/>
                  </a:moveTo>
                  <a:lnTo>
                    <a:pt x="648284" y="27984"/>
                  </a:lnTo>
                  <a:lnTo>
                    <a:pt x="648284" y="37159"/>
                  </a:lnTo>
                  <a:lnTo>
                    <a:pt x="683613" y="37159"/>
                  </a:lnTo>
                  <a:lnTo>
                    <a:pt x="683613" y="27984"/>
                  </a:lnTo>
                  <a:close/>
                </a:path>
                <a:path w="1410335" h="99060">
                  <a:moveTo>
                    <a:pt x="670617" y="3784"/>
                  </a:moveTo>
                  <a:lnTo>
                    <a:pt x="657747" y="10895"/>
                  </a:lnTo>
                  <a:lnTo>
                    <a:pt x="657747" y="27984"/>
                  </a:lnTo>
                  <a:lnTo>
                    <a:pt x="670617" y="27984"/>
                  </a:lnTo>
                  <a:lnTo>
                    <a:pt x="670617" y="3784"/>
                  </a:lnTo>
                  <a:close/>
                </a:path>
                <a:path w="1410335" h="99060">
                  <a:moveTo>
                    <a:pt x="710362" y="1720"/>
                  </a:moveTo>
                  <a:lnTo>
                    <a:pt x="697366" y="1720"/>
                  </a:lnTo>
                  <a:lnTo>
                    <a:pt x="697366" y="97372"/>
                  </a:lnTo>
                  <a:lnTo>
                    <a:pt x="710362" y="97372"/>
                  </a:lnTo>
                  <a:lnTo>
                    <a:pt x="710362" y="54019"/>
                  </a:lnTo>
                  <a:lnTo>
                    <a:pt x="710993" y="49660"/>
                  </a:lnTo>
                  <a:lnTo>
                    <a:pt x="712507" y="46564"/>
                  </a:lnTo>
                  <a:lnTo>
                    <a:pt x="713895" y="43582"/>
                  </a:lnTo>
                  <a:lnTo>
                    <a:pt x="716292" y="41059"/>
                  </a:lnTo>
                  <a:lnTo>
                    <a:pt x="719699" y="39224"/>
                  </a:lnTo>
                  <a:lnTo>
                    <a:pt x="723106" y="37503"/>
                  </a:lnTo>
                  <a:lnTo>
                    <a:pt x="726638" y="36586"/>
                  </a:lnTo>
                  <a:lnTo>
                    <a:pt x="756167" y="36586"/>
                  </a:lnTo>
                  <a:lnTo>
                    <a:pt x="755882" y="36012"/>
                  </a:lnTo>
                  <a:lnTo>
                    <a:pt x="710362" y="36012"/>
                  </a:lnTo>
                  <a:lnTo>
                    <a:pt x="710362" y="1720"/>
                  </a:lnTo>
                  <a:close/>
                </a:path>
                <a:path w="1410335" h="99060">
                  <a:moveTo>
                    <a:pt x="756167" y="36586"/>
                  </a:moveTo>
                  <a:lnTo>
                    <a:pt x="735597" y="36586"/>
                  </a:lnTo>
                  <a:lnTo>
                    <a:pt x="739634" y="37962"/>
                  </a:lnTo>
                  <a:lnTo>
                    <a:pt x="745186" y="43238"/>
                  </a:lnTo>
                  <a:lnTo>
                    <a:pt x="746574" y="47481"/>
                  </a:lnTo>
                  <a:lnTo>
                    <a:pt x="746574" y="97372"/>
                  </a:lnTo>
                  <a:lnTo>
                    <a:pt x="759444" y="97372"/>
                  </a:lnTo>
                  <a:lnTo>
                    <a:pt x="759444" y="46564"/>
                  </a:lnTo>
                  <a:lnTo>
                    <a:pt x="758561" y="41403"/>
                  </a:lnTo>
                  <a:lnTo>
                    <a:pt x="756167" y="36586"/>
                  </a:lnTo>
                  <a:close/>
                </a:path>
                <a:path w="1410335" h="99060">
                  <a:moveTo>
                    <a:pt x="738751" y="26493"/>
                  </a:moveTo>
                  <a:lnTo>
                    <a:pt x="723989" y="26493"/>
                  </a:lnTo>
                  <a:lnTo>
                    <a:pt x="716292" y="29590"/>
                  </a:lnTo>
                  <a:lnTo>
                    <a:pt x="710362" y="36012"/>
                  </a:lnTo>
                  <a:lnTo>
                    <a:pt x="755882" y="36012"/>
                  </a:lnTo>
                  <a:lnTo>
                    <a:pt x="738751" y="26493"/>
                  </a:lnTo>
                  <a:close/>
                </a:path>
                <a:path w="1410335" h="99060">
                  <a:moveTo>
                    <a:pt x="891675" y="30163"/>
                  </a:moveTo>
                  <a:lnTo>
                    <a:pt x="822153" y="30163"/>
                  </a:lnTo>
                  <a:lnTo>
                    <a:pt x="822153" y="41059"/>
                  </a:lnTo>
                  <a:lnTo>
                    <a:pt x="891675" y="41059"/>
                  </a:lnTo>
                  <a:lnTo>
                    <a:pt x="891675" y="30163"/>
                  </a:lnTo>
                  <a:close/>
                </a:path>
                <a:path w="1410335" h="99060">
                  <a:moveTo>
                    <a:pt x="891675" y="59180"/>
                  </a:moveTo>
                  <a:lnTo>
                    <a:pt x="822153" y="59180"/>
                  </a:lnTo>
                  <a:lnTo>
                    <a:pt x="822153" y="70075"/>
                  </a:lnTo>
                  <a:lnTo>
                    <a:pt x="891675" y="70075"/>
                  </a:lnTo>
                  <a:lnTo>
                    <a:pt x="891675" y="59180"/>
                  </a:lnTo>
                  <a:close/>
                </a:path>
                <a:path w="1410335" h="99060">
                  <a:moveTo>
                    <a:pt x="964099" y="71222"/>
                  </a:moveTo>
                  <a:lnTo>
                    <a:pt x="950598" y="72254"/>
                  </a:lnTo>
                  <a:lnTo>
                    <a:pt x="951481" y="80283"/>
                  </a:lnTo>
                  <a:lnTo>
                    <a:pt x="954888" y="86820"/>
                  </a:lnTo>
                  <a:lnTo>
                    <a:pt x="967001" y="96454"/>
                  </a:lnTo>
                  <a:lnTo>
                    <a:pt x="974824" y="98977"/>
                  </a:lnTo>
                  <a:lnTo>
                    <a:pt x="984413" y="98977"/>
                  </a:lnTo>
                  <a:lnTo>
                    <a:pt x="992670" y="98246"/>
                  </a:lnTo>
                  <a:lnTo>
                    <a:pt x="1000027" y="96053"/>
                  </a:lnTo>
                  <a:lnTo>
                    <a:pt x="1006486" y="92397"/>
                  </a:lnTo>
                  <a:lnTo>
                    <a:pt x="1009803" y="89343"/>
                  </a:lnTo>
                  <a:lnTo>
                    <a:pt x="979240" y="89343"/>
                  </a:lnTo>
                  <a:lnTo>
                    <a:pt x="974824" y="87738"/>
                  </a:lnTo>
                  <a:lnTo>
                    <a:pt x="967506" y="81774"/>
                  </a:lnTo>
                  <a:lnTo>
                    <a:pt x="965108" y="77186"/>
                  </a:lnTo>
                  <a:lnTo>
                    <a:pt x="964099" y="71222"/>
                  </a:lnTo>
                  <a:close/>
                </a:path>
                <a:path w="1410335" h="99060">
                  <a:moveTo>
                    <a:pt x="1012765" y="44270"/>
                  </a:moveTo>
                  <a:lnTo>
                    <a:pt x="990848" y="44270"/>
                  </a:lnTo>
                  <a:lnTo>
                    <a:pt x="996273" y="46220"/>
                  </a:lnTo>
                  <a:lnTo>
                    <a:pt x="1000437" y="50119"/>
                  </a:lnTo>
                  <a:lnTo>
                    <a:pt x="1004601" y="53904"/>
                  </a:lnTo>
                  <a:lnTo>
                    <a:pt x="1006620" y="59180"/>
                  </a:lnTo>
                  <a:lnTo>
                    <a:pt x="1006620" y="72943"/>
                  </a:lnTo>
                  <a:lnTo>
                    <a:pt x="1004475" y="78677"/>
                  </a:lnTo>
                  <a:lnTo>
                    <a:pt x="995779" y="87279"/>
                  </a:lnTo>
                  <a:lnTo>
                    <a:pt x="995616" y="87279"/>
                  </a:lnTo>
                  <a:lnTo>
                    <a:pt x="990596" y="89343"/>
                  </a:lnTo>
                  <a:lnTo>
                    <a:pt x="1009803" y="89343"/>
                  </a:lnTo>
                  <a:lnTo>
                    <a:pt x="1012045" y="87279"/>
                  </a:lnTo>
                  <a:lnTo>
                    <a:pt x="1017597" y="80971"/>
                  </a:lnTo>
                  <a:lnTo>
                    <a:pt x="1020373" y="73516"/>
                  </a:lnTo>
                  <a:lnTo>
                    <a:pt x="1020373" y="55854"/>
                  </a:lnTo>
                  <a:lnTo>
                    <a:pt x="1017267" y="48514"/>
                  </a:lnTo>
                  <a:lnTo>
                    <a:pt x="1015487" y="46793"/>
                  </a:lnTo>
                  <a:lnTo>
                    <a:pt x="1012765" y="44270"/>
                  </a:lnTo>
                  <a:close/>
                </a:path>
                <a:path w="1410335" h="99060">
                  <a:moveTo>
                    <a:pt x="1015326" y="2981"/>
                  </a:moveTo>
                  <a:lnTo>
                    <a:pt x="963089" y="2981"/>
                  </a:lnTo>
                  <a:lnTo>
                    <a:pt x="952869" y="52069"/>
                  </a:lnTo>
                  <a:lnTo>
                    <a:pt x="964982" y="53560"/>
                  </a:lnTo>
                  <a:lnTo>
                    <a:pt x="966875" y="50807"/>
                  </a:lnTo>
                  <a:lnTo>
                    <a:pt x="969524" y="48514"/>
                  </a:lnTo>
                  <a:lnTo>
                    <a:pt x="972931" y="46793"/>
                  </a:lnTo>
                  <a:lnTo>
                    <a:pt x="976212" y="45188"/>
                  </a:lnTo>
                  <a:lnTo>
                    <a:pt x="979997" y="44270"/>
                  </a:lnTo>
                  <a:lnTo>
                    <a:pt x="1012765" y="44270"/>
                  </a:lnTo>
                  <a:lnTo>
                    <a:pt x="1010910" y="42550"/>
                  </a:lnTo>
                  <a:lnTo>
                    <a:pt x="1007950" y="39912"/>
                  </a:lnTo>
                  <a:lnTo>
                    <a:pt x="967758" y="39912"/>
                  </a:lnTo>
                  <a:lnTo>
                    <a:pt x="973436" y="14221"/>
                  </a:lnTo>
                  <a:lnTo>
                    <a:pt x="1015326" y="14221"/>
                  </a:lnTo>
                  <a:lnTo>
                    <a:pt x="1015326" y="2981"/>
                  </a:lnTo>
                  <a:close/>
                </a:path>
                <a:path w="1410335" h="99060">
                  <a:moveTo>
                    <a:pt x="996778" y="33948"/>
                  </a:moveTo>
                  <a:lnTo>
                    <a:pt x="980628" y="33948"/>
                  </a:lnTo>
                  <a:lnTo>
                    <a:pt x="974067" y="35898"/>
                  </a:lnTo>
                  <a:lnTo>
                    <a:pt x="967758" y="39912"/>
                  </a:lnTo>
                  <a:lnTo>
                    <a:pt x="1007950" y="39912"/>
                  </a:lnTo>
                  <a:lnTo>
                    <a:pt x="1004475" y="36815"/>
                  </a:lnTo>
                  <a:lnTo>
                    <a:pt x="996778" y="33948"/>
                  </a:lnTo>
                  <a:close/>
                </a:path>
                <a:path w="1410335" h="99060">
                  <a:moveTo>
                    <a:pt x="1074754" y="1261"/>
                  </a:moveTo>
                  <a:lnTo>
                    <a:pt x="1061379" y="1261"/>
                  </a:lnTo>
                  <a:lnTo>
                    <a:pt x="1055071" y="3096"/>
                  </a:lnTo>
                  <a:lnTo>
                    <a:pt x="1034993" y="42080"/>
                  </a:lnTo>
                  <a:lnTo>
                    <a:pt x="1034757" y="50119"/>
                  </a:lnTo>
                  <a:lnTo>
                    <a:pt x="1035307" y="60916"/>
                  </a:lnTo>
                  <a:lnTo>
                    <a:pt x="1035397" y="62678"/>
                  </a:lnTo>
                  <a:lnTo>
                    <a:pt x="1055481" y="96483"/>
                  </a:lnTo>
                  <a:lnTo>
                    <a:pt x="1069076" y="98977"/>
                  </a:lnTo>
                  <a:lnTo>
                    <a:pt x="1076773" y="98977"/>
                  </a:lnTo>
                  <a:lnTo>
                    <a:pt x="1083208" y="97028"/>
                  </a:lnTo>
                  <a:lnTo>
                    <a:pt x="1088245" y="93365"/>
                  </a:lnTo>
                  <a:lnTo>
                    <a:pt x="1093302" y="89573"/>
                  </a:lnTo>
                  <a:lnTo>
                    <a:pt x="1093463" y="89343"/>
                  </a:lnTo>
                  <a:lnTo>
                    <a:pt x="1063146" y="89343"/>
                  </a:lnTo>
                  <a:lnTo>
                    <a:pt x="1058099" y="86705"/>
                  </a:lnTo>
                  <a:lnTo>
                    <a:pt x="1048005" y="50119"/>
                  </a:lnTo>
                  <a:lnTo>
                    <a:pt x="1048319" y="42080"/>
                  </a:lnTo>
                  <a:lnTo>
                    <a:pt x="1048426" y="39324"/>
                  </a:lnTo>
                  <a:lnTo>
                    <a:pt x="1063020" y="11010"/>
                  </a:lnTo>
                  <a:lnTo>
                    <a:pt x="1092804" y="11010"/>
                  </a:lnTo>
                  <a:lnTo>
                    <a:pt x="1091661" y="9404"/>
                  </a:lnTo>
                  <a:lnTo>
                    <a:pt x="1088128" y="6422"/>
                  </a:lnTo>
                  <a:lnTo>
                    <a:pt x="1083965" y="4358"/>
                  </a:lnTo>
                  <a:lnTo>
                    <a:pt x="1079675" y="2293"/>
                  </a:lnTo>
                  <a:lnTo>
                    <a:pt x="1074754" y="1261"/>
                  </a:lnTo>
                  <a:close/>
                </a:path>
                <a:path w="1410335" h="99060">
                  <a:moveTo>
                    <a:pt x="1092804" y="11010"/>
                  </a:moveTo>
                  <a:lnTo>
                    <a:pt x="1075006" y="11010"/>
                  </a:lnTo>
                  <a:lnTo>
                    <a:pt x="1079927" y="13533"/>
                  </a:lnTo>
                  <a:lnTo>
                    <a:pt x="1084091" y="18809"/>
                  </a:lnTo>
                  <a:lnTo>
                    <a:pt x="1086740" y="23669"/>
                  </a:lnTo>
                  <a:lnTo>
                    <a:pt x="1088566" y="30263"/>
                  </a:lnTo>
                  <a:lnTo>
                    <a:pt x="1088633" y="30507"/>
                  </a:lnTo>
                  <a:lnTo>
                    <a:pt x="1089769" y="39324"/>
                  </a:lnTo>
                  <a:lnTo>
                    <a:pt x="1090147" y="50119"/>
                  </a:lnTo>
                  <a:lnTo>
                    <a:pt x="1089866" y="58140"/>
                  </a:lnTo>
                  <a:lnTo>
                    <a:pt x="1075006" y="89343"/>
                  </a:lnTo>
                  <a:lnTo>
                    <a:pt x="1093463" y="89343"/>
                  </a:lnTo>
                  <a:lnTo>
                    <a:pt x="1103396" y="50119"/>
                  </a:lnTo>
                  <a:lnTo>
                    <a:pt x="1103396" y="40715"/>
                  </a:lnTo>
                  <a:lnTo>
                    <a:pt x="1102638" y="33145"/>
                  </a:lnTo>
                  <a:lnTo>
                    <a:pt x="1100998" y="27525"/>
                  </a:lnTo>
                  <a:lnTo>
                    <a:pt x="1099484" y="21905"/>
                  </a:lnTo>
                  <a:lnTo>
                    <a:pt x="1097213" y="17203"/>
                  </a:lnTo>
                  <a:lnTo>
                    <a:pt x="1092804" y="11010"/>
                  </a:lnTo>
                  <a:close/>
                </a:path>
                <a:path w="1410335" h="99060">
                  <a:moveTo>
                    <a:pt x="1180993" y="0"/>
                  </a:moveTo>
                  <a:lnTo>
                    <a:pt x="1173296" y="0"/>
                  </a:lnTo>
                  <a:lnTo>
                    <a:pt x="1165676" y="367"/>
                  </a:lnTo>
                  <a:lnTo>
                    <a:pt x="1130687" y="18221"/>
                  </a:lnTo>
                  <a:lnTo>
                    <a:pt x="1120681" y="50005"/>
                  </a:lnTo>
                  <a:lnTo>
                    <a:pt x="1121084" y="56838"/>
                  </a:lnTo>
                  <a:lnTo>
                    <a:pt x="1146295" y="92899"/>
                  </a:lnTo>
                  <a:lnTo>
                    <a:pt x="1174432" y="98977"/>
                  </a:lnTo>
                  <a:lnTo>
                    <a:pt x="1182128" y="98977"/>
                  </a:lnTo>
                  <a:lnTo>
                    <a:pt x="1189573" y="97716"/>
                  </a:lnTo>
                  <a:lnTo>
                    <a:pt x="1204083" y="92669"/>
                  </a:lnTo>
                  <a:lnTo>
                    <a:pt x="1211149" y="88999"/>
                  </a:lnTo>
                  <a:lnTo>
                    <a:pt x="1213162" y="87508"/>
                  </a:lnTo>
                  <a:lnTo>
                    <a:pt x="1166735" y="87508"/>
                  </a:lnTo>
                  <a:lnTo>
                    <a:pt x="1160174" y="86132"/>
                  </a:lnTo>
                  <a:lnTo>
                    <a:pt x="1135065" y="57689"/>
                  </a:lnTo>
                  <a:lnTo>
                    <a:pt x="1135065" y="42206"/>
                  </a:lnTo>
                  <a:lnTo>
                    <a:pt x="1136327" y="35783"/>
                  </a:lnTo>
                  <a:lnTo>
                    <a:pt x="1139046" y="30054"/>
                  </a:lnTo>
                  <a:lnTo>
                    <a:pt x="1140516" y="26722"/>
                  </a:lnTo>
                  <a:lnTo>
                    <a:pt x="1156894" y="13533"/>
                  </a:lnTo>
                  <a:lnTo>
                    <a:pt x="1161562" y="11698"/>
                  </a:lnTo>
                  <a:lnTo>
                    <a:pt x="1167114" y="10895"/>
                  </a:lnTo>
                  <a:lnTo>
                    <a:pt x="1206884" y="10895"/>
                  </a:lnTo>
                  <a:lnTo>
                    <a:pt x="1204966" y="8716"/>
                  </a:lnTo>
                  <a:lnTo>
                    <a:pt x="1200171" y="5619"/>
                  </a:lnTo>
                  <a:lnTo>
                    <a:pt x="1193989" y="3440"/>
                  </a:lnTo>
                  <a:lnTo>
                    <a:pt x="1187806" y="1146"/>
                  </a:lnTo>
                  <a:lnTo>
                    <a:pt x="1180993" y="0"/>
                  </a:lnTo>
                  <a:close/>
                </a:path>
                <a:path w="1410335" h="99060">
                  <a:moveTo>
                    <a:pt x="1217962" y="48628"/>
                  </a:moveTo>
                  <a:lnTo>
                    <a:pt x="1173422" y="48628"/>
                  </a:lnTo>
                  <a:lnTo>
                    <a:pt x="1173422" y="59753"/>
                  </a:lnTo>
                  <a:lnTo>
                    <a:pt x="1204335" y="59753"/>
                  </a:lnTo>
                  <a:lnTo>
                    <a:pt x="1204335" y="77645"/>
                  </a:lnTo>
                  <a:lnTo>
                    <a:pt x="1179731" y="87508"/>
                  </a:lnTo>
                  <a:lnTo>
                    <a:pt x="1213162" y="87508"/>
                  </a:lnTo>
                  <a:lnTo>
                    <a:pt x="1217962" y="83953"/>
                  </a:lnTo>
                  <a:lnTo>
                    <a:pt x="1217962" y="48628"/>
                  </a:lnTo>
                  <a:close/>
                </a:path>
                <a:path w="1410335" h="99060">
                  <a:moveTo>
                    <a:pt x="1206884" y="10895"/>
                  </a:moveTo>
                  <a:lnTo>
                    <a:pt x="1178722" y="10895"/>
                  </a:lnTo>
                  <a:lnTo>
                    <a:pt x="1183516" y="11698"/>
                  </a:lnTo>
                  <a:lnTo>
                    <a:pt x="1188239" y="13533"/>
                  </a:lnTo>
                  <a:lnTo>
                    <a:pt x="1203830" y="31539"/>
                  </a:lnTo>
                  <a:lnTo>
                    <a:pt x="1216448" y="28443"/>
                  </a:lnTo>
                  <a:lnTo>
                    <a:pt x="1214555" y="22020"/>
                  </a:lnTo>
                  <a:lnTo>
                    <a:pt x="1211906" y="16744"/>
                  </a:lnTo>
                  <a:lnTo>
                    <a:pt x="1208499" y="12730"/>
                  </a:lnTo>
                  <a:lnTo>
                    <a:pt x="1206884" y="10895"/>
                  </a:lnTo>
                  <a:close/>
                </a:path>
                <a:path w="1410335" h="99060">
                  <a:moveTo>
                    <a:pt x="1256319" y="1720"/>
                  </a:moveTo>
                  <a:lnTo>
                    <a:pt x="1242440" y="1720"/>
                  </a:lnTo>
                  <a:lnTo>
                    <a:pt x="1242440" y="97372"/>
                  </a:lnTo>
                  <a:lnTo>
                    <a:pt x="1256319" y="97372"/>
                  </a:lnTo>
                  <a:lnTo>
                    <a:pt x="1256319" y="52184"/>
                  </a:lnTo>
                  <a:lnTo>
                    <a:pt x="1324958" y="52184"/>
                  </a:lnTo>
                  <a:lnTo>
                    <a:pt x="1324958" y="40944"/>
                  </a:lnTo>
                  <a:lnTo>
                    <a:pt x="1256319" y="40944"/>
                  </a:lnTo>
                  <a:lnTo>
                    <a:pt x="1256319" y="1720"/>
                  </a:lnTo>
                  <a:close/>
                </a:path>
                <a:path w="1410335" h="99060">
                  <a:moveTo>
                    <a:pt x="1324958" y="52184"/>
                  </a:moveTo>
                  <a:lnTo>
                    <a:pt x="1311079" y="52184"/>
                  </a:lnTo>
                  <a:lnTo>
                    <a:pt x="1311079" y="97372"/>
                  </a:lnTo>
                  <a:lnTo>
                    <a:pt x="1324958" y="97372"/>
                  </a:lnTo>
                  <a:lnTo>
                    <a:pt x="1324958" y="52184"/>
                  </a:lnTo>
                  <a:close/>
                </a:path>
                <a:path w="1410335" h="99060">
                  <a:moveTo>
                    <a:pt x="1324958" y="1720"/>
                  </a:moveTo>
                  <a:lnTo>
                    <a:pt x="1311079" y="1720"/>
                  </a:lnTo>
                  <a:lnTo>
                    <a:pt x="1311079" y="40944"/>
                  </a:lnTo>
                  <a:lnTo>
                    <a:pt x="1324958" y="40944"/>
                  </a:lnTo>
                  <a:lnTo>
                    <a:pt x="1324958" y="1720"/>
                  </a:lnTo>
                  <a:close/>
                </a:path>
                <a:path w="1410335" h="99060">
                  <a:moveTo>
                    <a:pt x="1406688" y="37159"/>
                  </a:moveTo>
                  <a:lnTo>
                    <a:pt x="1391326" y="37159"/>
                  </a:lnTo>
                  <a:lnTo>
                    <a:pt x="1342875" y="87738"/>
                  </a:lnTo>
                  <a:lnTo>
                    <a:pt x="1342875" y="97372"/>
                  </a:lnTo>
                  <a:lnTo>
                    <a:pt x="1410252" y="97372"/>
                  </a:lnTo>
                  <a:lnTo>
                    <a:pt x="1410252" y="87738"/>
                  </a:lnTo>
                  <a:lnTo>
                    <a:pt x="1358773" y="87738"/>
                  </a:lnTo>
                  <a:lnTo>
                    <a:pt x="1366722" y="79709"/>
                  </a:lnTo>
                  <a:lnTo>
                    <a:pt x="1406688" y="37159"/>
                  </a:lnTo>
                  <a:close/>
                </a:path>
                <a:path w="1410335" h="99060">
                  <a:moveTo>
                    <a:pt x="1410252" y="87164"/>
                  </a:moveTo>
                  <a:lnTo>
                    <a:pt x="1370002" y="87164"/>
                  </a:lnTo>
                  <a:lnTo>
                    <a:pt x="1364577" y="87394"/>
                  </a:lnTo>
                  <a:lnTo>
                    <a:pt x="1358773" y="87738"/>
                  </a:lnTo>
                  <a:lnTo>
                    <a:pt x="1410252" y="87738"/>
                  </a:lnTo>
                  <a:lnTo>
                    <a:pt x="1410252" y="87164"/>
                  </a:lnTo>
                  <a:close/>
                </a:path>
                <a:path w="1410335" h="99060">
                  <a:moveTo>
                    <a:pt x="1407981" y="27984"/>
                  </a:moveTo>
                  <a:lnTo>
                    <a:pt x="1345651" y="27984"/>
                  </a:lnTo>
                  <a:lnTo>
                    <a:pt x="1345651" y="37503"/>
                  </a:lnTo>
                  <a:lnTo>
                    <a:pt x="1383187" y="37503"/>
                  </a:lnTo>
                  <a:lnTo>
                    <a:pt x="1391326" y="37159"/>
                  </a:lnTo>
                  <a:lnTo>
                    <a:pt x="1406688" y="37159"/>
                  </a:lnTo>
                  <a:lnTo>
                    <a:pt x="1407981" y="35783"/>
                  </a:lnTo>
                  <a:lnTo>
                    <a:pt x="1407981" y="279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63" y="6122987"/>
            <a:ext cx="12187555" cy="12700"/>
          </a:xfrm>
          <a:custGeom>
            <a:avLst/>
            <a:gdLst/>
            <a:ahLst/>
            <a:cxnLst/>
            <a:rect l="l" t="t" r="r" b="b"/>
            <a:pathLst>
              <a:path w="12187555" h="12700">
                <a:moveTo>
                  <a:pt x="12187236" y="0"/>
                </a:moveTo>
                <a:lnTo>
                  <a:pt x="0" y="0"/>
                </a:lnTo>
                <a:lnTo>
                  <a:pt x="0" y="12700"/>
                </a:lnTo>
                <a:lnTo>
                  <a:pt x="12187236" y="12700"/>
                </a:lnTo>
                <a:lnTo>
                  <a:pt x="12187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743329" y="1086548"/>
            <a:ext cx="8056245" cy="29254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51300"/>
              </a:lnSpc>
              <a:spcBef>
                <a:spcPts val="135"/>
              </a:spcBef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Fig.</a:t>
            </a:r>
            <a:r>
              <a:rPr dirty="0" u="sng" sz="1800" spc="-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2: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Figure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shows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constant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Scaling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Factors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constant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User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Fraction,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if </a:t>
            </a:r>
            <a:r>
              <a:rPr dirty="0" sz="1800">
                <a:latin typeface="Times New Roman"/>
                <a:cs typeface="Times New Roman"/>
              </a:rPr>
              <a:t>we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increases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Band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Width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then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Spectral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efficiency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decreases,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here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lower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ring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have </a:t>
            </a:r>
            <a:r>
              <a:rPr dirty="0" sz="1800">
                <a:latin typeface="Times New Roman"/>
                <a:cs typeface="Times New Roman"/>
              </a:rPr>
              <a:t>highest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BW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i.e. 100GHz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but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spectral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efficiency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compared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 that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50GHz.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 marR="208279">
              <a:lnSpc>
                <a:spcPct val="151300"/>
              </a:lnSpc>
            </a:pP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other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hand,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constant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Band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Width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constant</a:t>
            </a:r>
            <a:r>
              <a:rPr dirty="0" sz="1800" spc="4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User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Fraction,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if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we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increase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Scaling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Factors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Spectral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Efficiency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(R)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increases,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here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yellow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line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more </a:t>
            </a:r>
            <a:r>
              <a:rPr dirty="0" sz="1800">
                <a:latin typeface="Times New Roman"/>
                <a:cs typeface="Times New Roman"/>
              </a:rPr>
              <a:t>Spectral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Efficiency(R).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0801" y="412952"/>
            <a:ext cx="0" cy="5250180"/>
          </a:xfrm>
          <a:custGeom>
            <a:avLst/>
            <a:gdLst/>
            <a:ahLst/>
            <a:cxnLst/>
            <a:rect l="l" t="t" r="r" b="b"/>
            <a:pathLst>
              <a:path w="0" h="5250180">
                <a:moveTo>
                  <a:pt x="0" y="5249922"/>
                </a:moveTo>
                <a:lnTo>
                  <a:pt x="0" y="0"/>
                </a:lnTo>
              </a:path>
            </a:pathLst>
          </a:custGeom>
          <a:ln w="6209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809571" y="412952"/>
            <a:ext cx="0" cy="5250180"/>
          </a:xfrm>
          <a:custGeom>
            <a:avLst/>
            <a:gdLst/>
            <a:ahLst/>
            <a:cxnLst/>
            <a:rect l="l" t="t" r="r" b="b"/>
            <a:pathLst>
              <a:path w="0" h="5250180">
                <a:moveTo>
                  <a:pt x="0" y="5249922"/>
                </a:moveTo>
                <a:lnTo>
                  <a:pt x="0" y="0"/>
                </a:lnTo>
              </a:path>
            </a:pathLst>
          </a:custGeom>
          <a:ln w="6209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918340" y="2047026"/>
            <a:ext cx="0" cy="3616325"/>
          </a:xfrm>
          <a:custGeom>
            <a:avLst/>
            <a:gdLst/>
            <a:ahLst/>
            <a:cxnLst/>
            <a:rect l="l" t="t" r="r" b="b"/>
            <a:pathLst>
              <a:path w="0" h="3616325">
                <a:moveTo>
                  <a:pt x="0" y="0"/>
                </a:moveTo>
                <a:lnTo>
                  <a:pt x="0" y="3615847"/>
                </a:lnTo>
              </a:path>
            </a:pathLst>
          </a:custGeom>
          <a:ln w="6209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18340" y="412952"/>
            <a:ext cx="0" cy="1043305"/>
          </a:xfrm>
          <a:custGeom>
            <a:avLst/>
            <a:gdLst/>
            <a:ahLst/>
            <a:cxnLst/>
            <a:rect l="l" t="t" r="r" b="b"/>
            <a:pathLst>
              <a:path w="0" h="1043305">
                <a:moveTo>
                  <a:pt x="0" y="0"/>
                </a:moveTo>
                <a:lnTo>
                  <a:pt x="0" y="1043026"/>
                </a:lnTo>
              </a:path>
            </a:pathLst>
          </a:custGeom>
          <a:ln w="6209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027110" y="2047026"/>
            <a:ext cx="0" cy="3616325"/>
          </a:xfrm>
          <a:custGeom>
            <a:avLst/>
            <a:gdLst/>
            <a:ahLst/>
            <a:cxnLst/>
            <a:rect l="l" t="t" r="r" b="b"/>
            <a:pathLst>
              <a:path w="0" h="3616325">
                <a:moveTo>
                  <a:pt x="0" y="0"/>
                </a:moveTo>
                <a:lnTo>
                  <a:pt x="0" y="3615847"/>
                </a:lnTo>
              </a:path>
            </a:pathLst>
          </a:custGeom>
          <a:ln w="6209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027110" y="412952"/>
            <a:ext cx="0" cy="1043305"/>
          </a:xfrm>
          <a:custGeom>
            <a:avLst/>
            <a:gdLst/>
            <a:ahLst/>
            <a:cxnLst/>
            <a:rect l="l" t="t" r="r" b="b"/>
            <a:pathLst>
              <a:path w="0" h="1043305">
                <a:moveTo>
                  <a:pt x="0" y="0"/>
                </a:moveTo>
                <a:lnTo>
                  <a:pt x="0" y="1043026"/>
                </a:lnTo>
              </a:path>
            </a:pathLst>
          </a:custGeom>
          <a:ln w="6209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135879" y="412952"/>
            <a:ext cx="0" cy="5250180"/>
          </a:xfrm>
          <a:custGeom>
            <a:avLst/>
            <a:gdLst/>
            <a:ahLst/>
            <a:cxnLst/>
            <a:rect l="l" t="t" r="r" b="b"/>
            <a:pathLst>
              <a:path w="0" h="5250180">
                <a:moveTo>
                  <a:pt x="0" y="5249922"/>
                </a:moveTo>
                <a:lnTo>
                  <a:pt x="0" y="0"/>
                </a:lnTo>
              </a:path>
            </a:pathLst>
          </a:custGeom>
          <a:ln w="6209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244649" y="412952"/>
            <a:ext cx="0" cy="5250180"/>
          </a:xfrm>
          <a:custGeom>
            <a:avLst/>
            <a:gdLst/>
            <a:ahLst/>
            <a:cxnLst/>
            <a:rect l="l" t="t" r="r" b="b"/>
            <a:pathLst>
              <a:path w="0" h="5250180">
                <a:moveTo>
                  <a:pt x="0" y="5249922"/>
                </a:moveTo>
                <a:lnTo>
                  <a:pt x="0" y="0"/>
                </a:lnTo>
              </a:path>
            </a:pathLst>
          </a:custGeom>
          <a:ln w="6209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353418" y="412952"/>
            <a:ext cx="0" cy="5250180"/>
          </a:xfrm>
          <a:custGeom>
            <a:avLst/>
            <a:gdLst/>
            <a:ahLst/>
            <a:cxnLst/>
            <a:rect l="l" t="t" r="r" b="b"/>
            <a:pathLst>
              <a:path w="0" h="5250180">
                <a:moveTo>
                  <a:pt x="0" y="5249922"/>
                </a:moveTo>
                <a:lnTo>
                  <a:pt x="0" y="0"/>
                </a:lnTo>
              </a:path>
            </a:pathLst>
          </a:custGeom>
          <a:ln w="6209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462188" y="412952"/>
            <a:ext cx="0" cy="5250180"/>
          </a:xfrm>
          <a:custGeom>
            <a:avLst/>
            <a:gdLst/>
            <a:ahLst/>
            <a:cxnLst/>
            <a:rect l="l" t="t" r="r" b="b"/>
            <a:pathLst>
              <a:path w="0" h="5250180">
                <a:moveTo>
                  <a:pt x="0" y="5249922"/>
                </a:moveTo>
                <a:lnTo>
                  <a:pt x="0" y="0"/>
                </a:lnTo>
              </a:path>
            </a:pathLst>
          </a:custGeom>
          <a:ln w="6209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570957" y="412952"/>
            <a:ext cx="0" cy="5250180"/>
          </a:xfrm>
          <a:custGeom>
            <a:avLst/>
            <a:gdLst/>
            <a:ahLst/>
            <a:cxnLst/>
            <a:rect l="l" t="t" r="r" b="b"/>
            <a:pathLst>
              <a:path w="0" h="5250180">
                <a:moveTo>
                  <a:pt x="0" y="5249922"/>
                </a:moveTo>
                <a:lnTo>
                  <a:pt x="0" y="0"/>
                </a:lnTo>
              </a:path>
            </a:pathLst>
          </a:custGeom>
          <a:ln w="6209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679726" y="412952"/>
            <a:ext cx="0" cy="5250180"/>
          </a:xfrm>
          <a:custGeom>
            <a:avLst/>
            <a:gdLst/>
            <a:ahLst/>
            <a:cxnLst/>
            <a:rect l="l" t="t" r="r" b="b"/>
            <a:pathLst>
              <a:path w="0" h="5250180">
                <a:moveTo>
                  <a:pt x="0" y="5249922"/>
                </a:moveTo>
                <a:lnTo>
                  <a:pt x="0" y="0"/>
                </a:lnTo>
              </a:path>
            </a:pathLst>
          </a:custGeom>
          <a:ln w="6209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" name="object 14"/>
          <p:cNvGrpSpPr/>
          <p:nvPr/>
        </p:nvGrpSpPr>
        <p:grpSpPr>
          <a:xfrm>
            <a:off x="697697" y="410054"/>
            <a:ext cx="11094085" cy="5255895"/>
            <a:chOff x="697697" y="410054"/>
            <a:chExt cx="11094085" cy="5255895"/>
          </a:xfrm>
        </p:grpSpPr>
        <p:sp>
          <p:nvSpPr>
            <p:cNvPr id="15" name="object 15"/>
            <p:cNvSpPr/>
            <p:nvPr/>
          </p:nvSpPr>
          <p:spPr>
            <a:xfrm>
              <a:off x="700801" y="412952"/>
              <a:ext cx="11087735" cy="5250180"/>
            </a:xfrm>
            <a:custGeom>
              <a:avLst/>
              <a:gdLst/>
              <a:ahLst/>
              <a:cxnLst/>
              <a:rect l="l" t="t" r="r" b="b"/>
              <a:pathLst>
                <a:path w="11087735" h="5250180">
                  <a:moveTo>
                    <a:pt x="11087694" y="5249922"/>
                  </a:moveTo>
                  <a:lnTo>
                    <a:pt x="11087694" y="0"/>
                  </a:lnTo>
                </a:path>
                <a:path w="11087735" h="5250180">
                  <a:moveTo>
                    <a:pt x="11087694" y="5249922"/>
                  </a:moveTo>
                  <a:lnTo>
                    <a:pt x="0" y="5249922"/>
                  </a:lnTo>
                </a:path>
                <a:path w="11087735" h="5250180">
                  <a:moveTo>
                    <a:pt x="11087694" y="4666615"/>
                  </a:moveTo>
                  <a:lnTo>
                    <a:pt x="0" y="4666615"/>
                  </a:lnTo>
                </a:path>
                <a:path w="11087735" h="5250180">
                  <a:moveTo>
                    <a:pt x="11087694" y="4083216"/>
                  </a:moveTo>
                  <a:lnTo>
                    <a:pt x="0" y="4083216"/>
                  </a:lnTo>
                </a:path>
                <a:path w="11087735" h="5250180">
                  <a:moveTo>
                    <a:pt x="11087694" y="3499932"/>
                  </a:moveTo>
                  <a:lnTo>
                    <a:pt x="0" y="3499932"/>
                  </a:lnTo>
                </a:path>
                <a:path w="11087735" h="5250180">
                  <a:moveTo>
                    <a:pt x="11087694" y="2916649"/>
                  </a:moveTo>
                  <a:lnTo>
                    <a:pt x="0" y="2916649"/>
                  </a:lnTo>
                </a:path>
                <a:path w="11087735" h="5250180">
                  <a:moveTo>
                    <a:pt x="11087694" y="2333249"/>
                  </a:moveTo>
                  <a:lnTo>
                    <a:pt x="0" y="2333249"/>
                  </a:lnTo>
                </a:path>
                <a:path w="11087735" h="5250180">
                  <a:moveTo>
                    <a:pt x="11087694" y="1749966"/>
                  </a:moveTo>
                  <a:lnTo>
                    <a:pt x="0" y="1749966"/>
                  </a:lnTo>
                </a:path>
              </a:pathLst>
            </a:custGeom>
            <a:ln w="6002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00801" y="1579635"/>
              <a:ext cx="11087735" cy="0"/>
            </a:xfrm>
            <a:custGeom>
              <a:avLst/>
              <a:gdLst/>
              <a:ahLst/>
              <a:cxnLst/>
              <a:rect l="l" t="t" r="r" b="b"/>
              <a:pathLst>
                <a:path w="11087735" h="0">
                  <a:moveTo>
                    <a:pt x="0" y="0"/>
                  </a:moveTo>
                  <a:lnTo>
                    <a:pt x="1527538" y="0"/>
                  </a:lnTo>
                </a:path>
                <a:path w="11087735" h="0">
                  <a:moveTo>
                    <a:pt x="3412744" y="0"/>
                  </a:moveTo>
                  <a:lnTo>
                    <a:pt x="11087694" y="0"/>
                  </a:lnTo>
                </a:path>
              </a:pathLst>
            </a:custGeom>
            <a:ln w="5794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00801" y="412952"/>
              <a:ext cx="11087735" cy="583565"/>
            </a:xfrm>
            <a:custGeom>
              <a:avLst/>
              <a:gdLst/>
              <a:ahLst/>
              <a:cxnLst/>
              <a:rect l="l" t="t" r="r" b="b"/>
              <a:pathLst>
                <a:path w="11087735" h="583565">
                  <a:moveTo>
                    <a:pt x="11087694" y="583283"/>
                  </a:moveTo>
                  <a:lnTo>
                    <a:pt x="0" y="583283"/>
                  </a:lnTo>
                </a:path>
                <a:path w="11087735" h="583565">
                  <a:moveTo>
                    <a:pt x="11087694" y="0"/>
                  </a:moveTo>
                  <a:lnTo>
                    <a:pt x="0" y="0"/>
                  </a:lnTo>
                </a:path>
              </a:pathLst>
            </a:custGeom>
            <a:ln w="6002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97687" y="5556503"/>
              <a:ext cx="11094085" cy="109855"/>
            </a:xfrm>
            <a:custGeom>
              <a:avLst/>
              <a:gdLst/>
              <a:ahLst/>
              <a:cxnLst/>
              <a:rect l="l" t="t" r="r" b="b"/>
              <a:pathLst>
                <a:path w="11094085" h="109854">
                  <a:moveTo>
                    <a:pt x="11093907" y="0"/>
                  </a:moveTo>
                  <a:lnTo>
                    <a:pt x="11087697" y="0"/>
                  </a:lnTo>
                  <a:lnTo>
                    <a:pt x="11087697" y="103466"/>
                  </a:lnTo>
                  <a:lnTo>
                    <a:pt x="9985134" y="103466"/>
                  </a:lnTo>
                  <a:lnTo>
                    <a:pt x="9985134" y="0"/>
                  </a:lnTo>
                  <a:lnTo>
                    <a:pt x="9978923" y="0"/>
                  </a:lnTo>
                  <a:lnTo>
                    <a:pt x="9978923" y="103466"/>
                  </a:lnTo>
                  <a:lnTo>
                    <a:pt x="8876373" y="103466"/>
                  </a:lnTo>
                  <a:lnTo>
                    <a:pt x="8876373" y="0"/>
                  </a:lnTo>
                  <a:lnTo>
                    <a:pt x="8870163" y="0"/>
                  </a:lnTo>
                  <a:lnTo>
                    <a:pt x="8870163" y="103466"/>
                  </a:lnTo>
                  <a:lnTo>
                    <a:pt x="7767599" y="103466"/>
                  </a:lnTo>
                  <a:lnTo>
                    <a:pt x="7767599" y="0"/>
                  </a:lnTo>
                  <a:lnTo>
                    <a:pt x="7761389" y="0"/>
                  </a:lnTo>
                  <a:lnTo>
                    <a:pt x="7761389" y="103466"/>
                  </a:lnTo>
                  <a:lnTo>
                    <a:pt x="6658826" y="103466"/>
                  </a:lnTo>
                  <a:lnTo>
                    <a:pt x="6658826" y="0"/>
                  </a:lnTo>
                  <a:lnTo>
                    <a:pt x="6652615" y="0"/>
                  </a:lnTo>
                  <a:lnTo>
                    <a:pt x="6652615" y="103466"/>
                  </a:lnTo>
                  <a:lnTo>
                    <a:pt x="5550065" y="103466"/>
                  </a:lnTo>
                  <a:lnTo>
                    <a:pt x="5550065" y="0"/>
                  </a:lnTo>
                  <a:lnTo>
                    <a:pt x="5543855" y="0"/>
                  </a:lnTo>
                  <a:lnTo>
                    <a:pt x="5543855" y="103466"/>
                  </a:lnTo>
                  <a:lnTo>
                    <a:pt x="4441291" y="103466"/>
                  </a:lnTo>
                  <a:lnTo>
                    <a:pt x="4441291" y="0"/>
                  </a:lnTo>
                  <a:lnTo>
                    <a:pt x="4435081" y="0"/>
                  </a:lnTo>
                  <a:lnTo>
                    <a:pt x="4435081" y="103466"/>
                  </a:lnTo>
                  <a:lnTo>
                    <a:pt x="3332518" y="103466"/>
                  </a:lnTo>
                  <a:lnTo>
                    <a:pt x="3332518" y="0"/>
                  </a:lnTo>
                  <a:lnTo>
                    <a:pt x="3326307" y="0"/>
                  </a:lnTo>
                  <a:lnTo>
                    <a:pt x="3326307" y="103466"/>
                  </a:lnTo>
                  <a:lnTo>
                    <a:pt x="2223757" y="103466"/>
                  </a:lnTo>
                  <a:lnTo>
                    <a:pt x="2223757" y="0"/>
                  </a:lnTo>
                  <a:lnTo>
                    <a:pt x="2217547" y="0"/>
                  </a:lnTo>
                  <a:lnTo>
                    <a:pt x="2217547" y="103466"/>
                  </a:lnTo>
                  <a:lnTo>
                    <a:pt x="1114983" y="103466"/>
                  </a:lnTo>
                  <a:lnTo>
                    <a:pt x="1114983" y="0"/>
                  </a:lnTo>
                  <a:lnTo>
                    <a:pt x="1108773" y="0"/>
                  </a:lnTo>
                  <a:lnTo>
                    <a:pt x="1108773" y="103466"/>
                  </a:lnTo>
                  <a:lnTo>
                    <a:pt x="6210" y="103466"/>
                  </a:lnTo>
                  <a:lnTo>
                    <a:pt x="6210" y="0"/>
                  </a:lnTo>
                  <a:lnTo>
                    <a:pt x="0" y="0"/>
                  </a:lnTo>
                  <a:lnTo>
                    <a:pt x="0" y="106362"/>
                  </a:lnTo>
                  <a:lnTo>
                    <a:pt x="3111" y="106362"/>
                  </a:lnTo>
                  <a:lnTo>
                    <a:pt x="3111" y="109258"/>
                  </a:lnTo>
                  <a:lnTo>
                    <a:pt x="11093907" y="109258"/>
                  </a:lnTo>
                  <a:lnTo>
                    <a:pt x="11093907" y="106362"/>
                  </a:lnTo>
                  <a:lnTo>
                    <a:pt x="11093907" y="103466"/>
                  </a:lnTo>
                  <a:lnTo>
                    <a:pt x="11093907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/>
          <p:nvPr/>
        </p:nvSpPr>
        <p:spPr>
          <a:xfrm>
            <a:off x="668512" y="5743511"/>
            <a:ext cx="56515" cy="82550"/>
          </a:xfrm>
          <a:custGeom>
            <a:avLst/>
            <a:gdLst/>
            <a:ahLst/>
            <a:cxnLst/>
            <a:rect l="l" t="t" r="r" b="b"/>
            <a:pathLst>
              <a:path w="56515" h="82550">
                <a:moveTo>
                  <a:pt x="32786" y="0"/>
                </a:moveTo>
                <a:lnTo>
                  <a:pt x="21857" y="0"/>
                </a:lnTo>
                <a:lnTo>
                  <a:pt x="16641" y="1576"/>
                </a:lnTo>
                <a:lnTo>
                  <a:pt x="8444" y="7869"/>
                </a:lnTo>
                <a:lnTo>
                  <a:pt x="5215" y="12354"/>
                </a:lnTo>
                <a:lnTo>
                  <a:pt x="3228" y="18148"/>
                </a:lnTo>
                <a:lnTo>
                  <a:pt x="1117" y="23954"/>
                </a:lnTo>
                <a:lnTo>
                  <a:pt x="0" y="31626"/>
                </a:lnTo>
                <a:lnTo>
                  <a:pt x="0" y="41141"/>
                </a:lnTo>
                <a:lnTo>
                  <a:pt x="461" y="50230"/>
                </a:lnTo>
                <a:lnTo>
                  <a:pt x="535" y="51700"/>
                </a:lnTo>
                <a:lnTo>
                  <a:pt x="19870" y="82236"/>
                </a:lnTo>
                <a:lnTo>
                  <a:pt x="34524" y="82236"/>
                </a:lnTo>
                <a:lnTo>
                  <a:pt x="39740" y="80660"/>
                </a:lnTo>
                <a:lnTo>
                  <a:pt x="47937" y="74321"/>
                </a:lnTo>
                <a:lnTo>
                  <a:pt x="48081" y="74112"/>
                </a:lnTo>
                <a:lnTo>
                  <a:pt x="23347" y="74112"/>
                </a:lnTo>
                <a:lnTo>
                  <a:pt x="19249" y="71922"/>
                </a:lnTo>
                <a:lnTo>
                  <a:pt x="15896" y="67541"/>
                </a:lnTo>
                <a:lnTo>
                  <a:pt x="13705" y="63433"/>
                </a:lnTo>
                <a:lnTo>
                  <a:pt x="12155" y="57661"/>
                </a:lnTo>
                <a:lnTo>
                  <a:pt x="11278" y="50598"/>
                </a:lnTo>
                <a:lnTo>
                  <a:pt x="11233" y="50230"/>
                </a:lnTo>
                <a:lnTo>
                  <a:pt x="10928" y="41141"/>
                </a:lnTo>
                <a:lnTo>
                  <a:pt x="11232" y="33156"/>
                </a:lnTo>
                <a:lnTo>
                  <a:pt x="11327" y="31626"/>
                </a:lnTo>
                <a:lnTo>
                  <a:pt x="12287" y="24592"/>
                </a:lnTo>
                <a:lnTo>
                  <a:pt x="12310" y="24427"/>
                </a:lnTo>
                <a:lnTo>
                  <a:pt x="23223" y="8181"/>
                </a:lnTo>
                <a:lnTo>
                  <a:pt x="47654" y="8181"/>
                </a:lnTo>
                <a:lnTo>
                  <a:pt x="46695" y="6849"/>
                </a:lnTo>
                <a:lnTo>
                  <a:pt x="43839" y="4345"/>
                </a:lnTo>
                <a:lnTo>
                  <a:pt x="36884" y="869"/>
                </a:lnTo>
                <a:lnTo>
                  <a:pt x="32786" y="0"/>
                </a:lnTo>
                <a:close/>
              </a:path>
              <a:path w="56515" h="82550">
                <a:moveTo>
                  <a:pt x="47654" y="8181"/>
                </a:moveTo>
                <a:lnTo>
                  <a:pt x="33034" y="8181"/>
                </a:lnTo>
                <a:lnTo>
                  <a:pt x="37132" y="10360"/>
                </a:lnTo>
                <a:lnTo>
                  <a:pt x="40485" y="14718"/>
                </a:lnTo>
                <a:lnTo>
                  <a:pt x="45453" y="41141"/>
                </a:lnTo>
                <a:lnTo>
                  <a:pt x="45128" y="50230"/>
                </a:lnTo>
                <a:lnTo>
                  <a:pt x="33034" y="74112"/>
                </a:lnTo>
                <a:lnTo>
                  <a:pt x="48081" y="74112"/>
                </a:lnTo>
                <a:lnTo>
                  <a:pt x="51042" y="69836"/>
                </a:lnTo>
                <a:lnTo>
                  <a:pt x="55264" y="58224"/>
                </a:lnTo>
                <a:lnTo>
                  <a:pt x="56258" y="50598"/>
                </a:lnTo>
                <a:lnTo>
                  <a:pt x="56148" y="32032"/>
                </a:lnTo>
                <a:lnTo>
                  <a:pt x="49055" y="10128"/>
                </a:lnTo>
                <a:lnTo>
                  <a:pt x="47654" y="8181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121" y="5743511"/>
            <a:ext cx="143439" cy="8223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3891" y="5743511"/>
            <a:ext cx="159211" cy="82236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42660" y="5743511"/>
            <a:ext cx="160205" cy="8229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51430" y="5743511"/>
            <a:ext cx="159832" cy="82236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60199" y="5743511"/>
            <a:ext cx="160826" cy="82236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68968" y="5743511"/>
            <a:ext cx="160081" cy="82236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77738" y="5743511"/>
            <a:ext cx="160205" cy="82236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86507" y="5743511"/>
            <a:ext cx="160329" cy="82236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595277" y="5743511"/>
            <a:ext cx="160329" cy="82236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11764403" y="5743511"/>
            <a:ext cx="32384" cy="81280"/>
          </a:xfrm>
          <a:custGeom>
            <a:avLst/>
            <a:gdLst/>
            <a:ahLst/>
            <a:cxnLst/>
            <a:rect l="l" t="t" r="r" b="b"/>
            <a:pathLst>
              <a:path w="32384" h="81279">
                <a:moveTo>
                  <a:pt x="31792" y="0"/>
                </a:moveTo>
                <a:lnTo>
                  <a:pt x="24962" y="0"/>
                </a:lnTo>
                <a:lnTo>
                  <a:pt x="23099" y="3476"/>
                </a:lnTo>
                <a:lnTo>
                  <a:pt x="19870" y="7069"/>
                </a:lnTo>
                <a:lnTo>
                  <a:pt x="11052" y="14463"/>
                </a:lnTo>
                <a:lnTo>
                  <a:pt x="5836" y="17615"/>
                </a:lnTo>
                <a:lnTo>
                  <a:pt x="0" y="20211"/>
                </a:lnTo>
                <a:lnTo>
                  <a:pt x="0" y="29772"/>
                </a:lnTo>
                <a:lnTo>
                  <a:pt x="21112" y="17847"/>
                </a:lnTo>
                <a:lnTo>
                  <a:pt x="21112" y="80869"/>
                </a:lnTo>
                <a:lnTo>
                  <a:pt x="31792" y="80869"/>
                </a:lnTo>
                <a:lnTo>
                  <a:pt x="31792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" name="object 30"/>
          <p:cNvGrpSpPr/>
          <p:nvPr/>
        </p:nvGrpSpPr>
        <p:grpSpPr>
          <a:xfrm>
            <a:off x="5405620" y="5939450"/>
            <a:ext cx="154305" cy="152400"/>
            <a:chOff x="5405620" y="5939450"/>
            <a:chExt cx="154305" cy="152400"/>
          </a:xfrm>
        </p:grpSpPr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05620" y="5939450"/>
              <a:ext cx="74638" cy="9010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508201" y="6020423"/>
              <a:ext cx="51435" cy="71120"/>
            </a:xfrm>
            <a:custGeom>
              <a:avLst/>
              <a:gdLst/>
              <a:ahLst/>
              <a:cxnLst/>
              <a:rect l="l" t="t" r="r" b="b"/>
              <a:pathLst>
                <a:path w="51435" h="71120">
                  <a:moveTo>
                    <a:pt x="51290" y="0"/>
                  </a:moveTo>
                  <a:lnTo>
                    <a:pt x="0" y="0"/>
                  </a:lnTo>
                  <a:lnTo>
                    <a:pt x="0" y="70867"/>
                  </a:lnTo>
                  <a:lnTo>
                    <a:pt x="10059" y="70867"/>
                  </a:lnTo>
                  <a:lnTo>
                    <a:pt x="10059" y="38673"/>
                  </a:lnTo>
                  <a:lnTo>
                    <a:pt x="45701" y="38673"/>
                  </a:lnTo>
                  <a:lnTo>
                    <a:pt x="45701" y="30305"/>
                  </a:lnTo>
                  <a:lnTo>
                    <a:pt x="10059" y="30305"/>
                  </a:lnTo>
                  <a:lnTo>
                    <a:pt x="10059" y="8355"/>
                  </a:lnTo>
                  <a:lnTo>
                    <a:pt x="51290" y="8355"/>
                  </a:lnTo>
                  <a:lnTo>
                    <a:pt x="51290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3" name="object 3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611900" y="5894970"/>
            <a:ext cx="1469417" cy="159119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697687" y="410057"/>
            <a:ext cx="117475" cy="5255895"/>
          </a:xfrm>
          <a:custGeom>
            <a:avLst/>
            <a:gdLst/>
            <a:ahLst/>
            <a:cxnLst/>
            <a:rect l="l" t="t" r="r" b="b"/>
            <a:pathLst>
              <a:path w="117475" h="5255895">
                <a:moveTo>
                  <a:pt x="117094" y="0"/>
                </a:moveTo>
                <a:lnTo>
                  <a:pt x="3111" y="0"/>
                </a:lnTo>
                <a:lnTo>
                  <a:pt x="0" y="12"/>
                </a:lnTo>
                <a:lnTo>
                  <a:pt x="0" y="5252809"/>
                </a:lnTo>
                <a:lnTo>
                  <a:pt x="3111" y="5252809"/>
                </a:lnTo>
                <a:lnTo>
                  <a:pt x="3111" y="5255704"/>
                </a:lnTo>
                <a:lnTo>
                  <a:pt x="117094" y="5255704"/>
                </a:lnTo>
                <a:lnTo>
                  <a:pt x="117094" y="5249913"/>
                </a:lnTo>
                <a:lnTo>
                  <a:pt x="6210" y="5249913"/>
                </a:lnTo>
                <a:lnTo>
                  <a:pt x="6210" y="4672419"/>
                </a:lnTo>
                <a:lnTo>
                  <a:pt x="117094" y="4672419"/>
                </a:lnTo>
                <a:lnTo>
                  <a:pt x="117094" y="4666615"/>
                </a:lnTo>
                <a:lnTo>
                  <a:pt x="6210" y="4666615"/>
                </a:lnTo>
                <a:lnTo>
                  <a:pt x="6210" y="4089019"/>
                </a:lnTo>
                <a:lnTo>
                  <a:pt x="117094" y="4089019"/>
                </a:lnTo>
                <a:lnTo>
                  <a:pt x="117094" y="4083215"/>
                </a:lnTo>
                <a:lnTo>
                  <a:pt x="6210" y="4083215"/>
                </a:lnTo>
                <a:lnTo>
                  <a:pt x="6210" y="3505733"/>
                </a:lnTo>
                <a:lnTo>
                  <a:pt x="117094" y="3505733"/>
                </a:lnTo>
                <a:lnTo>
                  <a:pt x="117094" y="3499942"/>
                </a:lnTo>
                <a:lnTo>
                  <a:pt x="6210" y="3499942"/>
                </a:lnTo>
                <a:lnTo>
                  <a:pt x="6210" y="2922447"/>
                </a:lnTo>
                <a:lnTo>
                  <a:pt x="117094" y="2922447"/>
                </a:lnTo>
                <a:lnTo>
                  <a:pt x="117094" y="2916656"/>
                </a:lnTo>
                <a:lnTo>
                  <a:pt x="6210" y="2916656"/>
                </a:lnTo>
                <a:lnTo>
                  <a:pt x="6210" y="2339048"/>
                </a:lnTo>
                <a:lnTo>
                  <a:pt x="117094" y="2339048"/>
                </a:lnTo>
                <a:lnTo>
                  <a:pt x="117094" y="2333256"/>
                </a:lnTo>
                <a:lnTo>
                  <a:pt x="6210" y="2333256"/>
                </a:lnTo>
                <a:lnTo>
                  <a:pt x="6210" y="1755762"/>
                </a:lnTo>
                <a:lnTo>
                  <a:pt x="117094" y="1755762"/>
                </a:lnTo>
                <a:lnTo>
                  <a:pt x="117094" y="1749971"/>
                </a:lnTo>
                <a:lnTo>
                  <a:pt x="6210" y="1749971"/>
                </a:lnTo>
                <a:lnTo>
                  <a:pt x="6210" y="1172476"/>
                </a:lnTo>
                <a:lnTo>
                  <a:pt x="117094" y="1172476"/>
                </a:lnTo>
                <a:lnTo>
                  <a:pt x="117094" y="1166685"/>
                </a:lnTo>
                <a:lnTo>
                  <a:pt x="6210" y="1166685"/>
                </a:lnTo>
                <a:lnTo>
                  <a:pt x="6210" y="589076"/>
                </a:lnTo>
                <a:lnTo>
                  <a:pt x="117094" y="589076"/>
                </a:lnTo>
                <a:lnTo>
                  <a:pt x="117094" y="583285"/>
                </a:lnTo>
                <a:lnTo>
                  <a:pt x="6210" y="583285"/>
                </a:lnTo>
                <a:lnTo>
                  <a:pt x="6210" y="5803"/>
                </a:lnTo>
                <a:lnTo>
                  <a:pt x="117094" y="5803"/>
                </a:lnTo>
                <a:lnTo>
                  <a:pt x="117094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81579" y="5624143"/>
            <a:ext cx="56515" cy="82550"/>
          </a:xfrm>
          <a:custGeom>
            <a:avLst/>
            <a:gdLst/>
            <a:ahLst/>
            <a:cxnLst/>
            <a:rect l="l" t="t" r="r" b="b"/>
            <a:pathLst>
              <a:path w="56515" h="82550">
                <a:moveTo>
                  <a:pt x="32786" y="0"/>
                </a:moveTo>
                <a:lnTo>
                  <a:pt x="21857" y="0"/>
                </a:lnTo>
                <a:lnTo>
                  <a:pt x="16641" y="1576"/>
                </a:lnTo>
                <a:lnTo>
                  <a:pt x="8444" y="7869"/>
                </a:lnTo>
                <a:lnTo>
                  <a:pt x="5215" y="12354"/>
                </a:lnTo>
                <a:lnTo>
                  <a:pt x="3228" y="18148"/>
                </a:lnTo>
                <a:lnTo>
                  <a:pt x="1117" y="23954"/>
                </a:lnTo>
                <a:lnTo>
                  <a:pt x="0" y="31626"/>
                </a:lnTo>
                <a:lnTo>
                  <a:pt x="0" y="41141"/>
                </a:lnTo>
                <a:lnTo>
                  <a:pt x="461" y="50230"/>
                </a:lnTo>
                <a:lnTo>
                  <a:pt x="535" y="51700"/>
                </a:lnTo>
                <a:lnTo>
                  <a:pt x="19870" y="82236"/>
                </a:lnTo>
                <a:lnTo>
                  <a:pt x="34524" y="82236"/>
                </a:lnTo>
                <a:lnTo>
                  <a:pt x="39740" y="80660"/>
                </a:lnTo>
                <a:lnTo>
                  <a:pt x="47937" y="74321"/>
                </a:lnTo>
                <a:lnTo>
                  <a:pt x="48081" y="74112"/>
                </a:lnTo>
                <a:lnTo>
                  <a:pt x="23347" y="74112"/>
                </a:lnTo>
                <a:lnTo>
                  <a:pt x="19249" y="71922"/>
                </a:lnTo>
                <a:lnTo>
                  <a:pt x="15896" y="67541"/>
                </a:lnTo>
                <a:lnTo>
                  <a:pt x="13705" y="63433"/>
                </a:lnTo>
                <a:lnTo>
                  <a:pt x="12155" y="57661"/>
                </a:lnTo>
                <a:lnTo>
                  <a:pt x="11278" y="50598"/>
                </a:lnTo>
                <a:lnTo>
                  <a:pt x="11233" y="50230"/>
                </a:lnTo>
                <a:lnTo>
                  <a:pt x="10928" y="41141"/>
                </a:lnTo>
                <a:lnTo>
                  <a:pt x="11232" y="33156"/>
                </a:lnTo>
                <a:lnTo>
                  <a:pt x="11327" y="31626"/>
                </a:lnTo>
                <a:lnTo>
                  <a:pt x="23223" y="8181"/>
                </a:lnTo>
                <a:lnTo>
                  <a:pt x="47654" y="8181"/>
                </a:lnTo>
                <a:lnTo>
                  <a:pt x="46695" y="6849"/>
                </a:lnTo>
                <a:lnTo>
                  <a:pt x="43839" y="4345"/>
                </a:lnTo>
                <a:lnTo>
                  <a:pt x="36884" y="869"/>
                </a:lnTo>
                <a:lnTo>
                  <a:pt x="32786" y="0"/>
                </a:lnTo>
                <a:close/>
              </a:path>
              <a:path w="56515" h="82550">
                <a:moveTo>
                  <a:pt x="47654" y="8181"/>
                </a:moveTo>
                <a:lnTo>
                  <a:pt x="33034" y="8181"/>
                </a:lnTo>
                <a:lnTo>
                  <a:pt x="37132" y="10360"/>
                </a:lnTo>
                <a:lnTo>
                  <a:pt x="40485" y="14718"/>
                </a:lnTo>
                <a:lnTo>
                  <a:pt x="45453" y="41141"/>
                </a:lnTo>
                <a:lnTo>
                  <a:pt x="45128" y="50230"/>
                </a:lnTo>
                <a:lnTo>
                  <a:pt x="33034" y="74112"/>
                </a:lnTo>
                <a:lnTo>
                  <a:pt x="48081" y="74112"/>
                </a:lnTo>
                <a:lnTo>
                  <a:pt x="51042" y="69836"/>
                </a:lnTo>
                <a:lnTo>
                  <a:pt x="55264" y="58224"/>
                </a:lnTo>
                <a:lnTo>
                  <a:pt x="56258" y="50598"/>
                </a:lnTo>
                <a:lnTo>
                  <a:pt x="56148" y="32032"/>
                </a:lnTo>
                <a:lnTo>
                  <a:pt x="49055" y="10128"/>
                </a:lnTo>
                <a:lnTo>
                  <a:pt x="47654" y="8181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6" name="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7259" y="5040859"/>
            <a:ext cx="159211" cy="82167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77259" y="4457460"/>
            <a:ext cx="159832" cy="82283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77259" y="3874177"/>
            <a:ext cx="160081" cy="82283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77259" y="3290893"/>
            <a:ext cx="160329" cy="82167"/>
          </a:xfrm>
          <a:prstGeom prst="rect">
            <a:avLst/>
          </a:prstGeom>
        </p:spPr>
      </p:pic>
      <p:sp>
        <p:nvSpPr>
          <p:cNvPr id="40" name="object 40"/>
          <p:cNvSpPr/>
          <p:nvPr/>
        </p:nvSpPr>
        <p:spPr>
          <a:xfrm>
            <a:off x="589775" y="2707494"/>
            <a:ext cx="32384" cy="81280"/>
          </a:xfrm>
          <a:custGeom>
            <a:avLst/>
            <a:gdLst/>
            <a:ahLst/>
            <a:cxnLst/>
            <a:rect l="l" t="t" r="r" b="b"/>
            <a:pathLst>
              <a:path w="32384" h="81280">
                <a:moveTo>
                  <a:pt x="31792" y="0"/>
                </a:moveTo>
                <a:lnTo>
                  <a:pt x="24962" y="0"/>
                </a:lnTo>
                <a:lnTo>
                  <a:pt x="23099" y="3476"/>
                </a:lnTo>
                <a:lnTo>
                  <a:pt x="19870" y="7069"/>
                </a:lnTo>
                <a:lnTo>
                  <a:pt x="11052" y="14486"/>
                </a:lnTo>
                <a:lnTo>
                  <a:pt x="5836" y="17615"/>
                </a:lnTo>
                <a:lnTo>
                  <a:pt x="0" y="20281"/>
                </a:lnTo>
                <a:lnTo>
                  <a:pt x="0" y="29784"/>
                </a:lnTo>
                <a:lnTo>
                  <a:pt x="21112" y="17847"/>
                </a:lnTo>
                <a:lnTo>
                  <a:pt x="21112" y="80892"/>
                </a:lnTo>
                <a:lnTo>
                  <a:pt x="31792" y="80892"/>
                </a:lnTo>
                <a:lnTo>
                  <a:pt x="31792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1" name="object 4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85456" y="2124210"/>
            <a:ext cx="151015" cy="80892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85456" y="1540927"/>
            <a:ext cx="151636" cy="80776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85456" y="957527"/>
            <a:ext cx="151884" cy="82283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85456" y="374244"/>
            <a:ext cx="152132" cy="82283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97556" y="2071132"/>
            <a:ext cx="124562" cy="1934002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719182" y="262408"/>
            <a:ext cx="302895" cy="121920"/>
            <a:chOff x="719182" y="262408"/>
            <a:chExt cx="302895" cy="121920"/>
          </a:xfrm>
        </p:grpSpPr>
        <p:sp>
          <p:nvSpPr>
            <p:cNvPr id="47" name="object 47"/>
            <p:cNvSpPr/>
            <p:nvPr/>
          </p:nvSpPr>
          <p:spPr>
            <a:xfrm>
              <a:off x="719182" y="327771"/>
              <a:ext cx="60960" cy="56515"/>
            </a:xfrm>
            <a:custGeom>
              <a:avLst/>
              <a:gdLst/>
              <a:ahLst/>
              <a:cxnLst/>
              <a:rect l="l" t="t" r="r" b="b"/>
              <a:pathLst>
                <a:path w="60959" h="56514">
                  <a:moveTo>
                    <a:pt x="58617" y="0"/>
                  </a:moveTo>
                  <a:lnTo>
                    <a:pt x="57500" y="0"/>
                  </a:lnTo>
                  <a:lnTo>
                    <a:pt x="56879" y="231"/>
                  </a:lnTo>
                  <a:lnTo>
                    <a:pt x="56133" y="695"/>
                  </a:lnTo>
                  <a:lnTo>
                    <a:pt x="30302" y="24916"/>
                  </a:lnTo>
                  <a:lnTo>
                    <a:pt x="4346" y="695"/>
                  </a:lnTo>
                  <a:lnTo>
                    <a:pt x="3725" y="231"/>
                  </a:lnTo>
                  <a:lnTo>
                    <a:pt x="3104" y="0"/>
                  </a:lnTo>
                  <a:lnTo>
                    <a:pt x="1862" y="0"/>
                  </a:lnTo>
                  <a:lnTo>
                    <a:pt x="1241" y="231"/>
                  </a:lnTo>
                  <a:lnTo>
                    <a:pt x="248" y="1158"/>
                  </a:lnTo>
                  <a:lnTo>
                    <a:pt x="0" y="1738"/>
                  </a:lnTo>
                  <a:lnTo>
                    <a:pt x="0" y="3013"/>
                  </a:lnTo>
                  <a:lnTo>
                    <a:pt x="248" y="3476"/>
                  </a:lnTo>
                  <a:lnTo>
                    <a:pt x="26700" y="28161"/>
                  </a:lnTo>
                  <a:lnTo>
                    <a:pt x="620" y="52383"/>
                  </a:lnTo>
                  <a:lnTo>
                    <a:pt x="248" y="52846"/>
                  </a:lnTo>
                  <a:lnTo>
                    <a:pt x="0" y="53426"/>
                  </a:lnTo>
                  <a:lnTo>
                    <a:pt x="0" y="54005"/>
                  </a:lnTo>
                  <a:lnTo>
                    <a:pt x="0" y="54585"/>
                  </a:lnTo>
                  <a:lnTo>
                    <a:pt x="248" y="55048"/>
                  </a:lnTo>
                  <a:lnTo>
                    <a:pt x="1241" y="56091"/>
                  </a:lnTo>
                  <a:lnTo>
                    <a:pt x="1862" y="56323"/>
                  </a:lnTo>
                  <a:lnTo>
                    <a:pt x="3104" y="56323"/>
                  </a:lnTo>
                  <a:lnTo>
                    <a:pt x="3849" y="56091"/>
                  </a:lnTo>
                  <a:lnTo>
                    <a:pt x="4346" y="55512"/>
                  </a:lnTo>
                  <a:lnTo>
                    <a:pt x="30302" y="31406"/>
                  </a:lnTo>
                  <a:lnTo>
                    <a:pt x="56754" y="56091"/>
                  </a:lnTo>
                  <a:lnTo>
                    <a:pt x="57375" y="56323"/>
                  </a:lnTo>
                  <a:lnTo>
                    <a:pt x="58617" y="56323"/>
                  </a:lnTo>
                  <a:lnTo>
                    <a:pt x="59238" y="56091"/>
                  </a:lnTo>
                  <a:lnTo>
                    <a:pt x="60232" y="55164"/>
                  </a:lnTo>
                  <a:lnTo>
                    <a:pt x="60480" y="54700"/>
                  </a:lnTo>
                  <a:lnTo>
                    <a:pt x="60480" y="53426"/>
                  </a:lnTo>
                  <a:lnTo>
                    <a:pt x="60232" y="52846"/>
                  </a:lnTo>
                  <a:lnTo>
                    <a:pt x="59859" y="52383"/>
                  </a:lnTo>
                  <a:lnTo>
                    <a:pt x="33779" y="28161"/>
                  </a:lnTo>
                  <a:lnTo>
                    <a:pt x="60232" y="3476"/>
                  </a:lnTo>
                  <a:lnTo>
                    <a:pt x="60480" y="3013"/>
                  </a:lnTo>
                  <a:lnTo>
                    <a:pt x="60480" y="1738"/>
                  </a:lnTo>
                  <a:lnTo>
                    <a:pt x="60232" y="1158"/>
                  </a:lnTo>
                  <a:lnTo>
                    <a:pt x="59238" y="231"/>
                  </a:lnTo>
                  <a:lnTo>
                    <a:pt x="58617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10834" y="262408"/>
              <a:ext cx="210750" cy="121106"/>
            </a:xfrm>
            <a:prstGeom prst="rect">
              <a:avLst/>
            </a:prstGeom>
          </p:spPr>
        </p:pic>
      </p:grpSp>
      <p:pic>
        <p:nvPicPr>
          <p:cNvPr id="49" name="object 4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822423" y="265653"/>
            <a:ext cx="2840600" cy="116123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660440" y="582270"/>
            <a:ext cx="11169015" cy="5118735"/>
            <a:chOff x="660440" y="582270"/>
            <a:chExt cx="11169015" cy="5118735"/>
          </a:xfrm>
        </p:grpSpPr>
        <p:sp>
          <p:nvSpPr>
            <p:cNvPr id="51" name="object 51"/>
            <p:cNvSpPr/>
            <p:nvPr/>
          </p:nvSpPr>
          <p:spPr>
            <a:xfrm>
              <a:off x="700801" y="1457601"/>
              <a:ext cx="11087735" cy="4205605"/>
            </a:xfrm>
            <a:custGeom>
              <a:avLst/>
              <a:gdLst/>
              <a:ahLst/>
              <a:cxnLst/>
              <a:rect l="l" t="t" r="r" b="b"/>
              <a:pathLst>
                <a:path w="11087735" h="4205605">
                  <a:moveTo>
                    <a:pt x="0" y="4205273"/>
                  </a:moveTo>
                  <a:lnTo>
                    <a:pt x="1108769" y="3784551"/>
                  </a:lnTo>
                  <a:lnTo>
                    <a:pt x="2217538" y="3363875"/>
                  </a:lnTo>
                  <a:lnTo>
                    <a:pt x="3326308" y="2943304"/>
                  </a:lnTo>
                  <a:lnTo>
                    <a:pt x="4435077" y="2522617"/>
                  </a:lnTo>
                  <a:lnTo>
                    <a:pt x="5543847" y="2102161"/>
                  </a:lnTo>
                  <a:lnTo>
                    <a:pt x="6652616" y="1681590"/>
                  </a:lnTo>
                  <a:lnTo>
                    <a:pt x="7761386" y="1261134"/>
                  </a:lnTo>
                  <a:lnTo>
                    <a:pt x="8870155" y="840679"/>
                  </a:lnTo>
                  <a:lnTo>
                    <a:pt x="9978924" y="420339"/>
                  </a:lnTo>
                  <a:lnTo>
                    <a:pt x="11087694" y="0"/>
                  </a:lnTo>
                </a:path>
              </a:pathLst>
            </a:custGeom>
            <a:ln w="5846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663544" y="1422833"/>
              <a:ext cx="11162665" cy="4274820"/>
            </a:xfrm>
            <a:custGeom>
              <a:avLst/>
              <a:gdLst/>
              <a:ahLst/>
              <a:cxnLst/>
              <a:rect l="l" t="t" r="r" b="b"/>
              <a:pathLst>
                <a:path w="11162665" h="4274820">
                  <a:moveTo>
                    <a:pt x="37257" y="4205261"/>
                  </a:moveTo>
                  <a:lnTo>
                    <a:pt x="37257" y="4274796"/>
                  </a:lnTo>
                </a:path>
                <a:path w="11162665" h="4274820">
                  <a:moveTo>
                    <a:pt x="0" y="4240029"/>
                  </a:moveTo>
                  <a:lnTo>
                    <a:pt x="74514" y="4240029"/>
                  </a:lnTo>
                </a:path>
                <a:path w="11162665" h="4274820">
                  <a:moveTo>
                    <a:pt x="10928" y="4215448"/>
                  </a:moveTo>
                  <a:lnTo>
                    <a:pt x="63585" y="4264621"/>
                  </a:lnTo>
                </a:path>
                <a:path w="11162665" h="4274820">
                  <a:moveTo>
                    <a:pt x="10928" y="4264621"/>
                  </a:moveTo>
                  <a:lnTo>
                    <a:pt x="63585" y="4215448"/>
                  </a:lnTo>
                </a:path>
                <a:path w="11162665" h="4274820">
                  <a:moveTo>
                    <a:pt x="1146026" y="3784562"/>
                  </a:moveTo>
                  <a:lnTo>
                    <a:pt x="1146026" y="3854086"/>
                  </a:lnTo>
                </a:path>
                <a:path w="11162665" h="4274820">
                  <a:moveTo>
                    <a:pt x="1108769" y="3819318"/>
                  </a:moveTo>
                  <a:lnTo>
                    <a:pt x="1183283" y="3819318"/>
                  </a:lnTo>
                </a:path>
                <a:path w="11162665" h="4274820">
                  <a:moveTo>
                    <a:pt x="1119698" y="3794738"/>
                  </a:moveTo>
                  <a:lnTo>
                    <a:pt x="1172354" y="3843899"/>
                  </a:lnTo>
                </a:path>
                <a:path w="11162665" h="4274820">
                  <a:moveTo>
                    <a:pt x="1119698" y="3843899"/>
                  </a:moveTo>
                  <a:lnTo>
                    <a:pt x="1172354" y="3794738"/>
                  </a:lnTo>
                </a:path>
                <a:path w="11162665" h="4274820">
                  <a:moveTo>
                    <a:pt x="2254795" y="3363875"/>
                  </a:moveTo>
                  <a:lnTo>
                    <a:pt x="2254795" y="3433410"/>
                  </a:lnTo>
                </a:path>
                <a:path w="11162665" h="4274820">
                  <a:moveTo>
                    <a:pt x="2217538" y="3398643"/>
                  </a:moveTo>
                  <a:lnTo>
                    <a:pt x="2292052" y="3398643"/>
                  </a:lnTo>
                </a:path>
                <a:path w="11162665" h="4274820">
                  <a:moveTo>
                    <a:pt x="2228467" y="3374074"/>
                  </a:moveTo>
                  <a:lnTo>
                    <a:pt x="2281124" y="3423212"/>
                  </a:lnTo>
                </a:path>
                <a:path w="11162665" h="4274820">
                  <a:moveTo>
                    <a:pt x="2228467" y="3423212"/>
                  </a:moveTo>
                  <a:lnTo>
                    <a:pt x="2281124" y="3374074"/>
                  </a:lnTo>
                </a:path>
                <a:path w="11162665" h="4274820">
                  <a:moveTo>
                    <a:pt x="3363565" y="2943304"/>
                  </a:moveTo>
                  <a:lnTo>
                    <a:pt x="3363565" y="3012839"/>
                  </a:lnTo>
                </a:path>
                <a:path w="11162665" h="4274820">
                  <a:moveTo>
                    <a:pt x="3326308" y="2978071"/>
                  </a:moveTo>
                  <a:lnTo>
                    <a:pt x="3400822" y="2978071"/>
                  </a:lnTo>
                </a:path>
                <a:path w="11162665" h="4274820">
                  <a:moveTo>
                    <a:pt x="3337237" y="2953386"/>
                  </a:moveTo>
                  <a:lnTo>
                    <a:pt x="3389893" y="3002640"/>
                  </a:lnTo>
                </a:path>
                <a:path w="11162665" h="4274820">
                  <a:moveTo>
                    <a:pt x="3337237" y="3002640"/>
                  </a:moveTo>
                  <a:lnTo>
                    <a:pt x="3389893" y="2953386"/>
                  </a:lnTo>
                </a:path>
                <a:path w="11162665" h="4274820">
                  <a:moveTo>
                    <a:pt x="4472334" y="2522617"/>
                  </a:moveTo>
                  <a:lnTo>
                    <a:pt x="4472334" y="2592152"/>
                  </a:lnTo>
                </a:path>
                <a:path w="11162665" h="4274820">
                  <a:moveTo>
                    <a:pt x="4435077" y="2557384"/>
                  </a:moveTo>
                  <a:lnTo>
                    <a:pt x="4509591" y="2557384"/>
                  </a:lnTo>
                </a:path>
                <a:path w="11162665" h="4274820">
                  <a:moveTo>
                    <a:pt x="4446006" y="2532815"/>
                  </a:moveTo>
                  <a:lnTo>
                    <a:pt x="4498663" y="2582069"/>
                  </a:lnTo>
                </a:path>
                <a:path w="11162665" h="4274820">
                  <a:moveTo>
                    <a:pt x="4446006" y="2582069"/>
                  </a:moveTo>
                  <a:lnTo>
                    <a:pt x="4498663" y="2532815"/>
                  </a:lnTo>
                </a:path>
                <a:path w="11162665" h="4274820">
                  <a:moveTo>
                    <a:pt x="5581104" y="2102161"/>
                  </a:moveTo>
                  <a:lnTo>
                    <a:pt x="5581104" y="2171696"/>
                  </a:lnTo>
                </a:path>
                <a:path w="11162665" h="4274820">
                  <a:moveTo>
                    <a:pt x="5543847" y="2136929"/>
                  </a:moveTo>
                  <a:lnTo>
                    <a:pt x="5618361" y="2136929"/>
                  </a:lnTo>
                </a:path>
                <a:path w="11162665" h="4274820">
                  <a:moveTo>
                    <a:pt x="5554775" y="2112244"/>
                  </a:moveTo>
                  <a:lnTo>
                    <a:pt x="5607432" y="2161498"/>
                  </a:lnTo>
                </a:path>
                <a:path w="11162665" h="4274820">
                  <a:moveTo>
                    <a:pt x="5554775" y="2161498"/>
                  </a:moveTo>
                  <a:lnTo>
                    <a:pt x="5607432" y="2112244"/>
                  </a:lnTo>
                </a:path>
                <a:path w="11162665" h="4274820">
                  <a:moveTo>
                    <a:pt x="6689873" y="1681590"/>
                  </a:moveTo>
                  <a:lnTo>
                    <a:pt x="6689873" y="1751125"/>
                  </a:lnTo>
                </a:path>
                <a:path w="11162665" h="4274820">
                  <a:moveTo>
                    <a:pt x="6652616" y="1716357"/>
                  </a:moveTo>
                  <a:lnTo>
                    <a:pt x="6727130" y="1716357"/>
                  </a:lnTo>
                </a:path>
                <a:path w="11162665" h="4274820">
                  <a:moveTo>
                    <a:pt x="6663545" y="1691788"/>
                  </a:moveTo>
                  <a:lnTo>
                    <a:pt x="6716201" y="1740926"/>
                  </a:lnTo>
                </a:path>
                <a:path w="11162665" h="4274820">
                  <a:moveTo>
                    <a:pt x="6663545" y="1740926"/>
                  </a:moveTo>
                  <a:lnTo>
                    <a:pt x="6716201" y="1691788"/>
                  </a:lnTo>
                </a:path>
                <a:path w="11162665" h="4274820">
                  <a:moveTo>
                    <a:pt x="7798643" y="1261134"/>
                  </a:moveTo>
                  <a:lnTo>
                    <a:pt x="7798643" y="1330669"/>
                  </a:lnTo>
                </a:path>
                <a:path w="11162665" h="4274820">
                  <a:moveTo>
                    <a:pt x="7761386" y="1295902"/>
                  </a:moveTo>
                  <a:lnTo>
                    <a:pt x="7835900" y="1295902"/>
                  </a:lnTo>
                </a:path>
                <a:path w="11162665" h="4274820">
                  <a:moveTo>
                    <a:pt x="7772314" y="1271333"/>
                  </a:moveTo>
                  <a:lnTo>
                    <a:pt x="7824971" y="1320471"/>
                  </a:lnTo>
                </a:path>
                <a:path w="11162665" h="4274820">
                  <a:moveTo>
                    <a:pt x="7772314" y="1320471"/>
                  </a:moveTo>
                  <a:lnTo>
                    <a:pt x="7824971" y="1271333"/>
                  </a:lnTo>
                </a:path>
                <a:path w="11162665" h="4274820">
                  <a:moveTo>
                    <a:pt x="8907412" y="840679"/>
                  </a:moveTo>
                  <a:lnTo>
                    <a:pt x="8907412" y="910214"/>
                  </a:lnTo>
                </a:path>
                <a:path w="11162665" h="4274820">
                  <a:moveTo>
                    <a:pt x="8870155" y="875446"/>
                  </a:moveTo>
                  <a:lnTo>
                    <a:pt x="8944669" y="875446"/>
                  </a:lnTo>
                </a:path>
                <a:path w="11162665" h="4274820">
                  <a:moveTo>
                    <a:pt x="8881084" y="850877"/>
                  </a:moveTo>
                  <a:lnTo>
                    <a:pt x="8933740" y="900131"/>
                  </a:lnTo>
                </a:path>
                <a:path w="11162665" h="4274820">
                  <a:moveTo>
                    <a:pt x="8881084" y="900131"/>
                  </a:moveTo>
                  <a:lnTo>
                    <a:pt x="8933740" y="850877"/>
                  </a:lnTo>
                </a:path>
                <a:path w="11162665" h="4274820">
                  <a:moveTo>
                    <a:pt x="10016181" y="420339"/>
                  </a:moveTo>
                  <a:lnTo>
                    <a:pt x="10016181" y="489874"/>
                  </a:lnTo>
                </a:path>
                <a:path w="11162665" h="4274820">
                  <a:moveTo>
                    <a:pt x="9978924" y="455107"/>
                  </a:moveTo>
                  <a:lnTo>
                    <a:pt x="10053438" y="455107"/>
                  </a:lnTo>
                </a:path>
                <a:path w="11162665" h="4274820">
                  <a:moveTo>
                    <a:pt x="9989853" y="430538"/>
                  </a:moveTo>
                  <a:lnTo>
                    <a:pt x="10042510" y="479676"/>
                  </a:lnTo>
                </a:path>
                <a:path w="11162665" h="4274820">
                  <a:moveTo>
                    <a:pt x="9989853" y="479676"/>
                  </a:moveTo>
                  <a:lnTo>
                    <a:pt x="10042510" y="430538"/>
                  </a:lnTo>
                </a:path>
                <a:path w="11162665" h="4274820">
                  <a:moveTo>
                    <a:pt x="11124951" y="0"/>
                  </a:moveTo>
                  <a:lnTo>
                    <a:pt x="11124951" y="69535"/>
                  </a:lnTo>
                </a:path>
                <a:path w="11162665" h="4274820">
                  <a:moveTo>
                    <a:pt x="11087694" y="34767"/>
                  </a:moveTo>
                  <a:lnTo>
                    <a:pt x="11162208" y="34767"/>
                  </a:lnTo>
                </a:path>
                <a:path w="11162665" h="4274820">
                  <a:moveTo>
                    <a:pt x="11098623" y="10198"/>
                  </a:moveTo>
                  <a:lnTo>
                    <a:pt x="11151279" y="59336"/>
                  </a:lnTo>
                </a:path>
                <a:path w="11162665" h="4274820">
                  <a:moveTo>
                    <a:pt x="11098623" y="59336"/>
                  </a:moveTo>
                  <a:lnTo>
                    <a:pt x="11151279" y="10198"/>
                  </a:lnTo>
                </a:path>
              </a:pathLst>
            </a:custGeom>
            <a:ln w="600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700801" y="1037261"/>
              <a:ext cx="11087735" cy="4625975"/>
            </a:xfrm>
            <a:custGeom>
              <a:avLst/>
              <a:gdLst/>
              <a:ahLst/>
              <a:cxnLst/>
              <a:rect l="l" t="t" r="r" b="b"/>
              <a:pathLst>
                <a:path w="11087735" h="4625975">
                  <a:moveTo>
                    <a:pt x="0" y="4625613"/>
                  </a:moveTo>
                  <a:lnTo>
                    <a:pt x="1108769" y="4162833"/>
                  </a:lnTo>
                  <a:lnTo>
                    <a:pt x="2217538" y="3700077"/>
                  </a:lnTo>
                  <a:lnTo>
                    <a:pt x="3326308" y="3237437"/>
                  </a:lnTo>
                  <a:lnTo>
                    <a:pt x="4435077" y="2774797"/>
                  </a:lnTo>
                  <a:lnTo>
                    <a:pt x="5543847" y="2312157"/>
                  </a:lnTo>
                  <a:lnTo>
                    <a:pt x="6652616" y="1849633"/>
                  </a:lnTo>
                  <a:lnTo>
                    <a:pt x="7761386" y="1387224"/>
                  </a:lnTo>
                  <a:lnTo>
                    <a:pt x="8870155" y="924816"/>
                  </a:lnTo>
                  <a:lnTo>
                    <a:pt x="9978924" y="462408"/>
                  </a:lnTo>
                  <a:lnTo>
                    <a:pt x="11087694" y="0"/>
                  </a:lnTo>
                </a:path>
              </a:pathLst>
            </a:custGeom>
            <a:ln w="58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60440" y="5625198"/>
              <a:ext cx="80723" cy="7532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877978" y="4699674"/>
              <a:ext cx="80723" cy="75329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769209" y="5162430"/>
              <a:ext cx="80723" cy="7531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986748" y="4237034"/>
              <a:ext cx="80723" cy="75329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095517" y="3774394"/>
              <a:ext cx="80723" cy="75329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204286" y="3311754"/>
              <a:ext cx="80723" cy="75329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313056" y="2849229"/>
              <a:ext cx="80723" cy="75329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421825" y="2386821"/>
              <a:ext cx="80723" cy="75329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530595" y="1924413"/>
              <a:ext cx="80723" cy="75329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0639364" y="1462004"/>
              <a:ext cx="80723" cy="75329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1748133" y="999596"/>
              <a:ext cx="80723" cy="75329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700801" y="617037"/>
              <a:ext cx="11087735" cy="5046345"/>
            </a:xfrm>
            <a:custGeom>
              <a:avLst/>
              <a:gdLst/>
              <a:ahLst/>
              <a:cxnLst/>
              <a:rect l="l" t="t" r="r" b="b"/>
              <a:pathLst>
                <a:path w="11087735" h="5046345">
                  <a:moveTo>
                    <a:pt x="0" y="5045836"/>
                  </a:moveTo>
                  <a:lnTo>
                    <a:pt x="1108769" y="4540988"/>
                  </a:lnTo>
                  <a:lnTo>
                    <a:pt x="2217538" y="4036164"/>
                  </a:lnTo>
                  <a:lnTo>
                    <a:pt x="3326308" y="3531455"/>
                  </a:lnTo>
                  <a:lnTo>
                    <a:pt x="4435077" y="3026746"/>
                  </a:lnTo>
                  <a:lnTo>
                    <a:pt x="5543847" y="2522153"/>
                  </a:lnTo>
                  <a:lnTo>
                    <a:pt x="6652616" y="2017676"/>
                  </a:lnTo>
                  <a:lnTo>
                    <a:pt x="7761386" y="1513083"/>
                  </a:lnTo>
                  <a:lnTo>
                    <a:pt x="8870155" y="1008722"/>
                  </a:lnTo>
                  <a:lnTo>
                    <a:pt x="9978924" y="504361"/>
                  </a:lnTo>
                  <a:lnTo>
                    <a:pt x="11087694" y="0"/>
                  </a:lnTo>
                </a:path>
              </a:pathLst>
            </a:custGeom>
            <a:ln w="5865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663544" y="582270"/>
              <a:ext cx="11162665" cy="5115560"/>
            </a:xfrm>
            <a:custGeom>
              <a:avLst/>
              <a:gdLst/>
              <a:ahLst/>
              <a:cxnLst/>
              <a:rect l="l" t="t" r="r" b="b"/>
              <a:pathLst>
                <a:path w="11162665" h="5115560">
                  <a:moveTo>
                    <a:pt x="37257" y="5045825"/>
                  </a:moveTo>
                  <a:lnTo>
                    <a:pt x="37257" y="5115360"/>
                  </a:lnTo>
                </a:path>
                <a:path w="11162665" h="5115560">
                  <a:moveTo>
                    <a:pt x="0" y="5080592"/>
                  </a:moveTo>
                  <a:lnTo>
                    <a:pt x="74514" y="5080592"/>
                  </a:lnTo>
                </a:path>
                <a:path w="11162665" h="5115560">
                  <a:moveTo>
                    <a:pt x="1146026" y="4540988"/>
                  </a:moveTo>
                  <a:lnTo>
                    <a:pt x="1146026" y="4610523"/>
                  </a:lnTo>
                </a:path>
                <a:path w="11162665" h="5115560">
                  <a:moveTo>
                    <a:pt x="1108769" y="4575756"/>
                  </a:moveTo>
                  <a:lnTo>
                    <a:pt x="1183283" y="4575756"/>
                  </a:lnTo>
                </a:path>
                <a:path w="11162665" h="5115560">
                  <a:moveTo>
                    <a:pt x="2254795" y="4036164"/>
                  </a:moveTo>
                  <a:lnTo>
                    <a:pt x="2254795" y="4105699"/>
                  </a:lnTo>
                </a:path>
                <a:path w="11162665" h="5115560">
                  <a:moveTo>
                    <a:pt x="2217538" y="4070931"/>
                  </a:moveTo>
                  <a:lnTo>
                    <a:pt x="2292052" y="4070931"/>
                  </a:lnTo>
                </a:path>
                <a:path w="11162665" h="5115560">
                  <a:moveTo>
                    <a:pt x="3363565" y="3531455"/>
                  </a:moveTo>
                  <a:lnTo>
                    <a:pt x="3363565" y="3600990"/>
                  </a:lnTo>
                </a:path>
                <a:path w="11162665" h="5115560">
                  <a:moveTo>
                    <a:pt x="3326308" y="3566222"/>
                  </a:moveTo>
                  <a:lnTo>
                    <a:pt x="3400822" y="3566222"/>
                  </a:lnTo>
                </a:path>
                <a:path w="11162665" h="5115560">
                  <a:moveTo>
                    <a:pt x="4472334" y="3026746"/>
                  </a:moveTo>
                  <a:lnTo>
                    <a:pt x="4472334" y="3096281"/>
                  </a:lnTo>
                </a:path>
                <a:path w="11162665" h="5115560">
                  <a:moveTo>
                    <a:pt x="4435077" y="3061513"/>
                  </a:moveTo>
                  <a:lnTo>
                    <a:pt x="4509591" y="3061513"/>
                  </a:lnTo>
                </a:path>
                <a:path w="11162665" h="5115560">
                  <a:moveTo>
                    <a:pt x="5581104" y="2522153"/>
                  </a:moveTo>
                  <a:lnTo>
                    <a:pt x="5581104" y="2591688"/>
                  </a:lnTo>
                </a:path>
                <a:path w="11162665" h="5115560">
                  <a:moveTo>
                    <a:pt x="5543847" y="2556921"/>
                  </a:moveTo>
                  <a:lnTo>
                    <a:pt x="5618361" y="2556921"/>
                  </a:lnTo>
                </a:path>
                <a:path w="11162665" h="5115560">
                  <a:moveTo>
                    <a:pt x="6689873" y="2017676"/>
                  </a:moveTo>
                  <a:lnTo>
                    <a:pt x="6689873" y="2087211"/>
                  </a:lnTo>
                </a:path>
                <a:path w="11162665" h="5115560">
                  <a:moveTo>
                    <a:pt x="6652616" y="2052443"/>
                  </a:moveTo>
                  <a:lnTo>
                    <a:pt x="6727130" y="2052443"/>
                  </a:lnTo>
                </a:path>
                <a:path w="11162665" h="5115560">
                  <a:moveTo>
                    <a:pt x="7798643" y="1513083"/>
                  </a:moveTo>
                  <a:lnTo>
                    <a:pt x="7798643" y="1582618"/>
                  </a:lnTo>
                </a:path>
                <a:path w="11162665" h="5115560">
                  <a:moveTo>
                    <a:pt x="7761386" y="1547851"/>
                  </a:moveTo>
                  <a:lnTo>
                    <a:pt x="7835900" y="1547851"/>
                  </a:lnTo>
                </a:path>
                <a:path w="11162665" h="5115560">
                  <a:moveTo>
                    <a:pt x="8907412" y="1008722"/>
                  </a:moveTo>
                  <a:lnTo>
                    <a:pt x="8907412" y="1078257"/>
                  </a:lnTo>
                </a:path>
                <a:path w="11162665" h="5115560">
                  <a:moveTo>
                    <a:pt x="8870155" y="1043489"/>
                  </a:moveTo>
                  <a:lnTo>
                    <a:pt x="8944669" y="1043489"/>
                  </a:lnTo>
                </a:path>
                <a:path w="11162665" h="5115560">
                  <a:moveTo>
                    <a:pt x="10016181" y="504361"/>
                  </a:moveTo>
                  <a:lnTo>
                    <a:pt x="10016181" y="573896"/>
                  </a:lnTo>
                </a:path>
                <a:path w="11162665" h="5115560">
                  <a:moveTo>
                    <a:pt x="9978924" y="539128"/>
                  </a:moveTo>
                  <a:lnTo>
                    <a:pt x="10053438" y="539128"/>
                  </a:lnTo>
                </a:path>
                <a:path w="11162665" h="5115560">
                  <a:moveTo>
                    <a:pt x="11124951" y="0"/>
                  </a:moveTo>
                  <a:lnTo>
                    <a:pt x="11124951" y="69535"/>
                  </a:lnTo>
                </a:path>
                <a:path w="11162665" h="5115560">
                  <a:moveTo>
                    <a:pt x="11087694" y="34767"/>
                  </a:moveTo>
                  <a:lnTo>
                    <a:pt x="11162208" y="34767"/>
                  </a:lnTo>
                </a:path>
              </a:pathLst>
            </a:custGeom>
            <a:ln w="600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700801" y="2858848"/>
              <a:ext cx="11087735" cy="2804160"/>
            </a:xfrm>
            <a:custGeom>
              <a:avLst/>
              <a:gdLst/>
              <a:ahLst/>
              <a:cxnLst/>
              <a:rect l="l" t="t" r="r" b="b"/>
              <a:pathLst>
                <a:path w="11087735" h="2804160">
                  <a:moveTo>
                    <a:pt x="0" y="2804025"/>
                  </a:moveTo>
                  <a:lnTo>
                    <a:pt x="1108769" y="2523532"/>
                  </a:lnTo>
                  <a:lnTo>
                    <a:pt x="2217538" y="2243085"/>
                  </a:lnTo>
                  <a:lnTo>
                    <a:pt x="3326308" y="1962627"/>
                  </a:lnTo>
                  <a:lnTo>
                    <a:pt x="4435077" y="1682169"/>
                  </a:lnTo>
                  <a:lnTo>
                    <a:pt x="5543847" y="1401711"/>
                  </a:lnTo>
                  <a:lnTo>
                    <a:pt x="6652616" y="1121369"/>
                  </a:lnTo>
                  <a:lnTo>
                    <a:pt x="7761386" y="841026"/>
                  </a:lnTo>
                  <a:lnTo>
                    <a:pt x="8870155" y="560568"/>
                  </a:lnTo>
                  <a:lnTo>
                    <a:pt x="9978924" y="280226"/>
                  </a:lnTo>
                  <a:lnTo>
                    <a:pt x="11087694" y="0"/>
                  </a:lnTo>
                </a:path>
              </a:pathLst>
            </a:custGeom>
            <a:ln w="581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663544" y="2824081"/>
              <a:ext cx="11162665" cy="2874010"/>
            </a:xfrm>
            <a:custGeom>
              <a:avLst/>
              <a:gdLst/>
              <a:ahLst/>
              <a:cxnLst/>
              <a:rect l="l" t="t" r="r" b="b"/>
              <a:pathLst>
                <a:path w="11162665" h="2874010">
                  <a:moveTo>
                    <a:pt x="37257" y="2804013"/>
                  </a:moveTo>
                  <a:lnTo>
                    <a:pt x="37257" y="2873549"/>
                  </a:lnTo>
                </a:path>
                <a:path w="11162665" h="2874010">
                  <a:moveTo>
                    <a:pt x="0" y="2838781"/>
                  </a:moveTo>
                  <a:lnTo>
                    <a:pt x="74514" y="2838781"/>
                  </a:lnTo>
                </a:path>
                <a:path w="11162665" h="2874010">
                  <a:moveTo>
                    <a:pt x="10928" y="2814200"/>
                  </a:moveTo>
                  <a:lnTo>
                    <a:pt x="63585" y="2863373"/>
                  </a:lnTo>
                </a:path>
                <a:path w="11162665" h="2874010">
                  <a:moveTo>
                    <a:pt x="10928" y="2863373"/>
                  </a:moveTo>
                  <a:lnTo>
                    <a:pt x="63585" y="2814200"/>
                  </a:lnTo>
                </a:path>
                <a:path w="11162665" h="2874010">
                  <a:moveTo>
                    <a:pt x="1146026" y="2523532"/>
                  </a:moveTo>
                  <a:lnTo>
                    <a:pt x="1146026" y="2593067"/>
                  </a:lnTo>
                </a:path>
                <a:path w="11162665" h="2874010">
                  <a:moveTo>
                    <a:pt x="1108769" y="2558300"/>
                  </a:moveTo>
                  <a:lnTo>
                    <a:pt x="1183283" y="2558300"/>
                  </a:lnTo>
                </a:path>
                <a:path w="11162665" h="2874010">
                  <a:moveTo>
                    <a:pt x="1119698" y="2533707"/>
                  </a:moveTo>
                  <a:lnTo>
                    <a:pt x="1172354" y="2582880"/>
                  </a:lnTo>
                </a:path>
                <a:path w="11162665" h="2874010">
                  <a:moveTo>
                    <a:pt x="1119698" y="2582880"/>
                  </a:moveTo>
                  <a:lnTo>
                    <a:pt x="1172354" y="2533707"/>
                  </a:lnTo>
                </a:path>
                <a:path w="11162665" h="2874010">
                  <a:moveTo>
                    <a:pt x="2254795" y="2243085"/>
                  </a:moveTo>
                  <a:lnTo>
                    <a:pt x="2254795" y="2312621"/>
                  </a:lnTo>
                </a:path>
                <a:path w="11162665" h="2874010">
                  <a:moveTo>
                    <a:pt x="2217538" y="2277853"/>
                  </a:moveTo>
                  <a:lnTo>
                    <a:pt x="2292052" y="2277853"/>
                  </a:lnTo>
                </a:path>
                <a:path w="11162665" h="2874010">
                  <a:moveTo>
                    <a:pt x="2228467" y="2253284"/>
                  </a:moveTo>
                  <a:lnTo>
                    <a:pt x="2281124" y="2302422"/>
                  </a:lnTo>
                </a:path>
                <a:path w="11162665" h="2874010">
                  <a:moveTo>
                    <a:pt x="2228467" y="2302422"/>
                  </a:moveTo>
                  <a:lnTo>
                    <a:pt x="2281124" y="2253284"/>
                  </a:lnTo>
                </a:path>
                <a:path w="11162665" h="2874010">
                  <a:moveTo>
                    <a:pt x="3363565" y="1962627"/>
                  </a:moveTo>
                  <a:lnTo>
                    <a:pt x="3363565" y="2032162"/>
                  </a:lnTo>
                </a:path>
                <a:path w="11162665" h="2874010">
                  <a:moveTo>
                    <a:pt x="3326308" y="1997395"/>
                  </a:moveTo>
                  <a:lnTo>
                    <a:pt x="3400822" y="1997395"/>
                  </a:lnTo>
                </a:path>
                <a:path w="11162665" h="2874010">
                  <a:moveTo>
                    <a:pt x="3337237" y="1972826"/>
                  </a:moveTo>
                  <a:lnTo>
                    <a:pt x="3389893" y="2021964"/>
                  </a:lnTo>
                </a:path>
                <a:path w="11162665" h="2874010">
                  <a:moveTo>
                    <a:pt x="3337237" y="2021964"/>
                  </a:moveTo>
                  <a:lnTo>
                    <a:pt x="3389893" y="1972826"/>
                  </a:lnTo>
                </a:path>
                <a:path w="11162665" h="2874010">
                  <a:moveTo>
                    <a:pt x="4472334" y="1682169"/>
                  </a:moveTo>
                  <a:lnTo>
                    <a:pt x="4472334" y="1751704"/>
                  </a:lnTo>
                </a:path>
                <a:path w="11162665" h="2874010">
                  <a:moveTo>
                    <a:pt x="4435077" y="1716937"/>
                  </a:moveTo>
                  <a:lnTo>
                    <a:pt x="4509591" y="1716937"/>
                  </a:lnTo>
                </a:path>
                <a:path w="11162665" h="2874010">
                  <a:moveTo>
                    <a:pt x="4446006" y="1692368"/>
                  </a:moveTo>
                  <a:lnTo>
                    <a:pt x="4498663" y="1741506"/>
                  </a:lnTo>
                </a:path>
                <a:path w="11162665" h="2874010">
                  <a:moveTo>
                    <a:pt x="4446006" y="1741506"/>
                  </a:moveTo>
                  <a:lnTo>
                    <a:pt x="4498663" y="1692368"/>
                  </a:lnTo>
                </a:path>
                <a:path w="11162665" h="2874010">
                  <a:moveTo>
                    <a:pt x="5581104" y="1401711"/>
                  </a:moveTo>
                  <a:lnTo>
                    <a:pt x="5581104" y="1471246"/>
                  </a:lnTo>
                </a:path>
                <a:path w="11162665" h="2874010">
                  <a:moveTo>
                    <a:pt x="5543847" y="1436478"/>
                  </a:moveTo>
                  <a:lnTo>
                    <a:pt x="5618361" y="1436478"/>
                  </a:lnTo>
                </a:path>
                <a:path w="11162665" h="2874010">
                  <a:moveTo>
                    <a:pt x="5554775" y="1411909"/>
                  </a:moveTo>
                  <a:lnTo>
                    <a:pt x="5607432" y="1461048"/>
                  </a:lnTo>
                </a:path>
                <a:path w="11162665" h="2874010">
                  <a:moveTo>
                    <a:pt x="5554775" y="1461048"/>
                  </a:moveTo>
                  <a:lnTo>
                    <a:pt x="5607432" y="1411909"/>
                  </a:lnTo>
                </a:path>
                <a:path w="11162665" h="2874010">
                  <a:moveTo>
                    <a:pt x="6689873" y="1121369"/>
                  </a:moveTo>
                  <a:lnTo>
                    <a:pt x="6689873" y="1190904"/>
                  </a:lnTo>
                </a:path>
                <a:path w="11162665" h="2874010">
                  <a:moveTo>
                    <a:pt x="6652616" y="1156136"/>
                  </a:moveTo>
                  <a:lnTo>
                    <a:pt x="6727130" y="1156136"/>
                  </a:lnTo>
                </a:path>
                <a:path w="11162665" h="2874010">
                  <a:moveTo>
                    <a:pt x="6663545" y="1131567"/>
                  </a:moveTo>
                  <a:lnTo>
                    <a:pt x="6716201" y="1180705"/>
                  </a:lnTo>
                </a:path>
                <a:path w="11162665" h="2874010">
                  <a:moveTo>
                    <a:pt x="6663545" y="1180705"/>
                  </a:moveTo>
                  <a:lnTo>
                    <a:pt x="6716201" y="1131567"/>
                  </a:lnTo>
                </a:path>
                <a:path w="11162665" h="2874010">
                  <a:moveTo>
                    <a:pt x="7798643" y="841026"/>
                  </a:moveTo>
                  <a:lnTo>
                    <a:pt x="7798643" y="910561"/>
                  </a:lnTo>
                </a:path>
                <a:path w="11162665" h="2874010">
                  <a:moveTo>
                    <a:pt x="7761386" y="875794"/>
                  </a:moveTo>
                  <a:lnTo>
                    <a:pt x="7835900" y="875794"/>
                  </a:lnTo>
                </a:path>
                <a:path w="11162665" h="2874010">
                  <a:moveTo>
                    <a:pt x="7772314" y="851109"/>
                  </a:moveTo>
                  <a:lnTo>
                    <a:pt x="7824971" y="900363"/>
                  </a:lnTo>
                </a:path>
                <a:path w="11162665" h="2874010">
                  <a:moveTo>
                    <a:pt x="7772314" y="900363"/>
                  </a:moveTo>
                  <a:lnTo>
                    <a:pt x="7824971" y="851109"/>
                  </a:lnTo>
                </a:path>
                <a:path w="11162665" h="2874010">
                  <a:moveTo>
                    <a:pt x="8907412" y="560568"/>
                  </a:moveTo>
                  <a:lnTo>
                    <a:pt x="8907412" y="630103"/>
                  </a:lnTo>
                </a:path>
                <a:path w="11162665" h="2874010">
                  <a:moveTo>
                    <a:pt x="8870155" y="595336"/>
                  </a:moveTo>
                  <a:lnTo>
                    <a:pt x="8944669" y="595336"/>
                  </a:lnTo>
                </a:path>
                <a:path w="11162665" h="2874010">
                  <a:moveTo>
                    <a:pt x="8881084" y="570767"/>
                  </a:moveTo>
                  <a:lnTo>
                    <a:pt x="8933740" y="620021"/>
                  </a:lnTo>
                </a:path>
                <a:path w="11162665" h="2874010">
                  <a:moveTo>
                    <a:pt x="8881084" y="620021"/>
                  </a:moveTo>
                  <a:lnTo>
                    <a:pt x="8933740" y="570767"/>
                  </a:lnTo>
                </a:path>
                <a:path w="11162665" h="2874010">
                  <a:moveTo>
                    <a:pt x="10016181" y="280226"/>
                  </a:moveTo>
                  <a:lnTo>
                    <a:pt x="10016181" y="349761"/>
                  </a:lnTo>
                </a:path>
                <a:path w="11162665" h="2874010">
                  <a:moveTo>
                    <a:pt x="9978924" y="314993"/>
                  </a:moveTo>
                  <a:lnTo>
                    <a:pt x="10053438" y="314993"/>
                  </a:lnTo>
                </a:path>
                <a:path w="11162665" h="2874010">
                  <a:moveTo>
                    <a:pt x="9989853" y="290424"/>
                  </a:moveTo>
                  <a:lnTo>
                    <a:pt x="10042510" y="339678"/>
                  </a:lnTo>
                </a:path>
                <a:path w="11162665" h="2874010">
                  <a:moveTo>
                    <a:pt x="9989853" y="339678"/>
                  </a:moveTo>
                  <a:lnTo>
                    <a:pt x="10042510" y="290424"/>
                  </a:lnTo>
                </a:path>
                <a:path w="11162665" h="2874010">
                  <a:moveTo>
                    <a:pt x="11124951" y="0"/>
                  </a:moveTo>
                  <a:lnTo>
                    <a:pt x="11124951" y="69535"/>
                  </a:lnTo>
                </a:path>
                <a:path w="11162665" h="2874010">
                  <a:moveTo>
                    <a:pt x="11087694" y="34767"/>
                  </a:moveTo>
                  <a:lnTo>
                    <a:pt x="11162208" y="34767"/>
                  </a:lnTo>
                </a:path>
                <a:path w="11162665" h="2874010">
                  <a:moveTo>
                    <a:pt x="11098623" y="10082"/>
                  </a:moveTo>
                  <a:lnTo>
                    <a:pt x="11151279" y="59336"/>
                  </a:lnTo>
                </a:path>
                <a:path w="11162665" h="2874010">
                  <a:moveTo>
                    <a:pt x="11098623" y="59336"/>
                  </a:moveTo>
                  <a:lnTo>
                    <a:pt x="11151279" y="10082"/>
                  </a:lnTo>
                </a:path>
              </a:pathLst>
            </a:custGeom>
            <a:ln w="600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700801" y="2578506"/>
              <a:ext cx="11087735" cy="3084830"/>
            </a:xfrm>
            <a:custGeom>
              <a:avLst/>
              <a:gdLst/>
              <a:ahLst/>
              <a:cxnLst/>
              <a:rect l="l" t="t" r="r" b="b"/>
              <a:pathLst>
                <a:path w="11087735" h="3084829">
                  <a:moveTo>
                    <a:pt x="0" y="3084367"/>
                  </a:moveTo>
                  <a:lnTo>
                    <a:pt x="1108769" y="2775829"/>
                  </a:lnTo>
                  <a:lnTo>
                    <a:pt x="2217538" y="2467336"/>
                  </a:lnTo>
                  <a:lnTo>
                    <a:pt x="3326308" y="2158832"/>
                  </a:lnTo>
                  <a:lnTo>
                    <a:pt x="4435077" y="1850328"/>
                  </a:lnTo>
                  <a:lnTo>
                    <a:pt x="5543847" y="1541940"/>
                  </a:lnTo>
                  <a:lnTo>
                    <a:pt x="6652616" y="1233436"/>
                  </a:lnTo>
                  <a:lnTo>
                    <a:pt x="7761386" y="925048"/>
                  </a:lnTo>
                  <a:lnTo>
                    <a:pt x="8870155" y="616660"/>
                  </a:lnTo>
                  <a:lnTo>
                    <a:pt x="9978924" y="308272"/>
                  </a:lnTo>
                  <a:lnTo>
                    <a:pt x="11087694" y="0"/>
                  </a:lnTo>
                </a:path>
              </a:pathLst>
            </a:custGeom>
            <a:ln w="58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60440" y="5625198"/>
              <a:ext cx="80723" cy="75329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69209" y="5316659"/>
              <a:ext cx="80723" cy="75329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877978" y="5008178"/>
              <a:ext cx="80723" cy="75329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986748" y="4699674"/>
              <a:ext cx="80723" cy="75329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095517" y="4391170"/>
              <a:ext cx="80723" cy="75329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204286" y="4082782"/>
              <a:ext cx="80723" cy="75329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313056" y="3774278"/>
              <a:ext cx="80723" cy="75329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421825" y="3465890"/>
              <a:ext cx="80723" cy="75329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530595" y="3157502"/>
              <a:ext cx="80723" cy="75329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0639364" y="2849113"/>
              <a:ext cx="80723" cy="75329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1748133" y="2540841"/>
              <a:ext cx="80723" cy="75329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700801" y="2298164"/>
              <a:ext cx="11087735" cy="3364865"/>
            </a:xfrm>
            <a:custGeom>
              <a:avLst/>
              <a:gdLst/>
              <a:ahLst/>
              <a:cxnLst/>
              <a:rect l="l" t="t" r="r" b="b"/>
              <a:pathLst>
                <a:path w="11087735" h="3364865">
                  <a:moveTo>
                    <a:pt x="0" y="3364710"/>
                  </a:moveTo>
                  <a:lnTo>
                    <a:pt x="1108769" y="3028113"/>
                  </a:lnTo>
                  <a:lnTo>
                    <a:pt x="2217538" y="2691587"/>
                  </a:lnTo>
                  <a:lnTo>
                    <a:pt x="3326308" y="2355037"/>
                  </a:lnTo>
                  <a:lnTo>
                    <a:pt x="4435077" y="2018487"/>
                  </a:lnTo>
                  <a:lnTo>
                    <a:pt x="5543847" y="1682053"/>
                  </a:lnTo>
                  <a:lnTo>
                    <a:pt x="6652616" y="1345619"/>
                  </a:lnTo>
                  <a:lnTo>
                    <a:pt x="7761386" y="1009185"/>
                  </a:lnTo>
                  <a:lnTo>
                    <a:pt x="8870155" y="672751"/>
                  </a:lnTo>
                  <a:lnTo>
                    <a:pt x="9978924" y="336433"/>
                  </a:lnTo>
                  <a:lnTo>
                    <a:pt x="11087694" y="0"/>
                  </a:lnTo>
                </a:path>
              </a:pathLst>
            </a:custGeom>
            <a:ln w="5829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663544" y="2263396"/>
              <a:ext cx="11162665" cy="3434715"/>
            </a:xfrm>
            <a:custGeom>
              <a:avLst/>
              <a:gdLst/>
              <a:ahLst/>
              <a:cxnLst/>
              <a:rect l="l" t="t" r="r" b="b"/>
              <a:pathLst>
                <a:path w="11162665" h="3434715">
                  <a:moveTo>
                    <a:pt x="37257" y="3364698"/>
                  </a:moveTo>
                  <a:lnTo>
                    <a:pt x="37257" y="3434233"/>
                  </a:lnTo>
                </a:path>
                <a:path w="11162665" h="3434715">
                  <a:moveTo>
                    <a:pt x="0" y="3399466"/>
                  </a:moveTo>
                  <a:lnTo>
                    <a:pt x="74514" y="3399466"/>
                  </a:lnTo>
                </a:path>
                <a:path w="11162665" h="3434715">
                  <a:moveTo>
                    <a:pt x="1146026" y="3028113"/>
                  </a:moveTo>
                  <a:lnTo>
                    <a:pt x="1146026" y="3097649"/>
                  </a:lnTo>
                </a:path>
                <a:path w="11162665" h="3434715">
                  <a:moveTo>
                    <a:pt x="1108769" y="3062881"/>
                  </a:moveTo>
                  <a:lnTo>
                    <a:pt x="1183283" y="3062881"/>
                  </a:lnTo>
                </a:path>
                <a:path w="11162665" h="3434715">
                  <a:moveTo>
                    <a:pt x="2254795" y="2691587"/>
                  </a:moveTo>
                  <a:lnTo>
                    <a:pt x="2254795" y="2761122"/>
                  </a:lnTo>
                </a:path>
                <a:path w="11162665" h="3434715">
                  <a:moveTo>
                    <a:pt x="2217538" y="2726354"/>
                  </a:moveTo>
                  <a:lnTo>
                    <a:pt x="2292052" y="2726354"/>
                  </a:lnTo>
                </a:path>
                <a:path w="11162665" h="3434715">
                  <a:moveTo>
                    <a:pt x="3363565" y="2355037"/>
                  </a:moveTo>
                  <a:lnTo>
                    <a:pt x="3363565" y="2424572"/>
                  </a:lnTo>
                </a:path>
                <a:path w="11162665" h="3434715">
                  <a:moveTo>
                    <a:pt x="3326308" y="2389805"/>
                  </a:moveTo>
                  <a:lnTo>
                    <a:pt x="3400822" y="2389805"/>
                  </a:lnTo>
                </a:path>
                <a:path w="11162665" h="3434715">
                  <a:moveTo>
                    <a:pt x="4472334" y="2018487"/>
                  </a:moveTo>
                  <a:lnTo>
                    <a:pt x="4472334" y="2088022"/>
                  </a:lnTo>
                </a:path>
                <a:path w="11162665" h="3434715">
                  <a:moveTo>
                    <a:pt x="4435077" y="2053255"/>
                  </a:moveTo>
                  <a:lnTo>
                    <a:pt x="4509591" y="2053255"/>
                  </a:lnTo>
                </a:path>
                <a:path w="11162665" h="3434715">
                  <a:moveTo>
                    <a:pt x="5581104" y="1682053"/>
                  </a:moveTo>
                  <a:lnTo>
                    <a:pt x="5581104" y="1751588"/>
                  </a:lnTo>
                </a:path>
                <a:path w="11162665" h="3434715">
                  <a:moveTo>
                    <a:pt x="5543847" y="1716821"/>
                  </a:moveTo>
                  <a:lnTo>
                    <a:pt x="5618361" y="1716821"/>
                  </a:lnTo>
                </a:path>
                <a:path w="11162665" h="3434715">
                  <a:moveTo>
                    <a:pt x="6689873" y="1345619"/>
                  </a:moveTo>
                  <a:lnTo>
                    <a:pt x="6689873" y="1415154"/>
                  </a:lnTo>
                </a:path>
                <a:path w="11162665" h="3434715">
                  <a:moveTo>
                    <a:pt x="6652616" y="1380387"/>
                  </a:moveTo>
                  <a:lnTo>
                    <a:pt x="6727130" y="1380387"/>
                  </a:lnTo>
                </a:path>
                <a:path w="11162665" h="3434715">
                  <a:moveTo>
                    <a:pt x="7798643" y="1009185"/>
                  </a:moveTo>
                  <a:lnTo>
                    <a:pt x="7798643" y="1078720"/>
                  </a:lnTo>
                </a:path>
                <a:path w="11162665" h="3434715">
                  <a:moveTo>
                    <a:pt x="7761386" y="1043953"/>
                  </a:moveTo>
                  <a:lnTo>
                    <a:pt x="7835900" y="1043953"/>
                  </a:lnTo>
                </a:path>
                <a:path w="11162665" h="3434715">
                  <a:moveTo>
                    <a:pt x="8907412" y="672751"/>
                  </a:moveTo>
                  <a:lnTo>
                    <a:pt x="8907412" y="742287"/>
                  </a:lnTo>
                </a:path>
                <a:path w="11162665" h="3434715">
                  <a:moveTo>
                    <a:pt x="8870155" y="707519"/>
                  </a:moveTo>
                  <a:lnTo>
                    <a:pt x="8944669" y="707519"/>
                  </a:lnTo>
                </a:path>
                <a:path w="11162665" h="3434715">
                  <a:moveTo>
                    <a:pt x="10016181" y="336433"/>
                  </a:moveTo>
                  <a:lnTo>
                    <a:pt x="10016181" y="405969"/>
                  </a:lnTo>
                </a:path>
                <a:path w="11162665" h="3434715">
                  <a:moveTo>
                    <a:pt x="9978924" y="371201"/>
                  </a:moveTo>
                  <a:lnTo>
                    <a:pt x="10053438" y="371201"/>
                  </a:lnTo>
                </a:path>
                <a:path w="11162665" h="3434715">
                  <a:moveTo>
                    <a:pt x="11124951" y="0"/>
                  </a:moveTo>
                  <a:lnTo>
                    <a:pt x="11124951" y="69535"/>
                  </a:lnTo>
                </a:path>
                <a:path w="11162665" h="3434715">
                  <a:moveTo>
                    <a:pt x="11087694" y="34767"/>
                  </a:moveTo>
                  <a:lnTo>
                    <a:pt x="11162208" y="34767"/>
                  </a:lnTo>
                </a:path>
              </a:pathLst>
            </a:custGeom>
            <a:ln w="600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2228340" y="1455978"/>
              <a:ext cx="1885314" cy="591185"/>
            </a:xfrm>
            <a:custGeom>
              <a:avLst/>
              <a:gdLst/>
              <a:ahLst/>
              <a:cxnLst/>
              <a:rect l="l" t="t" r="r" b="b"/>
              <a:pathLst>
                <a:path w="1885314" h="591185">
                  <a:moveTo>
                    <a:pt x="1885206" y="0"/>
                  </a:moveTo>
                  <a:lnTo>
                    <a:pt x="0" y="0"/>
                  </a:lnTo>
                  <a:lnTo>
                    <a:pt x="0" y="591048"/>
                  </a:lnTo>
                  <a:lnTo>
                    <a:pt x="1885206" y="591048"/>
                  </a:lnTo>
                  <a:lnTo>
                    <a:pt x="18852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2671326" y="1518444"/>
              <a:ext cx="1397000" cy="127000"/>
            </a:xfrm>
            <a:custGeom>
              <a:avLst/>
              <a:gdLst/>
              <a:ahLst/>
              <a:cxnLst/>
              <a:rect l="l" t="t" r="r" b="b"/>
              <a:pathLst>
                <a:path w="1397000" h="127000">
                  <a:moveTo>
                    <a:pt x="12930" y="66290"/>
                  </a:moveTo>
                  <a:lnTo>
                    <a:pt x="11480" y="66290"/>
                  </a:lnTo>
                  <a:lnTo>
                    <a:pt x="0" y="67217"/>
                  </a:lnTo>
                  <a:lnTo>
                    <a:pt x="26949" y="98623"/>
                  </a:lnTo>
                  <a:lnTo>
                    <a:pt x="34773" y="99898"/>
                  </a:lnTo>
                  <a:lnTo>
                    <a:pt x="51538" y="99898"/>
                  </a:lnTo>
                  <a:lnTo>
                    <a:pt x="58120" y="98623"/>
                  </a:lnTo>
                  <a:lnTo>
                    <a:pt x="70043" y="93524"/>
                  </a:lnTo>
                  <a:lnTo>
                    <a:pt x="74514" y="90047"/>
                  </a:lnTo>
                  <a:lnTo>
                    <a:pt x="75628" y="88425"/>
                  </a:lnTo>
                  <a:lnTo>
                    <a:pt x="37629" y="88425"/>
                  </a:lnTo>
                  <a:lnTo>
                    <a:pt x="32289" y="87498"/>
                  </a:lnTo>
                  <a:lnTo>
                    <a:pt x="27570" y="85528"/>
                  </a:lnTo>
                  <a:lnTo>
                    <a:pt x="22850" y="83673"/>
                  </a:lnTo>
                  <a:lnTo>
                    <a:pt x="19373" y="81124"/>
                  </a:lnTo>
                  <a:lnTo>
                    <a:pt x="17138" y="77995"/>
                  </a:lnTo>
                  <a:lnTo>
                    <a:pt x="14902" y="74981"/>
                  </a:lnTo>
                  <a:lnTo>
                    <a:pt x="13536" y="70925"/>
                  </a:lnTo>
                  <a:lnTo>
                    <a:pt x="13052" y="67217"/>
                  </a:lnTo>
                  <a:lnTo>
                    <a:pt x="12930" y="66290"/>
                  </a:lnTo>
                  <a:close/>
                </a:path>
                <a:path w="1397000" h="127000">
                  <a:moveTo>
                    <a:pt x="48061" y="0"/>
                  </a:moveTo>
                  <a:lnTo>
                    <a:pt x="33407" y="0"/>
                  </a:lnTo>
                  <a:lnTo>
                    <a:pt x="26369" y="1158"/>
                  </a:lnTo>
                  <a:lnTo>
                    <a:pt x="26772" y="1158"/>
                  </a:lnTo>
                  <a:lnTo>
                    <a:pt x="15647" y="5446"/>
                  </a:lnTo>
                  <a:lnTo>
                    <a:pt x="3974" y="21787"/>
                  </a:lnTo>
                  <a:lnTo>
                    <a:pt x="3974" y="31059"/>
                  </a:lnTo>
                  <a:lnTo>
                    <a:pt x="5091" y="34999"/>
                  </a:lnTo>
                  <a:lnTo>
                    <a:pt x="7575" y="38591"/>
                  </a:lnTo>
                  <a:lnTo>
                    <a:pt x="9935" y="42184"/>
                  </a:lnTo>
                  <a:lnTo>
                    <a:pt x="13660" y="45197"/>
                  </a:lnTo>
                  <a:lnTo>
                    <a:pt x="22478" y="49485"/>
                  </a:lnTo>
                  <a:lnTo>
                    <a:pt x="29060" y="51571"/>
                  </a:lnTo>
                  <a:lnTo>
                    <a:pt x="48185" y="55743"/>
                  </a:lnTo>
                  <a:lnTo>
                    <a:pt x="54271" y="57366"/>
                  </a:lnTo>
                  <a:lnTo>
                    <a:pt x="57003" y="58409"/>
                  </a:lnTo>
                  <a:lnTo>
                    <a:pt x="61349" y="59916"/>
                  </a:lnTo>
                  <a:lnTo>
                    <a:pt x="64454" y="61770"/>
                  </a:lnTo>
                  <a:lnTo>
                    <a:pt x="66317" y="64088"/>
                  </a:lnTo>
                  <a:lnTo>
                    <a:pt x="68304" y="66290"/>
                  </a:lnTo>
                  <a:lnTo>
                    <a:pt x="69173" y="68955"/>
                  </a:lnTo>
                  <a:lnTo>
                    <a:pt x="69173" y="74981"/>
                  </a:lnTo>
                  <a:lnTo>
                    <a:pt x="68180" y="77763"/>
                  </a:lnTo>
                  <a:lnTo>
                    <a:pt x="66317" y="80313"/>
                  </a:lnTo>
                  <a:lnTo>
                    <a:pt x="64330" y="82862"/>
                  </a:lnTo>
                  <a:lnTo>
                    <a:pt x="61349" y="84832"/>
                  </a:lnTo>
                  <a:lnTo>
                    <a:pt x="57375" y="86223"/>
                  </a:lnTo>
                  <a:lnTo>
                    <a:pt x="53277" y="87730"/>
                  </a:lnTo>
                  <a:lnTo>
                    <a:pt x="48682" y="88425"/>
                  </a:lnTo>
                  <a:lnTo>
                    <a:pt x="75628" y="88425"/>
                  </a:lnTo>
                  <a:lnTo>
                    <a:pt x="77618" y="85528"/>
                  </a:lnTo>
                  <a:lnTo>
                    <a:pt x="80847" y="80892"/>
                  </a:lnTo>
                  <a:lnTo>
                    <a:pt x="82462" y="76140"/>
                  </a:lnTo>
                  <a:lnTo>
                    <a:pt x="82462" y="65826"/>
                  </a:lnTo>
                  <a:lnTo>
                    <a:pt x="80971" y="61190"/>
                  </a:lnTo>
                  <a:lnTo>
                    <a:pt x="78199" y="57366"/>
                  </a:lnTo>
                  <a:lnTo>
                    <a:pt x="75259" y="53194"/>
                  </a:lnTo>
                  <a:lnTo>
                    <a:pt x="70788" y="49949"/>
                  </a:lnTo>
                  <a:lnTo>
                    <a:pt x="64703" y="47399"/>
                  </a:lnTo>
                  <a:lnTo>
                    <a:pt x="60604" y="45545"/>
                  </a:lnTo>
                  <a:lnTo>
                    <a:pt x="52904" y="43575"/>
                  </a:lnTo>
                  <a:lnTo>
                    <a:pt x="41852" y="41141"/>
                  </a:lnTo>
                  <a:lnTo>
                    <a:pt x="30674" y="38823"/>
                  </a:lnTo>
                  <a:lnTo>
                    <a:pt x="23844" y="36505"/>
                  </a:lnTo>
                  <a:lnTo>
                    <a:pt x="21112" y="34303"/>
                  </a:lnTo>
                  <a:lnTo>
                    <a:pt x="18504" y="32102"/>
                  </a:lnTo>
                  <a:lnTo>
                    <a:pt x="17138" y="29204"/>
                  </a:lnTo>
                  <a:lnTo>
                    <a:pt x="17138" y="21787"/>
                  </a:lnTo>
                  <a:lnTo>
                    <a:pt x="19001" y="18310"/>
                  </a:lnTo>
                  <a:lnTo>
                    <a:pt x="22850" y="15529"/>
                  </a:lnTo>
                  <a:lnTo>
                    <a:pt x="26278" y="12863"/>
                  </a:lnTo>
                  <a:lnTo>
                    <a:pt x="25562" y="12863"/>
                  </a:lnTo>
                  <a:lnTo>
                    <a:pt x="32662" y="11241"/>
                  </a:lnTo>
                  <a:lnTo>
                    <a:pt x="72566" y="11241"/>
                  </a:lnTo>
                  <a:lnTo>
                    <a:pt x="71036" y="9155"/>
                  </a:lnTo>
                  <a:lnTo>
                    <a:pt x="66565" y="5678"/>
                  </a:lnTo>
                  <a:lnTo>
                    <a:pt x="60728" y="3360"/>
                  </a:lnTo>
                  <a:lnTo>
                    <a:pt x="54767" y="1158"/>
                  </a:lnTo>
                  <a:lnTo>
                    <a:pt x="48061" y="0"/>
                  </a:lnTo>
                  <a:close/>
                </a:path>
                <a:path w="1397000" h="127000">
                  <a:moveTo>
                    <a:pt x="72566" y="11241"/>
                  </a:moveTo>
                  <a:lnTo>
                    <a:pt x="48930" y="11241"/>
                  </a:lnTo>
                  <a:lnTo>
                    <a:pt x="55350" y="12863"/>
                  </a:lnTo>
                  <a:lnTo>
                    <a:pt x="55043" y="12863"/>
                  </a:lnTo>
                  <a:lnTo>
                    <a:pt x="63088" y="19006"/>
                  </a:lnTo>
                  <a:lnTo>
                    <a:pt x="65448" y="23641"/>
                  </a:lnTo>
                  <a:lnTo>
                    <a:pt x="66080" y="28857"/>
                  </a:lnTo>
                  <a:lnTo>
                    <a:pt x="66193" y="29784"/>
                  </a:lnTo>
                  <a:lnTo>
                    <a:pt x="79357" y="28857"/>
                  </a:lnTo>
                  <a:lnTo>
                    <a:pt x="79129" y="23641"/>
                  </a:lnTo>
                  <a:lnTo>
                    <a:pt x="79109" y="23178"/>
                  </a:lnTo>
                  <a:lnTo>
                    <a:pt x="77449" y="18310"/>
                  </a:lnTo>
                  <a:lnTo>
                    <a:pt x="77370" y="18079"/>
                  </a:lnTo>
                  <a:lnTo>
                    <a:pt x="74265" y="13559"/>
                  </a:lnTo>
                  <a:lnTo>
                    <a:pt x="72566" y="11241"/>
                  </a:lnTo>
                  <a:close/>
                </a:path>
                <a:path w="1397000" h="127000">
                  <a:moveTo>
                    <a:pt x="140831" y="26655"/>
                  </a:moveTo>
                  <a:lnTo>
                    <a:pt x="126301" y="26655"/>
                  </a:lnTo>
                  <a:lnTo>
                    <a:pt x="120340" y="28045"/>
                  </a:lnTo>
                  <a:lnTo>
                    <a:pt x="109287" y="33724"/>
                  </a:lnTo>
                  <a:lnTo>
                    <a:pt x="105189" y="38012"/>
                  </a:lnTo>
                  <a:lnTo>
                    <a:pt x="102581" y="43691"/>
                  </a:lnTo>
                  <a:lnTo>
                    <a:pt x="99848" y="49369"/>
                  </a:lnTo>
                  <a:lnTo>
                    <a:pt x="98482" y="55975"/>
                  </a:lnTo>
                  <a:lnTo>
                    <a:pt x="98482" y="63508"/>
                  </a:lnTo>
                  <a:lnTo>
                    <a:pt x="99066" y="71767"/>
                  </a:lnTo>
                  <a:lnTo>
                    <a:pt x="100724" y="78574"/>
                  </a:lnTo>
                  <a:lnTo>
                    <a:pt x="100826" y="78994"/>
                  </a:lnTo>
                  <a:lnTo>
                    <a:pt x="132635" y="99782"/>
                  </a:lnTo>
                  <a:lnTo>
                    <a:pt x="140831" y="99782"/>
                  </a:lnTo>
                  <a:lnTo>
                    <a:pt x="147786" y="97580"/>
                  </a:lnTo>
                  <a:lnTo>
                    <a:pt x="153374" y="93061"/>
                  </a:lnTo>
                  <a:lnTo>
                    <a:pt x="157007" y="90047"/>
                  </a:lnTo>
                  <a:lnTo>
                    <a:pt x="126301" y="90047"/>
                  </a:lnTo>
                  <a:lnTo>
                    <a:pt x="121209" y="87961"/>
                  </a:lnTo>
                  <a:lnTo>
                    <a:pt x="113509" y="79385"/>
                  </a:lnTo>
                  <a:lnTo>
                    <a:pt x="111646" y="72548"/>
                  </a:lnTo>
                  <a:lnTo>
                    <a:pt x="111646" y="53889"/>
                  </a:lnTo>
                  <a:lnTo>
                    <a:pt x="113633" y="47167"/>
                  </a:lnTo>
                  <a:lnTo>
                    <a:pt x="121582" y="38591"/>
                  </a:lnTo>
                  <a:lnTo>
                    <a:pt x="126798" y="36390"/>
                  </a:lnTo>
                  <a:lnTo>
                    <a:pt x="157999" y="36390"/>
                  </a:lnTo>
                  <a:lnTo>
                    <a:pt x="152753" y="32449"/>
                  </a:lnTo>
                  <a:lnTo>
                    <a:pt x="147537" y="28625"/>
                  </a:lnTo>
                  <a:lnTo>
                    <a:pt x="140831" y="26655"/>
                  </a:lnTo>
                  <a:close/>
                </a:path>
                <a:path w="1397000" h="127000">
                  <a:moveTo>
                    <a:pt x="151387" y="72548"/>
                  </a:moveTo>
                  <a:lnTo>
                    <a:pt x="150518" y="78574"/>
                  </a:lnTo>
                  <a:lnTo>
                    <a:pt x="148407" y="82978"/>
                  </a:lnTo>
                  <a:lnTo>
                    <a:pt x="145054" y="85759"/>
                  </a:lnTo>
                  <a:lnTo>
                    <a:pt x="141700" y="88657"/>
                  </a:lnTo>
                  <a:lnTo>
                    <a:pt x="137478" y="90047"/>
                  </a:lnTo>
                  <a:lnTo>
                    <a:pt x="157007" y="90047"/>
                  </a:lnTo>
                  <a:lnTo>
                    <a:pt x="158963" y="88425"/>
                  </a:lnTo>
                  <a:lnTo>
                    <a:pt x="162564" y="82167"/>
                  </a:lnTo>
                  <a:lnTo>
                    <a:pt x="163930" y="74170"/>
                  </a:lnTo>
                  <a:lnTo>
                    <a:pt x="151387" y="72548"/>
                  </a:lnTo>
                  <a:close/>
                </a:path>
                <a:path w="1397000" h="127000">
                  <a:moveTo>
                    <a:pt x="157916" y="36390"/>
                  </a:moveTo>
                  <a:lnTo>
                    <a:pt x="137478" y="36390"/>
                  </a:lnTo>
                  <a:lnTo>
                    <a:pt x="141079" y="37548"/>
                  </a:lnTo>
                  <a:lnTo>
                    <a:pt x="144060" y="39982"/>
                  </a:lnTo>
                  <a:lnTo>
                    <a:pt x="147041" y="42300"/>
                  </a:lnTo>
                  <a:lnTo>
                    <a:pt x="149152" y="45893"/>
                  </a:lnTo>
                  <a:lnTo>
                    <a:pt x="150270" y="50528"/>
                  </a:lnTo>
                  <a:lnTo>
                    <a:pt x="162689" y="48790"/>
                  </a:lnTo>
                  <a:lnTo>
                    <a:pt x="161320" y="42300"/>
                  </a:lnTo>
                  <a:lnTo>
                    <a:pt x="161198" y="41721"/>
                  </a:lnTo>
                  <a:lnTo>
                    <a:pt x="157916" y="36390"/>
                  </a:lnTo>
                  <a:close/>
                </a:path>
                <a:path w="1397000" h="127000">
                  <a:moveTo>
                    <a:pt x="235138" y="36505"/>
                  </a:moveTo>
                  <a:lnTo>
                    <a:pt x="213234" y="36505"/>
                  </a:lnTo>
                  <a:lnTo>
                    <a:pt x="218077" y="37780"/>
                  </a:lnTo>
                  <a:lnTo>
                    <a:pt x="221306" y="40446"/>
                  </a:lnTo>
                  <a:lnTo>
                    <a:pt x="223666" y="42532"/>
                  </a:lnTo>
                  <a:lnTo>
                    <a:pt x="224908" y="45893"/>
                  </a:lnTo>
                  <a:lnTo>
                    <a:pt x="224784" y="53773"/>
                  </a:lnTo>
                  <a:lnTo>
                    <a:pt x="219940" y="55396"/>
                  </a:lnTo>
                  <a:lnTo>
                    <a:pt x="212489" y="56786"/>
                  </a:lnTo>
                  <a:lnTo>
                    <a:pt x="197089" y="58525"/>
                  </a:lnTo>
                  <a:lnTo>
                    <a:pt x="193364" y="59104"/>
                  </a:lnTo>
                  <a:lnTo>
                    <a:pt x="190880" y="59684"/>
                  </a:lnTo>
                  <a:lnTo>
                    <a:pt x="187527" y="60611"/>
                  </a:lnTo>
                  <a:lnTo>
                    <a:pt x="184422" y="61886"/>
                  </a:lnTo>
                  <a:lnTo>
                    <a:pt x="181690" y="63624"/>
                  </a:lnTo>
                  <a:lnTo>
                    <a:pt x="178957" y="65247"/>
                  </a:lnTo>
                  <a:lnTo>
                    <a:pt x="176846" y="67564"/>
                  </a:lnTo>
                  <a:lnTo>
                    <a:pt x="175108" y="70346"/>
                  </a:lnTo>
                  <a:lnTo>
                    <a:pt x="173493" y="73243"/>
                  </a:lnTo>
                  <a:lnTo>
                    <a:pt x="172624" y="76372"/>
                  </a:lnTo>
                  <a:lnTo>
                    <a:pt x="172624" y="85644"/>
                  </a:lnTo>
                  <a:lnTo>
                    <a:pt x="174478" y="89584"/>
                  </a:lnTo>
                  <a:lnTo>
                    <a:pt x="174587" y="89816"/>
                  </a:lnTo>
                  <a:lnTo>
                    <a:pt x="174995" y="90511"/>
                  </a:lnTo>
                  <a:lnTo>
                    <a:pt x="183677" y="97928"/>
                  </a:lnTo>
                  <a:lnTo>
                    <a:pt x="190010" y="99782"/>
                  </a:lnTo>
                  <a:lnTo>
                    <a:pt x="203299" y="99782"/>
                  </a:lnTo>
                  <a:lnTo>
                    <a:pt x="224722" y="90511"/>
                  </a:lnTo>
                  <a:lnTo>
                    <a:pt x="196344" y="90511"/>
                  </a:lnTo>
                  <a:lnTo>
                    <a:pt x="193032" y="89584"/>
                  </a:lnTo>
                  <a:lnTo>
                    <a:pt x="192763" y="89584"/>
                  </a:lnTo>
                  <a:lnTo>
                    <a:pt x="190155" y="87498"/>
                  </a:lnTo>
                  <a:lnTo>
                    <a:pt x="187527" y="85296"/>
                  </a:lnTo>
                  <a:lnTo>
                    <a:pt x="186220" y="82746"/>
                  </a:lnTo>
                  <a:lnTo>
                    <a:pt x="186160" y="77415"/>
                  </a:lnTo>
                  <a:lnTo>
                    <a:pt x="186781" y="75561"/>
                  </a:lnTo>
                  <a:lnTo>
                    <a:pt x="187899" y="73823"/>
                  </a:lnTo>
                  <a:lnTo>
                    <a:pt x="189141" y="72084"/>
                  </a:lnTo>
                  <a:lnTo>
                    <a:pt x="190756" y="70809"/>
                  </a:lnTo>
                  <a:lnTo>
                    <a:pt x="192991" y="69998"/>
                  </a:lnTo>
                  <a:lnTo>
                    <a:pt x="195102" y="69071"/>
                  </a:lnTo>
                  <a:lnTo>
                    <a:pt x="198828" y="68260"/>
                  </a:lnTo>
                  <a:lnTo>
                    <a:pt x="213358" y="66406"/>
                  </a:lnTo>
                  <a:lnTo>
                    <a:pt x="220189" y="64899"/>
                  </a:lnTo>
                  <a:lnTo>
                    <a:pt x="224784" y="63161"/>
                  </a:lnTo>
                  <a:lnTo>
                    <a:pt x="237699" y="63161"/>
                  </a:lnTo>
                  <a:lnTo>
                    <a:pt x="237699" y="47863"/>
                  </a:lnTo>
                  <a:lnTo>
                    <a:pt x="236333" y="38939"/>
                  </a:lnTo>
                  <a:lnTo>
                    <a:pt x="235138" y="36505"/>
                  </a:lnTo>
                  <a:close/>
                </a:path>
                <a:path w="1397000" h="127000">
                  <a:moveTo>
                    <a:pt x="238519" y="89584"/>
                  </a:moveTo>
                  <a:lnTo>
                    <a:pt x="225901" y="89584"/>
                  </a:lnTo>
                  <a:lnTo>
                    <a:pt x="226248" y="92713"/>
                  </a:lnTo>
                  <a:lnTo>
                    <a:pt x="226274" y="92945"/>
                  </a:lnTo>
                  <a:lnTo>
                    <a:pt x="227074" y="95610"/>
                  </a:lnTo>
                  <a:lnTo>
                    <a:pt x="227202" y="95958"/>
                  </a:lnTo>
                  <a:lnTo>
                    <a:pt x="228385" y="98276"/>
                  </a:lnTo>
                  <a:lnTo>
                    <a:pt x="241673" y="98276"/>
                  </a:lnTo>
                  <a:lnTo>
                    <a:pt x="240183" y="95610"/>
                  </a:lnTo>
                  <a:lnTo>
                    <a:pt x="239155" y="92945"/>
                  </a:lnTo>
                  <a:lnTo>
                    <a:pt x="239065" y="92713"/>
                  </a:lnTo>
                  <a:lnTo>
                    <a:pt x="238688" y="90511"/>
                  </a:lnTo>
                  <a:lnTo>
                    <a:pt x="238569" y="89816"/>
                  </a:lnTo>
                  <a:lnTo>
                    <a:pt x="238519" y="89584"/>
                  </a:lnTo>
                  <a:close/>
                </a:path>
                <a:path w="1397000" h="127000">
                  <a:moveTo>
                    <a:pt x="237699" y="63161"/>
                  </a:moveTo>
                  <a:lnTo>
                    <a:pt x="224784" y="63161"/>
                  </a:lnTo>
                  <a:lnTo>
                    <a:pt x="224692" y="73243"/>
                  </a:lnTo>
                  <a:lnTo>
                    <a:pt x="224199" y="76372"/>
                  </a:lnTo>
                  <a:lnTo>
                    <a:pt x="214352" y="87498"/>
                  </a:lnTo>
                  <a:lnTo>
                    <a:pt x="210626" y="89584"/>
                  </a:lnTo>
                  <a:lnTo>
                    <a:pt x="206155" y="90511"/>
                  </a:lnTo>
                  <a:lnTo>
                    <a:pt x="224722" y="90511"/>
                  </a:lnTo>
                  <a:lnTo>
                    <a:pt x="225901" y="89584"/>
                  </a:lnTo>
                  <a:lnTo>
                    <a:pt x="238519" y="89584"/>
                  </a:lnTo>
                  <a:lnTo>
                    <a:pt x="238072" y="87498"/>
                  </a:lnTo>
                  <a:lnTo>
                    <a:pt x="237948" y="86918"/>
                  </a:lnTo>
                  <a:lnTo>
                    <a:pt x="237890" y="85296"/>
                  </a:lnTo>
                  <a:lnTo>
                    <a:pt x="237799" y="82746"/>
                  </a:lnTo>
                  <a:lnTo>
                    <a:pt x="237699" y="63161"/>
                  </a:lnTo>
                  <a:close/>
                </a:path>
                <a:path w="1397000" h="127000">
                  <a:moveTo>
                    <a:pt x="215097" y="26655"/>
                  </a:moveTo>
                  <a:lnTo>
                    <a:pt x="202181" y="26655"/>
                  </a:lnTo>
                  <a:lnTo>
                    <a:pt x="196592" y="27466"/>
                  </a:lnTo>
                  <a:lnTo>
                    <a:pt x="174859" y="48210"/>
                  </a:lnTo>
                  <a:lnTo>
                    <a:pt x="187278" y="49833"/>
                  </a:lnTo>
                  <a:lnTo>
                    <a:pt x="188644" y="44850"/>
                  </a:lnTo>
                  <a:lnTo>
                    <a:pt x="190756" y="41373"/>
                  </a:lnTo>
                  <a:lnTo>
                    <a:pt x="196468" y="37433"/>
                  </a:lnTo>
                  <a:lnTo>
                    <a:pt x="200815" y="36505"/>
                  </a:lnTo>
                  <a:lnTo>
                    <a:pt x="235138" y="36505"/>
                  </a:lnTo>
                  <a:lnTo>
                    <a:pt x="234967" y="36158"/>
                  </a:lnTo>
                  <a:lnTo>
                    <a:pt x="231242" y="31986"/>
                  </a:lnTo>
                  <a:lnTo>
                    <a:pt x="228261" y="30131"/>
                  </a:lnTo>
                  <a:lnTo>
                    <a:pt x="220644" y="27466"/>
                  </a:lnTo>
                  <a:lnTo>
                    <a:pt x="221182" y="27466"/>
                  </a:lnTo>
                  <a:lnTo>
                    <a:pt x="215097" y="26655"/>
                  </a:lnTo>
                  <a:close/>
                </a:path>
                <a:path w="1397000" h="127000">
                  <a:moveTo>
                    <a:pt x="272224" y="1622"/>
                  </a:moveTo>
                  <a:lnTo>
                    <a:pt x="259557" y="1622"/>
                  </a:lnTo>
                  <a:lnTo>
                    <a:pt x="259557" y="98276"/>
                  </a:lnTo>
                  <a:lnTo>
                    <a:pt x="272224" y="98276"/>
                  </a:lnTo>
                  <a:lnTo>
                    <a:pt x="272224" y="1622"/>
                  </a:lnTo>
                  <a:close/>
                </a:path>
                <a:path w="1397000" h="127000">
                  <a:moveTo>
                    <a:pt x="305756" y="1622"/>
                  </a:moveTo>
                  <a:lnTo>
                    <a:pt x="292964" y="1622"/>
                  </a:lnTo>
                  <a:lnTo>
                    <a:pt x="292964" y="15297"/>
                  </a:lnTo>
                  <a:lnTo>
                    <a:pt x="305756" y="15297"/>
                  </a:lnTo>
                  <a:lnTo>
                    <a:pt x="305756" y="1622"/>
                  </a:lnTo>
                  <a:close/>
                </a:path>
                <a:path w="1397000" h="127000">
                  <a:moveTo>
                    <a:pt x="305756" y="28277"/>
                  </a:moveTo>
                  <a:lnTo>
                    <a:pt x="292964" y="28277"/>
                  </a:lnTo>
                  <a:lnTo>
                    <a:pt x="292964" y="98276"/>
                  </a:lnTo>
                  <a:lnTo>
                    <a:pt x="305756" y="98276"/>
                  </a:lnTo>
                  <a:lnTo>
                    <a:pt x="305756" y="28277"/>
                  </a:lnTo>
                  <a:close/>
                </a:path>
                <a:path w="1397000" h="127000">
                  <a:moveTo>
                    <a:pt x="337548" y="28277"/>
                  </a:moveTo>
                  <a:lnTo>
                    <a:pt x="326123" y="28277"/>
                  </a:lnTo>
                  <a:lnTo>
                    <a:pt x="326123" y="98276"/>
                  </a:lnTo>
                  <a:lnTo>
                    <a:pt x="338790" y="98276"/>
                  </a:lnTo>
                  <a:lnTo>
                    <a:pt x="338790" y="50992"/>
                  </a:lnTo>
                  <a:lnTo>
                    <a:pt x="340777" y="44966"/>
                  </a:lnTo>
                  <a:lnTo>
                    <a:pt x="348601" y="38591"/>
                  </a:lnTo>
                  <a:lnTo>
                    <a:pt x="349612" y="38244"/>
                  </a:lnTo>
                  <a:lnTo>
                    <a:pt x="337548" y="38244"/>
                  </a:lnTo>
                  <a:lnTo>
                    <a:pt x="337548" y="28277"/>
                  </a:lnTo>
                  <a:close/>
                </a:path>
                <a:path w="1397000" h="127000">
                  <a:moveTo>
                    <a:pt x="383978" y="36969"/>
                  </a:moveTo>
                  <a:lnTo>
                    <a:pt x="362138" y="36969"/>
                  </a:lnTo>
                  <a:lnTo>
                    <a:pt x="365118" y="37664"/>
                  </a:lnTo>
                  <a:lnTo>
                    <a:pt x="367602" y="39055"/>
                  </a:lnTo>
                  <a:lnTo>
                    <a:pt x="370086" y="40562"/>
                  </a:lnTo>
                  <a:lnTo>
                    <a:pt x="371825" y="42416"/>
                  </a:lnTo>
                  <a:lnTo>
                    <a:pt x="372868" y="44966"/>
                  </a:lnTo>
                  <a:lnTo>
                    <a:pt x="373812" y="47167"/>
                  </a:lnTo>
                  <a:lnTo>
                    <a:pt x="374309" y="50992"/>
                  </a:lnTo>
                  <a:lnTo>
                    <a:pt x="374309" y="98276"/>
                  </a:lnTo>
                  <a:lnTo>
                    <a:pt x="387100" y="98276"/>
                  </a:lnTo>
                  <a:lnTo>
                    <a:pt x="387100" y="49717"/>
                  </a:lnTo>
                  <a:lnTo>
                    <a:pt x="386935" y="47167"/>
                  </a:lnTo>
                  <a:lnTo>
                    <a:pt x="386852" y="45893"/>
                  </a:lnTo>
                  <a:lnTo>
                    <a:pt x="385662" y="40562"/>
                  </a:lnTo>
                  <a:lnTo>
                    <a:pt x="385610" y="40330"/>
                  </a:lnTo>
                  <a:lnTo>
                    <a:pt x="384244" y="37317"/>
                  </a:lnTo>
                  <a:lnTo>
                    <a:pt x="383978" y="36969"/>
                  </a:lnTo>
                  <a:close/>
                </a:path>
                <a:path w="1397000" h="127000">
                  <a:moveTo>
                    <a:pt x="365864" y="26655"/>
                  </a:moveTo>
                  <a:lnTo>
                    <a:pt x="361393" y="26655"/>
                  </a:lnTo>
                  <a:lnTo>
                    <a:pt x="353089" y="27466"/>
                  </a:lnTo>
                  <a:lnTo>
                    <a:pt x="353760" y="27466"/>
                  </a:lnTo>
                  <a:lnTo>
                    <a:pt x="347608" y="29537"/>
                  </a:lnTo>
                  <a:lnTo>
                    <a:pt x="342112" y="33157"/>
                  </a:lnTo>
                  <a:lnTo>
                    <a:pt x="337548" y="38244"/>
                  </a:lnTo>
                  <a:lnTo>
                    <a:pt x="349612" y="38244"/>
                  </a:lnTo>
                  <a:lnTo>
                    <a:pt x="353320" y="36969"/>
                  </a:lnTo>
                  <a:lnTo>
                    <a:pt x="383978" y="36969"/>
                  </a:lnTo>
                  <a:lnTo>
                    <a:pt x="380518" y="32449"/>
                  </a:lnTo>
                  <a:lnTo>
                    <a:pt x="377662" y="30479"/>
                  </a:lnTo>
                  <a:lnTo>
                    <a:pt x="373812" y="28972"/>
                  </a:lnTo>
                  <a:lnTo>
                    <a:pt x="370086" y="27466"/>
                  </a:lnTo>
                  <a:lnTo>
                    <a:pt x="365864" y="26655"/>
                  </a:lnTo>
                  <a:close/>
                </a:path>
                <a:path w="1397000" h="127000">
                  <a:moveTo>
                    <a:pt x="406598" y="104070"/>
                  </a:moveTo>
                  <a:lnTo>
                    <a:pt x="406474" y="111603"/>
                  </a:lnTo>
                  <a:lnTo>
                    <a:pt x="409082" y="117282"/>
                  </a:lnTo>
                  <a:lnTo>
                    <a:pt x="420135" y="124815"/>
                  </a:lnTo>
                  <a:lnTo>
                    <a:pt x="427338" y="126669"/>
                  </a:lnTo>
                  <a:lnTo>
                    <a:pt x="443855" y="126669"/>
                  </a:lnTo>
                  <a:lnTo>
                    <a:pt x="450189" y="125394"/>
                  </a:lnTo>
                  <a:lnTo>
                    <a:pt x="455280" y="122729"/>
                  </a:lnTo>
                  <a:lnTo>
                    <a:pt x="460496" y="120063"/>
                  </a:lnTo>
                  <a:lnTo>
                    <a:pt x="463862" y="116818"/>
                  </a:lnTo>
                  <a:lnTo>
                    <a:pt x="430815" y="116818"/>
                  </a:lnTo>
                  <a:lnTo>
                    <a:pt x="426468" y="115775"/>
                  </a:lnTo>
                  <a:lnTo>
                    <a:pt x="420880" y="111951"/>
                  </a:lnTo>
                  <a:lnTo>
                    <a:pt x="419514" y="109285"/>
                  </a:lnTo>
                  <a:lnTo>
                    <a:pt x="419017" y="105809"/>
                  </a:lnTo>
                  <a:lnTo>
                    <a:pt x="406598" y="104070"/>
                  </a:lnTo>
                  <a:close/>
                </a:path>
                <a:path w="1397000" h="127000">
                  <a:moveTo>
                    <a:pt x="470183" y="89120"/>
                  </a:moveTo>
                  <a:lnTo>
                    <a:pt x="457268" y="89120"/>
                  </a:lnTo>
                  <a:lnTo>
                    <a:pt x="457226" y="97624"/>
                  </a:lnTo>
                  <a:lnTo>
                    <a:pt x="457126" y="99666"/>
                  </a:lnTo>
                  <a:lnTo>
                    <a:pt x="449816" y="113573"/>
                  </a:lnTo>
                  <a:lnTo>
                    <a:pt x="446711" y="115775"/>
                  </a:lnTo>
                  <a:lnTo>
                    <a:pt x="442116" y="116818"/>
                  </a:lnTo>
                  <a:lnTo>
                    <a:pt x="463862" y="116818"/>
                  </a:lnTo>
                  <a:lnTo>
                    <a:pt x="464222" y="116471"/>
                  </a:lnTo>
                  <a:lnTo>
                    <a:pt x="466582" y="111951"/>
                  </a:lnTo>
                  <a:lnTo>
                    <a:pt x="469066" y="107431"/>
                  </a:lnTo>
                  <a:lnTo>
                    <a:pt x="470183" y="99666"/>
                  </a:lnTo>
                  <a:lnTo>
                    <a:pt x="470183" y="89120"/>
                  </a:lnTo>
                  <a:close/>
                </a:path>
                <a:path w="1397000" h="127000">
                  <a:moveTo>
                    <a:pt x="445469" y="26655"/>
                  </a:moveTo>
                  <a:lnTo>
                    <a:pt x="429946" y="26655"/>
                  </a:lnTo>
                  <a:lnTo>
                    <a:pt x="423660" y="28277"/>
                  </a:lnTo>
                  <a:lnTo>
                    <a:pt x="423929" y="28277"/>
                  </a:lnTo>
                  <a:lnTo>
                    <a:pt x="419265" y="31290"/>
                  </a:lnTo>
                  <a:lnTo>
                    <a:pt x="414298" y="34303"/>
                  </a:lnTo>
                  <a:lnTo>
                    <a:pt x="410572" y="38707"/>
                  </a:lnTo>
                  <a:lnTo>
                    <a:pt x="407964" y="44386"/>
                  </a:lnTo>
                  <a:lnTo>
                    <a:pt x="405356" y="49949"/>
                  </a:lnTo>
                  <a:lnTo>
                    <a:pt x="404114" y="56207"/>
                  </a:lnTo>
                  <a:lnTo>
                    <a:pt x="404114" y="62813"/>
                  </a:lnTo>
                  <a:lnTo>
                    <a:pt x="404630" y="69853"/>
                  </a:lnTo>
                  <a:lnTo>
                    <a:pt x="406194" y="76372"/>
                  </a:lnTo>
                  <a:lnTo>
                    <a:pt x="408740" y="82167"/>
                  </a:lnTo>
                  <a:lnTo>
                    <a:pt x="408829" y="82370"/>
                  </a:lnTo>
                  <a:lnTo>
                    <a:pt x="436528" y="98276"/>
                  </a:lnTo>
                  <a:lnTo>
                    <a:pt x="444849" y="98276"/>
                  </a:lnTo>
                  <a:lnTo>
                    <a:pt x="451679" y="95147"/>
                  </a:lnTo>
                  <a:lnTo>
                    <a:pt x="457268" y="89120"/>
                  </a:lnTo>
                  <a:lnTo>
                    <a:pt x="470183" y="89120"/>
                  </a:lnTo>
                  <a:lnTo>
                    <a:pt x="470183" y="88425"/>
                  </a:lnTo>
                  <a:lnTo>
                    <a:pt x="431809" y="88425"/>
                  </a:lnTo>
                  <a:lnTo>
                    <a:pt x="426965" y="86339"/>
                  </a:lnTo>
                  <a:lnTo>
                    <a:pt x="419141" y="77879"/>
                  </a:lnTo>
                  <a:lnTo>
                    <a:pt x="417223" y="71389"/>
                  </a:lnTo>
                  <a:lnTo>
                    <a:pt x="417154" y="53542"/>
                  </a:lnTo>
                  <a:lnTo>
                    <a:pt x="419069" y="47399"/>
                  </a:lnTo>
                  <a:lnTo>
                    <a:pt x="419141" y="47167"/>
                  </a:lnTo>
                  <a:lnTo>
                    <a:pt x="426982" y="38707"/>
                  </a:lnTo>
                  <a:lnTo>
                    <a:pt x="426827" y="38707"/>
                  </a:lnTo>
                  <a:lnTo>
                    <a:pt x="431546" y="36621"/>
                  </a:lnTo>
                  <a:lnTo>
                    <a:pt x="458509" y="36621"/>
                  </a:lnTo>
                  <a:lnTo>
                    <a:pt x="452672" y="30015"/>
                  </a:lnTo>
                  <a:lnTo>
                    <a:pt x="445469" y="26655"/>
                  </a:lnTo>
                  <a:close/>
                </a:path>
                <a:path w="1397000" h="127000">
                  <a:moveTo>
                    <a:pt x="470183" y="28277"/>
                  </a:moveTo>
                  <a:lnTo>
                    <a:pt x="458509" y="28277"/>
                  </a:lnTo>
                  <a:lnTo>
                    <a:pt x="458509" y="36621"/>
                  </a:lnTo>
                  <a:lnTo>
                    <a:pt x="443495" y="36621"/>
                  </a:lnTo>
                  <a:lnTo>
                    <a:pt x="448202" y="38707"/>
                  </a:lnTo>
                  <a:lnTo>
                    <a:pt x="456274" y="47399"/>
                  </a:lnTo>
                  <a:lnTo>
                    <a:pt x="458308" y="53542"/>
                  </a:lnTo>
                  <a:lnTo>
                    <a:pt x="458385" y="71389"/>
                  </a:lnTo>
                  <a:lnTo>
                    <a:pt x="456398" y="77879"/>
                  </a:lnTo>
                  <a:lnTo>
                    <a:pt x="452424" y="82167"/>
                  </a:lnTo>
                  <a:lnTo>
                    <a:pt x="448450" y="86339"/>
                  </a:lnTo>
                  <a:lnTo>
                    <a:pt x="443482" y="88425"/>
                  </a:lnTo>
                  <a:lnTo>
                    <a:pt x="470183" y="88425"/>
                  </a:lnTo>
                  <a:lnTo>
                    <a:pt x="470183" y="28277"/>
                  </a:lnTo>
                  <a:close/>
                </a:path>
                <a:path w="1397000" h="127000">
                  <a:moveTo>
                    <a:pt x="605426" y="1622"/>
                  </a:moveTo>
                  <a:lnTo>
                    <a:pt x="535507" y="1622"/>
                  </a:lnTo>
                  <a:lnTo>
                    <a:pt x="535507" y="98276"/>
                  </a:lnTo>
                  <a:lnTo>
                    <a:pt x="549292" y="98276"/>
                  </a:lnTo>
                  <a:lnTo>
                    <a:pt x="549292" y="54353"/>
                  </a:lnTo>
                  <a:lnTo>
                    <a:pt x="597851" y="54353"/>
                  </a:lnTo>
                  <a:lnTo>
                    <a:pt x="597851" y="42995"/>
                  </a:lnTo>
                  <a:lnTo>
                    <a:pt x="549292" y="42995"/>
                  </a:lnTo>
                  <a:lnTo>
                    <a:pt x="549292" y="12979"/>
                  </a:lnTo>
                  <a:lnTo>
                    <a:pt x="605426" y="12979"/>
                  </a:lnTo>
                  <a:lnTo>
                    <a:pt x="605426" y="1622"/>
                  </a:lnTo>
                  <a:close/>
                </a:path>
                <a:path w="1397000" h="127000">
                  <a:moveTo>
                    <a:pt x="682471" y="36505"/>
                  </a:moveTo>
                  <a:lnTo>
                    <a:pt x="660567" y="36505"/>
                  </a:lnTo>
                  <a:lnTo>
                    <a:pt x="665410" y="37780"/>
                  </a:lnTo>
                  <a:lnTo>
                    <a:pt x="668639" y="40446"/>
                  </a:lnTo>
                  <a:lnTo>
                    <a:pt x="670999" y="42532"/>
                  </a:lnTo>
                  <a:lnTo>
                    <a:pt x="672241" y="45893"/>
                  </a:lnTo>
                  <a:lnTo>
                    <a:pt x="672241" y="53773"/>
                  </a:lnTo>
                  <a:lnTo>
                    <a:pt x="667273" y="55396"/>
                  </a:lnTo>
                  <a:lnTo>
                    <a:pt x="659822" y="56786"/>
                  </a:lnTo>
                  <a:lnTo>
                    <a:pt x="644422" y="58525"/>
                  </a:lnTo>
                  <a:lnTo>
                    <a:pt x="640696" y="59104"/>
                  </a:lnTo>
                  <a:lnTo>
                    <a:pt x="638213" y="59684"/>
                  </a:lnTo>
                  <a:lnTo>
                    <a:pt x="634859" y="60611"/>
                  </a:lnTo>
                  <a:lnTo>
                    <a:pt x="631755" y="61886"/>
                  </a:lnTo>
                  <a:lnTo>
                    <a:pt x="629022" y="63624"/>
                  </a:lnTo>
                  <a:lnTo>
                    <a:pt x="626290" y="65247"/>
                  </a:lnTo>
                  <a:lnTo>
                    <a:pt x="624179" y="67564"/>
                  </a:lnTo>
                  <a:lnTo>
                    <a:pt x="622440" y="70346"/>
                  </a:lnTo>
                  <a:lnTo>
                    <a:pt x="620826" y="73243"/>
                  </a:lnTo>
                  <a:lnTo>
                    <a:pt x="619957" y="76372"/>
                  </a:lnTo>
                  <a:lnTo>
                    <a:pt x="619957" y="85644"/>
                  </a:lnTo>
                  <a:lnTo>
                    <a:pt x="637343" y="99782"/>
                  </a:lnTo>
                  <a:lnTo>
                    <a:pt x="650632" y="99782"/>
                  </a:lnTo>
                  <a:lnTo>
                    <a:pt x="672054" y="90511"/>
                  </a:lnTo>
                  <a:lnTo>
                    <a:pt x="643677" y="90511"/>
                  </a:lnTo>
                  <a:lnTo>
                    <a:pt x="640365" y="89584"/>
                  </a:lnTo>
                  <a:lnTo>
                    <a:pt x="640096" y="89584"/>
                  </a:lnTo>
                  <a:lnTo>
                    <a:pt x="637488" y="87498"/>
                  </a:lnTo>
                  <a:lnTo>
                    <a:pt x="634859" y="85296"/>
                  </a:lnTo>
                  <a:lnTo>
                    <a:pt x="633553" y="82746"/>
                  </a:lnTo>
                  <a:lnTo>
                    <a:pt x="633493" y="77415"/>
                  </a:lnTo>
                  <a:lnTo>
                    <a:pt x="634114" y="75561"/>
                  </a:lnTo>
                  <a:lnTo>
                    <a:pt x="635356" y="73823"/>
                  </a:lnTo>
                  <a:lnTo>
                    <a:pt x="636474" y="72084"/>
                  </a:lnTo>
                  <a:lnTo>
                    <a:pt x="638213" y="70809"/>
                  </a:lnTo>
                  <a:lnTo>
                    <a:pt x="640324" y="69998"/>
                  </a:lnTo>
                  <a:lnTo>
                    <a:pt x="642435" y="69071"/>
                  </a:lnTo>
                  <a:lnTo>
                    <a:pt x="646161" y="68260"/>
                  </a:lnTo>
                  <a:lnTo>
                    <a:pt x="660691" y="66406"/>
                  </a:lnTo>
                  <a:lnTo>
                    <a:pt x="667521" y="64899"/>
                  </a:lnTo>
                  <a:lnTo>
                    <a:pt x="672241" y="63161"/>
                  </a:lnTo>
                  <a:lnTo>
                    <a:pt x="685032" y="63161"/>
                  </a:lnTo>
                  <a:lnTo>
                    <a:pt x="685032" y="47863"/>
                  </a:lnTo>
                  <a:lnTo>
                    <a:pt x="684900" y="45893"/>
                  </a:lnTo>
                  <a:lnTo>
                    <a:pt x="684784" y="44154"/>
                  </a:lnTo>
                  <a:lnTo>
                    <a:pt x="684477" y="42532"/>
                  </a:lnTo>
                  <a:lnTo>
                    <a:pt x="683746" y="39287"/>
                  </a:lnTo>
                  <a:lnTo>
                    <a:pt x="683666" y="38939"/>
                  </a:lnTo>
                  <a:lnTo>
                    <a:pt x="682471" y="36505"/>
                  </a:lnTo>
                  <a:close/>
                </a:path>
                <a:path w="1397000" h="127000">
                  <a:moveTo>
                    <a:pt x="685852" y="89584"/>
                  </a:moveTo>
                  <a:lnTo>
                    <a:pt x="673234" y="89584"/>
                  </a:lnTo>
                  <a:lnTo>
                    <a:pt x="673581" y="92713"/>
                  </a:lnTo>
                  <a:lnTo>
                    <a:pt x="673607" y="92945"/>
                  </a:lnTo>
                  <a:lnTo>
                    <a:pt x="674406" y="95610"/>
                  </a:lnTo>
                  <a:lnTo>
                    <a:pt x="674541" y="95958"/>
                  </a:lnTo>
                  <a:lnTo>
                    <a:pt x="675842" y="98276"/>
                  </a:lnTo>
                  <a:lnTo>
                    <a:pt x="689006" y="98276"/>
                  </a:lnTo>
                  <a:lnTo>
                    <a:pt x="687516" y="95610"/>
                  </a:lnTo>
                  <a:lnTo>
                    <a:pt x="686488" y="92945"/>
                  </a:lnTo>
                  <a:lnTo>
                    <a:pt x="686398" y="92713"/>
                  </a:lnTo>
                  <a:lnTo>
                    <a:pt x="686021" y="90511"/>
                  </a:lnTo>
                  <a:lnTo>
                    <a:pt x="685902" y="89816"/>
                  </a:lnTo>
                  <a:lnTo>
                    <a:pt x="685852" y="89584"/>
                  </a:lnTo>
                  <a:close/>
                </a:path>
                <a:path w="1397000" h="127000">
                  <a:moveTo>
                    <a:pt x="685032" y="63161"/>
                  </a:moveTo>
                  <a:lnTo>
                    <a:pt x="672241" y="63161"/>
                  </a:lnTo>
                  <a:lnTo>
                    <a:pt x="672131" y="73243"/>
                  </a:lnTo>
                  <a:lnTo>
                    <a:pt x="671539" y="76372"/>
                  </a:lnTo>
                  <a:lnTo>
                    <a:pt x="661684" y="87498"/>
                  </a:lnTo>
                  <a:lnTo>
                    <a:pt x="657959" y="89584"/>
                  </a:lnTo>
                  <a:lnTo>
                    <a:pt x="653612" y="90511"/>
                  </a:lnTo>
                  <a:lnTo>
                    <a:pt x="672054" y="90511"/>
                  </a:lnTo>
                  <a:lnTo>
                    <a:pt x="673234" y="89584"/>
                  </a:lnTo>
                  <a:lnTo>
                    <a:pt x="685852" y="89584"/>
                  </a:lnTo>
                  <a:lnTo>
                    <a:pt x="685405" y="87498"/>
                  </a:lnTo>
                  <a:lnTo>
                    <a:pt x="685281" y="86918"/>
                  </a:lnTo>
                  <a:lnTo>
                    <a:pt x="685223" y="85296"/>
                  </a:lnTo>
                  <a:lnTo>
                    <a:pt x="685132" y="82746"/>
                  </a:lnTo>
                  <a:lnTo>
                    <a:pt x="685032" y="63161"/>
                  </a:lnTo>
                  <a:close/>
                </a:path>
                <a:path w="1397000" h="127000">
                  <a:moveTo>
                    <a:pt x="662430" y="26655"/>
                  </a:moveTo>
                  <a:lnTo>
                    <a:pt x="649514" y="26655"/>
                  </a:lnTo>
                  <a:lnTo>
                    <a:pt x="643925" y="27466"/>
                  </a:lnTo>
                  <a:lnTo>
                    <a:pt x="622192" y="48210"/>
                  </a:lnTo>
                  <a:lnTo>
                    <a:pt x="634611" y="49833"/>
                  </a:lnTo>
                  <a:lnTo>
                    <a:pt x="635977" y="44850"/>
                  </a:lnTo>
                  <a:lnTo>
                    <a:pt x="638088" y="41373"/>
                  </a:lnTo>
                  <a:lnTo>
                    <a:pt x="643801" y="37433"/>
                  </a:lnTo>
                  <a:lnTo>
                    <a:pt x="648148" y="36505"/>
                  </a:lnTo>
                  <a:lnTo>
                    <a:pt x="682471" y="36505"/>
                  </a:lnTo>
                  <a:lnTo>
                    <a:pt x="682300" y="36158"/>
                  </a:lnTo>
                  <a:lnTo>
                    <a:pt x="678574" y="31986"/>
                  </a:lnTo>
                  <a:lnTo>
                    <a:pt x="675594" y="30131"/>
                  </a:lnTo>
                  <a:lnTo>
                    <a:pt x="667977" y="27466"/>
                  </a:lnTo>
                  <a:lnTo>
                    <a:pt x="668515" y="27466"/>
                  </a:lnTo>
                  <a:lnTo>
                    <a:pt x="662430" y="26655"/>
                  </a:lnTo>
                  <a:close/>
                </a:path>
                <a:path w="1397000" h="127000">
                  <a:moveTo>
                    <a:pt x="745637" y="26655"/>
                  </a:moveTo>
                  <a:lnTo>
                    <a:pt x="730983" y="26655"/>
                  </a:lnTo>
                  <a:lnTo>
                    <a:pt x="725021" y="28045"/>
                  </a:lnTo>
                  <a:lnTo>
                    <a:pt x="719557" y="30943"/>
                  </a:lnTo>
                  <a:lnTo>
                    <a:pt x="714093" y="33724"/>
                  </a:lnTo>
                  <a:lnTo>
                    <a:pt x="709994" y="38012"/>
                  </a:lnTo>
                  <a:lnTo>
                    <a:pt x="707262" y="43691"/>
                  </a:lnTo>
                  <a:lnTo>
                    <a:pt x="704654" y="49369"/>
                  </a:lnTo>
                  <a:lnTo>
                    <a:pt x="703288" y="55975"/>
                  </a:lnTo>
                  <a:lnTo>
                    <a:pt x="703288" y="63508"/>
                  </a:lnTo>
                  <a:lnTo>
                    <a:pt x="703870" y="71767"/>
                  </a:lnTo>
                  <a:lnTo>
                    <a:pt x="705515" y="78574"/>
                  </a:lnTo>
                  <a:lnTo>
                    <a:pt x="705617" y="78994"/>
                  </a:lnTo>
                  <a:lnTo>
                    <a:pt x="737440" y="99782"/>
                  </a:lnTo>
                  <a:lnTo>
                    <a:pt x="745637" y="99782"/>
                  </a:lnTo>
                  <a:lnTo>
                    <a:pt x="752467" y="97580"/>
                  </a:lnTo>
                  <a:lnTo>
                    <a:pt x="758180" y="93061"/>
                  </a:lnTo>
                  <a:lnTo>
                    <a:pt x="761813" y="90047"/>
                  </a:lnTo>
                  <a:lnTo>
                    <a:pt x="730983" y="90047"/>
                  </a:lnTo>
                  <a:lnTo>
                    <a:pt x="726015" y="87961"/>
                  </a:lnTo>
                  <a:lnTo>
                    <a:pt x="718315" y="79385"/>
                  </a:lnTo>
                  <a:lnTo>
                    <a:pt x="716328" y="72548"/>
                  </a:lnTo>
                  <a:lnTo>
                    <a:pt x="716328" y="53889"/>
                  </a:lnTo>
                  <a:lnTo>
                    <a:pt x="718315" y="47167"/>
                  </a:lnTo>
                  <a:lnTo>
                    <a:pt x="722289" y="42879"/>
                  </a:lnTo>
                  <a:lnTo>
                    <a:pt x="726388" y="38591"/>
                  </a:lnTo>
                  <a:lnTo>
                    <a:pt x="731603" y="36390"/>
                  </a:lnTo>
                  <a:lnTo>
                    <a:pt x="762809" y="36390"/>
                  </a:lnTo>
                  <a:lnTo>
                    <a:pt x="752219" y="28625"/>
                  </a:lnTo>
                  <a:lnTo>
                    <a:pt x="745637" y="26655"/>
                  </a:lnTo>
                  <a:close/>
                </a:path>
                <a:path w="1397000" h="127000">
                  <a:moveTo>
                    <a:pt x="756069" y="72548"/>
                  </a:moveTo>
                  <a:lnTo>
                    <a:pt x="755200" y="78574"/>
                  </a:lnTo>
                  <a:lnTo>
                    <a:pt x="753088" y="82978"/>
                  </a:lnTo>
                  <a:lnTo>
                    <a:pt x="749735" y="85759"/>
                  </a:lnTo>
                  <a:lnTo>
                    <a:pt x="746382" y="88657"/>
                  </a:lnTo>
                  <a:lnTo>
                    <a:pt x="742284" y="90047"/>
                  </a:lnTo>
                  <a:lnTo>
                    <a:pt x="761813" y="90047"/>
                  </a:lnTo>
                  <a:lnTo>
                    <a:pt x="763769" y="88425"/>
                  </a:lnTo>
                  <a:lnTo>
                    <a:pt x="767246" y="82167"/>
                  </a:lnTo>
                  <a:lnTo>
                    <a:pt x="768612" y="74170"/>
                  </a:lnTo>
                  <a:lnTo>
                    <a:pt x="756069" y="72548"/>
                  </a:lnTo>
                  <a:close/>
                </a:path>
                <a:path w="1397000" h="127000">
                  <a:moveTo>
                    <a:pt x="762722" y="36390"/>
                  </a:moveTo>
                  <a:lnTo>
                    <a:pt x="742160" y="36390"/>
                  </a:lnTo>
                  <a:lnTo>
                    <a:pt x="745761" y="37548"/>
                  </a:lnTo>
                  <a:lnTo>
                    <a:pt x="748742" y="39982"/>
                  </a:lnTo>
                  <a:lnTo>
                    <a:pt x="751846" y="42300"/>
                  </a:lnTo>
                  <a:lnTo>
                    <a:pt x="753834" y="45893"/>
                  </a:lnTo>
                  <a:lnTo>
                    <a:pt x="755075" y="50528"/>
                  </a:lnTo>
                  <a:lnTo>
                    <a:pt x="767370" y="48790"/>
                  </a:lnTo>
                  <a:lnTo>
                    <a:pt x="766228" y="42879"/>
                  </a:lnTo>
                  <a:lnTo>
                    <a:pt x="766116" y="42300"/>
                  </a:lnTo>
                  <a:lnTo>
                    <a:pt x="766004" y="41721"/>
                  </a:lnTo>
                  <a:lnTo>
                    <a:pt x="762722" y="36390"/>
                  </a:lnTo>
                  <a:close/>
                </a:path>
                <a:path w="1397000" h="127000">
                  <a:moveTo>
                    <a:pt x="796679" y="37433"/>
                  </a:moveTo>
                  <a:lnTo>
                    <a:pt x="784012" y="37433"/>
                  </a:lnTo>
                  <a:lnTo>
                    <a:pt x="784121" y="85875"/>
                  </a:lnTo>
                  <a:lnTo>
                    <a:pt x="784508" y="89584"/>
                  </a:lnTo>
                  <a:lnTo>
                    <a:pt x="785626" y="91786"/>
                  </a:lnTo>
                  <a:lnTo>
                    <a:pt x="786620" y="93988"/>
                  </a:lnTo>
                  <a:lnTo>
                    <a:pt x="788358" y="95726"/>
                  </a:lnTo>
                  <a:lnTo>
                    <a:pt x="790966" y="97117"/>
                  </a:lnTo>
                  <a:lnTo>
                    <a:pt x="793450" y="98508"/>
                  </a:lnTo>
                  <a:lnTo>
                    <a:pt x="797052" y="99203"/>
                  </a:lnTo>
                  <a:lnTo>
                    <a:pt x="804503" y="99203"/>
                  </a:lnTo>
                  <a:lnTo>
                    <a:pt x="807732" y="98855"/>
                  </a:lnTo>
                  <a:lnTo>
                    <a:pt x="811334" y="98160"/>
                  </a:lnTo>
                  <a:lnTo>
                    <a:pt x="809532" y="87961"/>
                  </a:lnTo>
                  <a:lnTo>
                    <a:pt x="800728" y="87961"/>
                  </a:lnTo>
                  <a:lnTo>
                    <a:pt x="798542" y="86687"/>
                  </a:lnTo>
                  <a:lnTo>
                    <a:pt x="797797" y="85875"/>
                  </a:lnTo>
                  <a:lnTo>
                    <a:pt x="797300" y="84948"/>
                  </a:lnTo>
                  <a:lnTo>
                    <a:pt x="796928" y="84021"/>
                  </a:lnTo>
                  <a:lnTo>
                    <a:pt x="796679" y="81819"/>
                  </a:lnTo>
                  <a:lnTo>
                    <a:pt x="796679" y="37433"/>
                  </a:lnTo>
                  <a:close/>
                </a:path>
                <a:path w="1397000" h="127000">
                  <a:moveTo>
                    <a:pt x="809471" y="87614"/>
                  </a:moveTo>
                  <a:lnTo>
                    <a:pt x="807111" y="87961"/>
                  </a:lnTo>
                  <a:lnTo>
                    <a:pt x="809532" y="87961"/>
                  </a:lnTo>
                  <a:lnTo>
                    <a:pt x="809471" y="87614"/>
                  </a:lnTo>
                  <a:close/>
                </a:path>
                <a:path w="1397000" h="127000">
                  <a:moveTo>
                    <a:pt x="809471" y="28277"/>
                  </a:moveTo>
                  <a:lnTo>
                    <a:pt x="774697" y="28277"/>
                  </a:lnTo>
                  <a:lnTo>
                    <a:pt x="774697" y="37433"/>
                  </a:lnTo>
                  <a:lnTo>
                    <a:pt x="809471" y="37433"/>
                  </a:lnTo>
                  <a:lnTo>
                    <a:pt x="809471" y="28277"/>
                  </a:lnTo>
                  <a:close/>
                </a:path>
                <a:path w="1397000" h="127000">
                  <a:moveTo>
                    <a:pt x="796679" y="3824"/>
                  </a:moveTo>
                  <a:lnTo>
                    <a:pt x="784012" y="10893"/>
                  </a:lnTo>
                  <a:lnTo>
                    <a:pt x="784012" y="28277"/>
                  </a:lnTo>
                  <a:lnTo>
                    <a:pt x="796679" y="28277"/>
                  </a:lnTo>
                  <a:lnTo>
                    <a:pt x="796679" y="3824"/>
                  </a:lnTo>
                  <a:close/>
                </a:path>
                <a:path w="1397000" h="127000">
                  <a:moveTo>
                    <a:pt x="853558" y="26655"/>
                  </a:moveTo>
                  <a:lnTo>
                    <a:pt x="844244" y="26655"/>
                  </a:lnTo>
                  <a:lnTo>
                    <a:pt x="836420" y="29204"/>
                  </a:lnTo>
                  <a:lnTo>
                    <a:pt x="818495" y="62233"/>
                  </a:lnTo>
                  <a:lnTo>
                    <a:pt x="818412" y="63276"/>
                  </a:lnTo>
                  <a:lnTo>
                    <a:pt x="839292" y="97436"/>
                  </a:lnTo>
                  <a:lnTo>
                    <a:pt x="853558" y="99782"/>
                  </a:lnTo>
                  <a:lnTo>
                    <a:pt x="860140" y="99782"/>
                  </a:lnTo>
                  <a:lnTo>
                    <a:pt x="866101" y="98392"/>
                  </a:lnTo>
                  <a:lnTo>
                    <a:pt x="877154" y="92713"/>
                  </a:lnTo>
                  <a:lnTo>
                    <a:pt x="879929" y="90047"/>
                  </a:lnTo>
                  <a:lnTo>
                    <a:pt x="847225" y="90047"/>
                  </a:lnTo>
                  <a:lnTo>
                    <a:pt x="841884" y="87845"/>
                  </a:lnTo>
                  <a:lnTo>
                    <a:pt x="837773" y="83557"/>
                  </a:lnTo>
                  <a:lnTo>
                    <a:pt x="833564" y="78922"/>
                  </a:lnTo>
                  <a:lnTo>
                    <a:pt x="831452" y="72200"/>
                  </a:lnTo>
                  <a:lnTo>
                    <a:pt x="831452" y="54346"/>
                  </a:lnTo>
                  <a:lnTo>
                    <a:pt x="833564" y="47631"/>
                  </a:lnTo>
                  <a:lnTo>
                    <a:pt x="837662" y="43111"/>
                  </a:lnTo>
                  <a:lnTo>
                    <a:pt x="841884" y="38707"/>
                  </a:lnTo>
                  <a:lnTo>
                    <a:pt x="847225" y="36505"/>
                  </a:lnTo>
                  <a:lnTo>
                    <a:pt x="879061" y="36505"/>
                  </a:lnTo>
                  <a:lnTo>
                    <a:pt x="878769" y="36158"/>
                  </a:lnTo>
                  <a:lnTo>
                    <a:pt x="873555" y="31984"/>
                  </a:lnTo>
                  <a:lnTo>
                    <a:pt x="867607" y="29016"/>
                  </a:lnTo>
                  <a:lnTo>
                    <a:pt x="860938" y="27243"/>
                  </a:lnTo>
                  <a:lnTo>
                    <a:pt x="853558" y="26655"/>
                  </a:lnTo>
                  <a:close/>
                </a:path>
                <a:path w="1397000" h="127000">
                  <a:moveTo>
                    <a:pt x="879061" y="36505"/>
                  </a:moveTo>
                  <a:lnTo>
                    <a:pt x="859768" y="36505"/>
                  </a:lnTo>
                  <a:lnTo>
                    <a:pt x="864984" y="38707"/>
                  </a:lnTo>
                  <a:lnTo>
                    <a:pt x="869206" y="43111"/>
                  </a:lnTo>
                  <a:lnTo>
                    <a:pt x="873429" y="47631"/>
                  </a:lnTo>
                  <a:lnTo>
                    <a:pt x="875540" y="54346"/>
                  </a:lnTo>
                  <a:lnTo>
                    <a:pt x="875504" y="72200"/>
                  </a:lnTo>
                  <a:lnTo>
                    <a:pt x="873429" y="78922"/>
                  </a:lnTo>
                  <a:lnTo>
                    <a:pt x="865108" y="87845"/>
                  </a:lnTo>
                  <a:lnTo>
                    <a:pt x="859892" y="90047"/>
                  </a:lnTo>
                  <a:lnTo>
                    <a:pt x="879929" y="90047"/>
                  </a:lnTo>
                  <a:lnTo>
                    <a:pt x="881377" y="88657"/>
                  </a:lnTo>
                  <a:lnTo>
                    <a:pt x="884357" y="83557"/>
                  </a:lnTo>
                  <a:lnTo>
                    <a:pt x="887214" y="78342"/>
                  </a:lnTo>
                  <a:lnTo>
                    <a:pt x="888509" y="72200"/>
                  </a:lnTo>
                  <a:lnTo>
                    <a:pt x="888631" y="71621"/>
                  </a:lnTo>
                  <a:lnTo>
                    <a:pt x="888704" y="62233"/>
                  </a:lnTo>
                  <a:lnTo>
                    <a:pt x="888077" y="54346"/>
                  </a:lnTo>
                  <a:lnTo>
                    <a:pt x="886275" y="47631"/>
                  </a:lnTo>
                  <a:lnTo>
                    <a:pt x="886205" y="47370"/>
                  </a:lnTo>
                  <a:lnTo>
                    <a:pt x="883098" y="41308"/>
                  </a:lnTo>
                  <a:lnTo>
                    <a:pt x="879061" y="36505"/>
                  </a:lnTo>
                  <a:close/>
                </a:path>
                <a:path w="1397000" h="127000">
                  <a:moveTo>
                    <a:pt x="917268" y="28277"/>
                  </a:moveTo>
                  <a:lnTo>
                    <a:pt x="905842" y="28277"/>
                  </a:lnTo>
                  <a:lnTo>
                    <a:pt x="905842" y="98276"/>
                  </a:lnTo>
                  <a:lnTo>
                    <a:pt x="918510" y="98276"/>
                  </a:lnTo>
                  <a:lnTo>
                    <a:pt x="918510" y="56555"/>
                  </a:lnTo>
                  <a:lnTo>
                    <a:pt x="919255" y="51919"/>
                  </a:lnTo>
                  <a:lnTo>
                    <a:pt x="930059" y="38939"/>
                  </a:lnTo>
                  <a:lnTo>
                    <a:pt x="917268" y="38939"/>
                  </a:lnTo>
                  <a:lnTo>
                    <a:pt x="917268" y="28277"/>
                  </a:lnTo>
                  <a:close/>
                </a:path>
                <a:path w="1397000" h="127000">
                  <a:moveTo>
                    <a:pt x="937759" y="26655"/>
                  </a:moveTo>
                  <a:lnTo>
                    <a:pt x="930556" y="26655"/>
                  </a:lnTo>
                  <a:lnTo>
                    <a:pt x="927824" y="27466"/>
                  </a:lnTo>
                  <a:lnTo>
                    <a:pt x="925340" y="28972"/>
                  </a:lnTo>
                  <a:lnTo>
                    <a:pt x="922856" y="30595"/>
                  </a:lnTo>
                  <a:lnTo>
                    <a:pt x="920124" y="33840"/>
                  </a:lnTo>
                  <a:lnTo>
                    <a:pt x="917201" y="38939"/>
                  </a:lnTo>
                  <a:lnTo>
                    <a:pt x="936020" y="38939"/>
                  </a:lnTo>
                  <a:lnTo>
                    <a:pt x="939125" y="39750"/>
                  </a:lnTo>
                  <a:lnTo>
                    <a:pt x="942230" y="41489"/>
                  </a:lnTo>
                  <a:lnTo>
                    <a:pt x="946531" y="30595"/>
                  </a:lnTo>
                  <a:lnTo>
                    <a:pt x="946780" y="30595"/>
                  </a:lnTo>
                  <a:lnTo>
                    <a:pt x="942106" y="27929"/>
                  </a:lnTo>
                  <a:lnTo>
                    <a:pt x="937759" y="26655"/>
                  </a:lnTo>
                  <a:close/>
                </a:path>
                <a:path w="1397000" h="127000">
                  <a:moveTo>
                    <a:pt x="1063812" y="30363"/>
                  </a:moveTo>
                  <a:lnTo>
                    <a:pt x="995508" y="30363"/>
                  </a:lnTo>
                  <a:lnTo>
                    <a:pt x="995508" y="41373"/>
                  </a:lnTo>
                  <a:lnTo>
                    <a:pt x="1063812" y="41373"/>
                  </a:lnTo>
                  <a:lnTo>
                    <a:pt x="1063812" y="30363"/>
                  </a:lnTo>
                  <a:close/>
                </a:path>
                <a:path w="1397000" h="127000">
                  <a:moveTo>
                    <a:pt x="1063812" y="59684"/>
                  </a:moveTo>
                  <a:lnTo>
                    <a:pt x="995508" y="59684"/>
                  </a:lnTo>
                  <a:lnTo>
                    <a:pt x="995508" y="70809"/>
                  </a:lnTo>
                  <a:lnTo>
                    <a:pt x="1063812" y="70809"/>
                  </a:lnTo>
                  <a:lnTo>
                    <a:pt x="1063812" y="59684"/>
                  </a:lnTo>
                  <a:close/>
                </a:path>
                <a:path w="1397000" h="127000">
                  <a:moveTo>
                    <a:pt x="1161177" y="1158"/>
                  </a:moveTo>
                  <a:lnTo>
                    <a:pt x="1148137" y="1158"/>
                  </a:lnTo>
                  <a:lnTo>
                    <a:pt x="1141803" y="3129"/>
                  </a:lnTo>
                  <a:lnTo>
                    <a:pt x="1122061" y="42421"/>
                  </a:lnTo>
                  <a:lnTo>
                    <a:pt x="1121809" y="50528"/>
                  </a:lnTo>
                  <a:lnTo>
                    <a:pt x="1122368" y="61455"/>
                  </a:lnTo>
                  <a:lnTo>
                    <a:pt x="1122459" y="63220"/>
                  </a:lnTo>
                  <a:lnTo>
                    <a:pt x="1142269" y="97392"/>
                  </a:lnTo>
                  <a:lnTo>
                    <a:pt x="1155589" y="99898"/>
                  </a:lnTo>
                  <a:lnTo>
                    <a:pt x="1163164" y="99898"/>
                  </a:lnTo>
                  <a:lnTo>
                    <a:pt x="1169498" y="98044"/>
                  </a:lnTo>
                  <a:lnTo>
                    <a:pt x="1179433" y="90395"/>
                  </a:lnTo>
                  <a:lnTo>
                    <a:pt x="1179595" y="90163"/>
                  </a:lnTo>
                  <a:lnTo>
                    <a:pt x="1149752" y="90163"/>
                  </a:lnTo>
                  <a:lnTo>
                    <a:pt x="1144908" y="87498"/>
                  </a:lnTo>
                  <a:lnTo>
                    <a:pt x="1134973" y="50528"/>
                  </a:lnTo>
                  <a:lnTo>
                    <a:pt x="1135270" y="42421"/>
                  </a:lnTo>
                  <a:lnTo>
                    <a:pt x="1149627" y="11009"/>
                  </a:lnTo>
                  <a:lnTo>
                    <a:pt x="1179068" y="11009"/>
                  </a:lnTo>
                  <a:lnTo>
                    <a:pt x="1177943" y="9387"/>
                  </a:lnTo>
                  <a:lnTo>
                    <a:pt x="1174465" y="6374"/>
                  </a:lnTo>
                  <a:lnTo>
                    <a:pt x="1166021" y="2201"/>
                  </a:lnTo>
                  <a:lnTo>
                    <a:pt x="1161177" y="1158"/>
                  </a:lnTo>
                  <a:close/>
                </a:path>
                <a:path w="1397000" h="127000">
                  <a:moveTo>
                    <a:pt x="1179068" y="11009"/>
                  </a:moveTo>
                  <a:lnTo>
                    <a:pt x="1161426" y="11009"/>
                  </a:lnTo>
                  <a:lnTo>
                    <a:pt x="1166393" y="13675"/>
                  </a:lnTo>
                  <a:lnTo>
                    <a:pt x="1170367" y="18890"/>
                  </a:lnTo>
                  <a:lnTo>
                    <a:pt x="1172975" y="23801"/>
                  </a:lnTo>
                  <a:lnTo>
                    <a:pt x="1174795" y="30551"/>
                  </a:lnTo>
                  <a:lnTo>
                    <a:pt x="1174838" y="30711"/>
                  </a:lnTo>
                  <a:lnTo>
                    <a:pt x="1175956" y="39622"/>
                  </a:lnTo>
                  <a:lnTo>
                    <a:pt x="1176328" y="50528"/>
                  </a:lnTo>
                  <a:lnTo>
                    <a:pt x="1176052" y="58634"/>
                  </a:lnTo>
                  <a:lnTo>
                    <a:pt x="1161426" y="90163"/>
                  </a:lnTo>
                  <a:lnTo>
                    <a:pt x="1179595" y="90163"/>
                  </a:lnTo>
                  <a:lnTo>
                    <a:pt x="1189368" y="50528"/>
                  </a:lnTo>
                  <a:lnTo>
                    <a:pt x="1189368" y="41025"/>
                  </a:lnTo>
                  <a:lnTo>
                    <a:pt x="1188623" y="33376"/>
                  </a:lnTo>
                  <a:lnTo>
                    <a:pt x="1187009" y="27698"/>
                  </a:lnTo>
                  <a:lnTo>
                    <a:pt x="1185518" y="22135"/>
                  </a:lnTo>
                  <a:lnTo>
                    <a:pt x="1183407" y="17267"/>
                  </a:lnTo>
                  <a:lnTo>
                    <a:pt x="1179068" y="11009"/>
                  </a:lnTo>
                  <a:close/>
                </a:path>
                <a:path w="1397000" h="127000">
                  <a:moveTo>
                    <a:pt x="1226377" y="84716"/>
                  </a:moveTo>
                  <a:lnTo>
                    <a:pt x="1211847" y="84716"/>
                  </a:lnTo>
                  <a:lnTo>
                    <a:pt x="1211847" y="98276"/>
                  </a:lnTo>
                  <a:lnTo>
                    <a:pt x="1226377" y="98276"/>
                  </a:lnTo>
                  <a:lnTo>
                    <a:pt x="1226377" y="84716"/>
                  </a:lnTo>
                  <a:close/>
                </a:path>
                <a:path w="1397000" h="127000">
                  <a:moveTo>
                    <a:pt x="1259536" y="71852"/>
                  </a:moveTo>
                  <a:lnTo>
                    <a:pt x="1246123" y="72895"/>
                  </a:lnTo>
                  <a:lnTo>
                    <a:pt x="1246992" y="81008"/>
                  </a:lnTo>
                  <a:lnTo>
                    <a:pt x="1250346" y="87614"/>
                  </a:lnTo>
                  <a:lnTo>
                    <a:pt x="1256307" y="92481"/>
                  </a:lnTo>
                  <a:lnTo>
                    <a:pt x="1262268" y="97465"/>
                  </a:lnTo>
                  <a:lnTo>
                    <a:pt x="1269968" y="99898"/>
                  </a:lnTo>
                  <a:lnTo>
                    <a:pt x="1279406" y="99898"/>
                  </a:lnTo>
                  <a:lnTo>
                    <a:pt x="1287603" y="99161"/>
                  </a:lnTo>
                  <a:lnTo>
                    <a:pt x="1294868" y="96957"/>
                  </a:lnTo>
                  <a:lnTo>
                    <a:pt x="1301201" y="93298"/>
                  </a:lnTo>
                  <a:lnTo>
                    <a:pt x="1304519" y="90163"/>
                  </a:lnTo>
                  <a:lnTo>
                    <a:pt x="1274314" y="90163"/>
                  </a:lnTo>
                  <a:lnTo>
                    <a:pt x="1269968" y="88657"/>
                  </a:lnTo>
                  <a:lnTo>
                    <a:pt x="1266366" y="85528"/>
                  </a:lnTo>
                  <a:lnTo>
                    <a:pt x="1262765" y="82514"/>
                  </a:lnTo>
                  <a:lnTo>
                    <a:pt x="1260529" y="77995"/>
                  </a:lnTo>
                  <a:lnTo>
                    <a:pt x="1259536" y="71852"/>
                  </a:lnTo>
                  <a:close/>
                </a:path>
                <a:path w="1397000" h="127000">
                  <a:moveTo>
                    <a:pt x="1307225" y="44618"/>
                  </a:moveTo>
                  <a:lnTo>
                    <a:pt x="1285740" y="44618"/>
                  </a:lnTo>
                  <a:lnTo>
                    <a:pt x="1291080" y="46588"/>
                  </a:lnTo>
                  <a:lnTo>
                    <a:pt x="1299277" y="54469"/>
                  </a:lnTo>
                  <a:lnTo>
                    <a:pt x="1301264" y="59800"/>
                  </a:lnTo>
                  <a:lnTo>
                    <a:pt x="1301264" y="73707"/>
                  </a:lnTo>
                  <a:lnTo>
                    <a:pt x="1299152" y="79385"/>
                  </a:lnTo>
                  <a:lnTo>
                    <a:pt x="1290707" y="87961"/>
                  </a:lnTo>
                  <a:lnTo>
                    <a:pt x="1285491" y="90163"/>
                  </a:lnTo>
                  <a:lnTo>
                    <a:pt x="1304519" y="90163"/>
                  </a:lnTo>
                  <a:lnTo>
                    <a:pt x="1306604" y="88193"/>
                  </a:lnTo>
                  <a:lnTo>
                    <a:pt x="1312068" y="81819"/>
                  </a:lnTo>
                  <a:lnTo>
                    <a:pt x="1314800" y="74286"/>
                  </a:lnTo>
                  <a:lnTo>
                    <a:pt x="1314800" y="56323"/>
                  </a:lnTo>
                  <a:lnTo>
                    <a:pt x="1311791" y="49022"/>
                  </a:lnTo>
                  <a:lnTo>
                    <a:pt x="1311696" y="48790"/>
                  </a:lnTo>
                  <a:lnTo>
                    <a:pt x="1307225" y="44618"/>
                  </a:lnTo>
                  <a:close/>
                </a:path>
                <a:path w="1397000" h="127000">
                  <a:moveTo>
                    <a:pt x="1309957" y="2897"/>
                  </a:moveTo>
                  <a:lnTo>
                    <a:pt x="1258418" y="2897"/>
                  </a:lnTo>
                  <a:lnTo>
                    <a:pt x="1248359" y="52614"/>
                  </a:lnTo>
                  <a:lnTo>
                    <a:pt x="1260281" y="54005"/>
                  </a:lnTo>
                  <a:lnTo>
                    <a:pt x="1262268" y="51224"/>
                  </a:lnTo>
                  <a:lnTo>
                    <a:pt x="1264752" y="49022"/>
                  </a:lnTo>
                  <a:lnTo>
                    <a:pt x="1271458" y="45545"/>
                  </a:lnTo>
                  <a:lnTo>
                    <a:pt x="1275059" y="44618"/>
                  </a:lnTo>
                  <a:lnTo>
                    <a:pt x="1307225" y="44618"/>
                  </a:lnTo>
                  <a:lnTo>
                    <a:pt x="1305486" y="42995"/>
                  </a:lnTo>
                  <a:lnTo>
                    <a:pt x="1302564" y="40214"/>
                  </a:lnTo>
                  <a:lnTo>
                    <a:pt x="1263013" y="40214"/>
                  </a:lnTo>
                  <a:lnTo>
                    <a:pt x="1268602" y="14254"/>
                  </a:lnTo>
                  <a:lnTo>
                    <a:pt x="1309957" y="14254"/>
                  </a:lnTo>
                  <a:lnTo>
                    <a:pt x="1309957" y="2897"/>
                  </a:lnTo>
                  <a:close/>
                </a:path>
                <a:path w="1397000" h="127000">
                  <a:moveTo>
                    <a:pt x="1291577" y="34188"/>
                  </a:moveTo>
                  <a:lnTo>
                    <a:pt x="1275805" y="34188"/>
                  </a:lnTo>
                  <a:lnTo>
                    <a:pt x="1269223" y="36158"/>
                  </a:lnTo>
                  <a:lnTo>
                    <a:pt x="1263013" y="40214"/>
                  </a:lnTo>
                  <a:lnTo>
                    <a:pt x="1302564" y="40214"/>
                  </a:lnTo>
                  <a:lnTo>
                    <a:pt x="1299277" y="37085"/>
                  </a:lnTo>
                  <a:lnTo>
                    <a:pt x="1291577" y="34188"/>
                  </a:lnTo>
                  <a:close/>
                </a:path>
                <a:path w="1397000" h="127000">
                  <a:moveTo>
                    <a:pt x="1368326" y="1158"/>
                  </a:moveTo>
                  <a:lnTo>
                    <a:pt x="1355286" y="1158"/>
                  </a:lnTo>
                  <a:lnTo>
                    <a:pt x="1348953" y="3129"/>
                  </a:lnTo>
                  <a:lnTo>
                    <a:pt x="1329193" y="42421"/>
                  </a:lnTo>
                  <a:lnTo>
                    <a:pt x="1328958" y="50528"/>
                  </a:lnTo>
                  <a:lnTo>
                    <a:pt x="1329518" y="61455"/>
                  </a:lnTo>
                  <a:lnTo>
                    <a:pt x="1349418" y="97392"/>
                  </a:lnTo>
                  <a:lnTo>
                    <a:pt x="1362738" y="99898"/>
                  </a:lnTo>
                  <a:lnTo>
                    <a:pt x="1370313" y="99898"/>
                  </a:lnTo>
                  <a:lnTo>
                    <a:pt x="1376647" y="98044"/>
                  </a:lnTo>
                  <a:lnTo>
                    <a:pt x="1386582" y="90395"/>
                  </a:lnTo>
                  <a:lnTo>
                    <a:pt x="1386744" y="90163"/>
                  </a:lnTo>
                  <a:lnTo>
                    <a:pt x="1356901" y="90163"/>
                  </a:lnTo>
                  <a:lnTo>
                    <a:pt x="1352057" y="87498"/>
                  </a:lnTo>
                  <a:lnTo>
                    <a:pt x="1342122" y="50528"/>
                  </a:lnTo>
                  <a:lnTo>
                    <a:pt x="1342418" y="42421"/>
                  </a:lnTo>
                  <a:lnTo>
                    <a:pt x="1342520" y="39622"/>
                  </a:lnTo>
                  <a:lnTo>
                    <a:pt x="1356777" y="11009"/>
                  </a:lnTo>
                  <a:lnTo>
                    <a:pt x="1386217" y="11009"/>
                  </a:lnTo>
                  <a:lnTo>
                    <a:pt x="1385092" y="9387"/>
                  </a:lnTo>
                  <a:lnTo>
                    <a:pt x="1381615" y="6374"/>
                  </a:lnTo>
                  <a:lnTo>
                    <a:pt x="1373170" y="2201"/>
                  </a:lnTo>
                  <a:lnTo>
                    <a:pt x="1368326" y="1158"/>
                  </a:lnTo>
                  <a:close/>
                </a:path>
                <a:path w="1397000" h="127000">
                  <a:moveTo>
                    <a:pt x="1386217" y="11009"/>
                  </a:moveTo>
                  <a:lnTo>
                    <a:pt x="1368575" y="11009"/>
                  </a:lnTo>
                  <a:lnTo>
                    <a:pt x="1373542" y="13675"/>
                  </a:lnTo>
                  <a:lnTo>
                    <a:pt x="1377516" y="18890"/>
                  </a:lnTo>
                  <a:lnTo>
                    <a:pt x="1380124" y="23801"/>
                  </a:lnTo>
                  <a:lnTo>
                    <a:pt x="1381944" y="30551"/>
                  </a:lnTo>
                  <a:lnTo>
                    <a:pt x="1381987" y="30711"/>
                  </a:lnTo>
                  <a:lnTo>
                    <a:pt x="1383105" y="39622"/>
                  </a:lnTo>
                  <a:lnTo>
                    <a:pt x="1383477" y="50528"/>
                  </a:lnTo>
                  <a:lnTo>
                    <a:pt x="1383201" y="58634"/>
                  </a:lnTo>
                  <a:lnTo>
                    <a:pt x="1368575" y="90163"/>
                  </a:lnTo>
                  <a:lnTo>
                    <a:pt x="1386744" y="90163"/>
                  </a:lnTo>
                  <a:lnTo>
                    <a:pt x="1396517" y="50528"/>
                  </a:lnTo>
                  <a:lnTo>
                    <a:pt x="1396517" y="41025"/>
                  </a:lnTo>
                  <a:lnTo>
                    <a:pt x="1395772" y="33376"/>
                  </a:lnTo>
                  <a:lnTo>
                    <a:pt x="1394158" y="27698"/>
                  </a:lnTo>
                  <a:lnTo>
                    <a:pt x="1392668" y="22135"/>
                  </a:lnTo>
                  <a:lnTo>
                    <a:pt x="1390556" y="17267"/>
                  </a:lnTo>
                  <a:lnTo>
                    <a:pt x="1386217" y="110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2265473" y="1564685"/>
              <a:ext cx="371475" cy="0"/>
            </a:xfrm>
            <a:custGeom>
              <a:avLst/>
              <a:gdLst/>
              <a:ahLst/>
              <a:cxnLst/>
              <a:rect l="l" t="t" r="r" b="b"/>
              <a:pathLst>
                <a:path w="371475" h="0">
                  <a:moveTo>
                    <a:pt x="0" y="0"/>
                  </a:moveTo>
                  <a:lnTo>
                    <a:pt x="371452" y="0"/>
                  </a:lnTo>
                </a:path>
              </a:pathLst>
            </a:custGeom>
            <a:ln w="579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2414004" y="1529917"/>
              <a:ext cx="74930" cy="69850"/>
            </a:xfrm>
            <a:custGeom>
              <a:avLst/>
              <a:gdLst/>
              <a:ahLst/>
              <a:cxnLst/>
              <a:rect l="l" t="t" r="r" b="b"/>
              <a:pathLst>
                <a:path w="74930" h="69850">
                  <a:moveTo>
                    <a:pt x="37257" y="0"/>
                  </a:moveTo>
                  <a:lnTo>
                    <a:pt x="37257" y="69535"/>
                  </a:lnTo>
                </a:path>
                <a:path w="74930" h="69850">
                  <a:moveTo>
                    <a:pt x="0" y="34767"/>
                  </a:moveTo>
                  <a:lnTo>
                    <a:pt x="74514" y="34767"/>
                  </a:lnTo>
                </a:path>
                <a:path w="74930" h="69850">
                  <a:moveTo>
                    <a:pt x="10928" y="10198"/>
                  </a:moveTo>
                  <a:lnTo>
                    <a:pt x="63585" y="59452"/>
                  </a:lnTo>
                </a:path>
                <a:path w="74930" h="69850">
                  <a:moveTo>
                    <a:pt x="10928" y="59452"/>
                  </a:moveTo>
                  <a:lnTo>
                    <a:pt x="63585" y="10198"/>
                  </a:lnTo>
                </a:path>
              </a:pathLst>
            </a:custGeom>
            <a:ln w="600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2671326" y="1705146"/>
              <a:ext cx="1397635" cy="127000"/>
            </a:xfrm>
            <a:custGeom>
              <a:avLst/>
              <a:gdLst/>
              <a:ahLst/>
              <a:cxnLst/>
              <a:rect l="l" t="t" r="r" b="b"/>
              <a:pathLst>
                <a:path w="1397635" h="127000">
                  <a:moveTo>
                    <a:pt x="12915" y="66174"/>
                  </a:moveTo>
                  <a:lnTo>
                    <a:pt x="0" y="67333"/>
                  </a:lnTo>
                  <a:lnTo>
                    <a:pt x="124" y="73707"/>
                  </a:lnTo>
                  <a:lnTo>
                    <a:pt x="2111" y="79501"/>
                  </a:lnTo>
                  <a:lnTo>
                    <a:pt x="5712" y="84601"/>
                  </a:lnTo>
                  <a:lnTo>
                    <a:pt x="9314" y="89816"/>
                  </a:lnTo>
                  <a:lnTo>
                    <a:pt x="14281" y="93640"/>
                  </a:lnTo>
                  <a:lnTo>
                    <a:pt x="26949" y="98739"/>
                  </a:lnTo>
                  <a:lnTo>
                    <a:pt x="34773" y="100014"/>
                  </a:lnTo>
                  <a:lnTo>
                    <a:pt x="51538" y="100014"/>
                  </a:lnTo>
                  <a:lnTo>
                    <a:pt x="58120" y="98739"/>
                  </a:lnTo>
                  <a:lnTo>
                    <a:pt x="70043" y="93640"/>
                  </a:lnTo>
                  <a:lnTo>
                    <a:pt x="74514" y="90163"/>
                  </a:lnTo>
                  <a:lnTo>
                    <a:pt x="75600" y="88541"/>
                  </a:lnTo>
                  <a:lnTo>
                    <a:pt x="37629" y="88541"/>
                  </a:lnTo>
                  <a:lnTo>
                    <a:pt x="32289" y="87498"/>
                  </a:lnTo>
                  <a:lnTo>
                    <a:pt x="13063" y="67333"/>
                  </a:lnTo>
                  <a:lnTo>
                    <a:pt x="12945" y="66406"/>
                  </a:lnTo>
                  <a:lnTo>
                    <a:pt x="12915" y="66174"/>
                  </a:lnTo>
                  <a:close/>
                </a:path>
                <a:path w="1397635" h="127000">
                  <a:moveTo>
                    <a:pt x="48061" y="0"/>
                  </a:moveTo>
                  <a:lnTo>
                    <a:pt x="33407" y="0"/>
                  </a:lnTo>
                  <a:lnTo>
                    <a:pt x="27073" y="1158"/>
                  </a:lnTo>
                  <a:lnTo>
                    <a:pt x="3974" y="21787"/>
                  </a:lnTo>
                  <a:lnTo>
                    <a:pt x="3974" y="31059"/>
                  </a:lnTo>
                  <a:lnTo>
                    <a:pt x="5091" y="35115"/>
                  </a:lnTo>
                  <a:lnTo>
                    <a:pt x="7575" y="38707"/>
                  </a:lnTo>
                  <a:lnTo>
                    <a:pt x="9935" y="42300"/>
                  </a:lnTo>
                  <a:lnTo>
                    <a:pt x="48185" y="55859"/>
                  </a:lnTo>
                  <a:lnTo>
                    <a:pt x="54271" y="57482"/>
                  </a:lnTo>
                  <a:lnTo>
                    <a:pt x="57003" y="58409"/>
                  </a:lnTo>
                  <a:lnTo>
                    <a:pt x="61349" y="60031"/>
                  </a:lnTo>
                  <a:lnTo>
                    <a:pt x="64454" y="61886"/>
                  </a:lnTo>
                  <a:lnTo>
                    <a:pt x="66317" y="64204"/>
                  </a:lnTo>
                  <a:lnTo>
                    <a:pt x="68304" y="66406"/>
                  </a:lnTo>
                  <a:lnTo>
                    <a:pt x="69173" y="69071"/>
                  </a:lnTo>
                  <a:lnTo>
                    <a:pt x="69173" y="75097"/>
                  </a:lnTo>
                  <a:lnTo>
                    <a:pt x="48682" y="88541"/>
                  </a:lnTo>
                  <a:lnTo>
                    <a:pt x="75600" y="88541"/>
                  </a:lnTo>
                  <a:lnTo>
                    <a:pt x="77618" y="85528"/>
                  </a:lnTo>
                  <a:lnTo>
                    <a:pt x="80847" y="81008"/>
                  </a:lnTo>
                  <a:lnTo>
                    <a:pt x="82462" y="76140"/>
                  </a:lnTo>
                  <a:lnTo>
                    <a:pt x="82462" y="65826"/>
                  </a:lnTo>
                  <a:lnTo>
                    <a:pt x="80971" y="61306"/>
                  </a:lnTo>
                  <a:lnTo>
                    <a:pt x="30674" y="38939"/>
                  </a:lnTo>
                  <a:lnTo>
                    <a:pt x="23844" y="36621"/>
                  </a:lnTo>
                  <a:lnTo>
                    <a:pt x="21112" y="34419"/>
                  </a:lnTo>
                  <a:lnTo>
                    <a:pt x="18504" y="32102"/>
                  </a:lnTo>
                  <a:lnTo>
                    <a:pt x="17138" y="29320"/>
                  </a:lnTo>
                  <a:lnTo>
                    <a:pt x="17138" y="21787"/>
                  </a:lnTo>
                  <a:lnTo>
                    <a:pt x="19001" y="18426"/>
                  </a:lnTo>
                  <a:lnTo>
                    <a:pt x="26267" y="12979"/>
                  </a:lnTo>
                  <a:lnTo>
                    <a:pt x="25562" y="12979"/>
                  </a:lnTo>
                  <a:lnTo>
                    <a:pt x="32662" y="11357"/>
                  </a:lnTo>
                  <a:lnTo>
                    <a:pt x="72609" y="11357"/>
                  </a:lnTo>
                  <a:lnTo>
                    <a:pt x="71036" y="9155"/>
                  </a:lnTo>
                  <a:lnTo>
                    <a:pt x="66565" y="5794"/>
                  </a:lnTo>
                  <a:lnTo>
                    <a:pt x="54767" y="1158"/>
                  </a:lnTo>
                  <a:lnTo>
                    <a:pt x="48061" y="0"/>
                  </a:lnTo>
                  <a:close/>
                </a:path>
                <a:path w="1397635" h="127000">
                  <a:moveTo>
                    <a:pt x="72609" y="11357"/>
                  </a:moveTo>
                  <a:lnTo>
                    <a:pt x="48930" y="11357"/>
                  </a:lnTo>
                  <a:lnTo>
                    <a:pt x="55350" y="12979"/>
                  </a:lnTo>
                  <a:lnTo>
                    <a:pt x="55043" y="12979"/>
                  </a:lnTo>
                  <a:lnTo>
                    <a:pt x="63088" y="19122"/>
                  </a:lnTo>
                  <a:lnTo>
                    <a:pt x="65448" y="23757"/>
                  </a:lnTo>
                  <a:lnTo>
                    <a:pt x="66078" y="28857"/>
                  </a:lnTo>
                  <a:lnTo>
                    <a:pt x="66193" y="29784"/>
                  </a:lnTo>
                  <a:lnTo>
                    <a:pt x="79357" y="28857"/>
                  </a:lnTo>
                  <a:lnTo>
                    <a:pt x="74265" y="13675"/>
                  </a:lnTo>
                  <a:lnTo>
                    <a:pt x="72609" y="11357"/>
                  </a:lnTo>
                  <a:close/>
                </a:path>
                <a:path w="1397635" h="127000">
                  <a:moveTo>
                    <a:pt x="140831" y="26771"/>
                  </a:moveTo>
                  <a:lnTo>
                    <a:pt x="126301" y="26771"/>
                  </a:lnTo>
                  <a:lnTo>
                    <a:pt x="120340" y="28161"/>
                  </a:lnTo>
                  <a:lnTo>
                    <a:pt x="114751" y="30943"/>
                  </a:lnTo>
                  <a:lnTo>
                    <a:pt x="109287" y="33840"/>
                  </a:lnTo>
                  <a:lnTo>
                    <a:pt x="105189" y="38128"/>
                  </a:lnTo>
                  <a:lnTo>
                    <a:pt x="102581" y="43691"/>
                  </a:lnTo>
                  <a:lnTo>
                    <a:pt x="99848" y="49369"/>
                  </a:lnTo>
                  <a:lnTo>
                    <a:pt x="98482" y="55975"/>
                  </a:lnTo>
                  <a:lnTo>
                    <a:pt x="98482" y="63624"/>
                  </a:lnTo>
                  <a:lnTo>
                    <a:pt x="118741" y="97551"/>
                  </a:lnTo>
                  <a:lnTo>
                    <a:pt x="132635" y="99898"/>
                  </a:lnTo>
                  <a:lnTo>
                    <a:pt x="140831" y="99898"/>
                  </a:lnTo>
                  <a:lnTo>
                    <a:pt x="147786" y="97696"/>
                  </a:lnTo>
                  <a:lnTo>
                    <a:pt x="153374" y="93061"/>
                  </a:lnTo>
                  <a:lnTo>
                    <a:pt x="156957" y="90163"/>
                  </a:lnTo>
                  <a:lnTo>
                    <a:pt x="126301" y="90163"/>
                  </a:lnTo>
                  <a:lnTo>
                    <a:pt x="121209" y="88077"/>
                  </a:lnTo>
                  <a:lnTo>
                    <a:pt x="113509" y="79501"/>
                  </a:lnTo>
                  <a:lnTo>
                    <a:pt x="111646" y="72664"/>
                  </a:lnTo>
                  <a:lnTo>
                    <a:pt x="111646" y="54005"/>
                  </a:lnTo>
                  <a:lnTo>
                    <a:pt x="113633" y="47167"/>
                  </a:lnTo>
                  <a:lnTo>
                    <a:pt x="121582" y="38591"/>
                  </a:lnTo>
                  <a:lnTo>
                    <a:pt x="126798" y="36505"/>
                  </a:lnTo>
                  <a:lnTo>
                    <a:pt x="157995" y="36505"/>
                  </a:lnTo>
                  <a:lnTo>
                    <a:pt x="152753" y="32449"/>
                  </a:lnTo>
                  <a:lnTo>
                    <a:pt x="147537" y="28625"/>
                  </a:lnTo>
                  <a:lnTo>
                    <a:pt x="140831" y="26771"/>
                  </a:lnTo>
                  <a:close/>
                </a:path>
                <a:path w="1397635" h="127000">
                  <a:moveTo>
                    <a:pt x="151387" y="72664"/>
                  </a:moveTo>
                  <a:lnTo>
                    <a:pt x="150518" y="78574"/>
                  </a:lnTo>
                  <a:lnTo>
                    <a:pt x="148407" y="82978"/>
                  </a:lnTo>
                  <a:lnTo>
                    <a:pt x="141700" y="88773"/>
                  </a:lnTo>
                  <a:lnTo>
                    <a:pt x="137478" y="90163"/>
                  </a:lnTo>
                  <a:lnTo>
                    <a:pt x="156957" y="90163"/>
                  </a:lnTo>
                  <a:lnTo>
                    <a:pt x="158963" y="88541"/>
                  </a:lnTo>
                  <a:lnTo>
                    <a:pt x="162564" y="82283"/>
                  </a:lnTo>
                  <a:lnTo>
                    <a:pt x="163930" y="74170"/>
                  </a:lnTo>
                  <a:lnTo>
                    <a:pt x="151387" y="72664"/>
                  </a:lnTo>
                  <a:close/>
                </a:path>
                <a:path w="1397635" h="127000">
                  <a:moveTo>
                    <a:pt x="157916" y="36505"/>
                  </a:moveTo>
                  <a:lnTo>
                    <a:pt x="137478" y="36505"/>
                  </a:lnTo>
                  <a:lnTo>
                    <a:pt x="141079" y="37664"/>
                  </a:lnTo>
                  <a:lnTo>
                    <a:pt x="144060" y="40098"/>
                  </a:lnTo>
                  <a:lnTo>
                    <a:pt x="147041" y="42416"/>
                  </a:lnTo>
                  <a:lnTo>
                    <a:pt x="149152" y="46009"/>
                  </a:lnTo>
                  <a:lnTo>
                    <a:pt x="150270" y="50644"/>
                  </a:lnTo>
                  <a:lnTo>
                    <a:pt x="162689" y="48906"/>
                  </a:lnTo>
                  <a:lnTo>
                    <a:pt x="161320" y="42416"/>
                  </a:lnTo>
                  <a:lnTo>
                    <a:pt x="161198" y="41836"/>
                  </a:lnTo>
                  <a:lnTo>
                    <a:pt x="157916" y="36505"/>
                  </a:lnTo>
                  <a:close/>
                </a:path>
                <a:path w="1397635" h="127000">
                  <a:moveTo>
                    <a:pt x="235086" y="36505"/>
                  </a:moveTo>
                  <a:lnTo>
                    <a:pt x="213234" y="36505"/>
                  </a:lnTo>
                  <a:lnTo>
                    <a:pt x="218077" y="37896"/>
                  </a:lnTo>
                  <a:lnTo>
                    <a:pt x="223666" y="42532"/>
                  </a:lnTo>
                  <a:lnTo>
                    <a:pt x="224908" y="46009"/>
                  </a:lnTo>
                  <a:lnTo>
                    <a:pt x="224784" y="53889"/>
                  </a:lnTo>
                  <a:lnTo>
                    <a:pt x="219940" y="55512"/>
                  </a:lnTo>
                  <a:lnTo>
                    <a:pt x="212489" y="56786"/>
                  </a:lnTo>
                  <a:lnTo>
                    <a:pt x="197089" y="58525"/>
                  </a:lnTo>
                  <a:lnTo>
                    <a:pt x="193364" y="59104"/>
                  </a:lnTo>
                  <a:lnTo>
                    <a:pt x="190880" y="59800"/>
                  </a:lnTo>
                  <a:lnTo>
                    <a:pt x="187527" y="60611"/>
                  </a:lnTo>
                  <a:lnTo>
                    <a:pt x="184422" y="61886"/>
                  </a:lnTo>
                  <a:lnTo>
                    <a:pt x="172624" y="76488"/>
                  </a:lnTo>
                  <a:lnTo>
                    <a:pt x="172624" y="85759"/>
                  </a:lnTo>
                  <a:lnTo>
                    <a:pt x="174478" y="89700"/>
                  </a:lnTo>
                  <a:lnTo>
                    <a:pt x="174587" y="89932"/>
                  </a:lnTo>
                  <a:lnTo>
                    <a:pt x="174995" y="90627"/>
                  </a:lnTo>
                  <a:lnTo>
                    <a:pt x="183677" y="98044"/>
                  </a:lnTo>
                  <a:lnTo>
                    <a:pt x="190010" y="99898"/>
                  </a:lnTo>
                  <a:lnTo>
                    <a:pt x="203299" y="99898"/>
                  </a:lnTo>
                  <a:lnTo>
                    <a:pt x="207894" y="99203"/>
                  </a:lnTo>
                  <a:lnTo>
                    <a:pt x="212240" y="97580"/>
                  </a:lnTo>
                  <a:lnTo>
                    <a:pt x="216711" y="96074"/>
                  </a:lnTo>
                  <a:lnTo>
                    <a:pt x="221182" y="93408"/>
                  </a:lnTo>
                  <a:lnTo>
                    <a:pt x="224722" y="90627"/>
                  </a:lnTo>
                  <a:lnTo>
                    <a:pt x="196344" y="90627"/>
                  </a:lnTo>
                  <a:lnTo>
                    <a:pt x="193032" y="89700"/>
                  </a:lnTo>
                  <a:lnTo>
                    <a:pt x="192763" y="89700"/>
                  </a:lnTo>
                  <a:lnTo>
                    <a:pt x="190155" y="87614"/>
                  </a:lnTo>
                  <a:lnTo>
                    <a:pt x="187527" y="85296"/>
                  </a:lnTo>
                  <a:lnTo>
                    <a:pt x="186223" y="82862"/>
                  </a:lnTo>
                  <a:lnTo>
                    <a:pt x="186160" y="77531"/>
                  </a:lnTo>
                  <a:lnTo>
                    <a:pt x="186781" y="75561"/>
                  </a:lnTo>
                  <a:lnTo>
                    <a:pt x="213358" y="66406"/>
                  </a:lnTo>
                  <a:lnTo>
                    <a:pt x="220189" y="64899"/>
                  </a:lnTo>
                  <a:lnTo>
                    <a:pt x="224784" y="63161"/>
                  </a:lnTo>
                  <a:lnTo>
                    <a:pt x="237699" y="63161"/>
                  </a:lnTo>
                  <a:lnTo>
                    <a:pt x="237699" y="47863"/>
                  </a:lnTo>
                  <a:lnTo>
                    <a:pt x="237571" y="46009"/>
                  </a:lnTo>
                  <a:lnTo>
                    <a:pt x="237451" y="44270"/>
                  </a:lnTo>
                  <a:lnTo>
                    <a:pt x="237141" y="42532"/>
                  </a:lnTo>
                  <a:lnTo>
                    <a:pt x="237078" y="42184"/>
                  </a:lnTo>
                  <a:lnTo>
                    <a:pt x="236413" y="39287"/>
                  </a:lnTo>
                  <a:lnTo>
                    <a:pt x="236333" y="38939"/>
                  </a:lnTo>
                  <a:lnTo>
                    <a:pt x="235086" y="36505"/>
                  </a:lnTo>
                  <a:close/>
                </a:path>
                <a:path w="1397635" h="127000">
                  <a:moveTo>
                    <a:pt x="237699" y="63161"/>
                  </a:moveTo>
                  <a:lnTo>
                    <a:pt x="224784" y="63161"/>
                  </a:lnTo>
                  <a:lnTo>
                    <a:pt x="224692" y="73359"/>
                  </a:lnTo>
                  <a:lnTo>
                    <a:pt x="224199" y="76488"/>
                  </a:lnTo>
                  <a:lnTo>
                    <a:pt x="224163" y="76720"/>
                  </a:lnTo>
                  <a:lnTo>
                    <a:pt x="222797" y="79385"/>
                  </a:lnTo>
                  <a:lnTo>
                    <a:pt x="221058" y="82862"/>
                  </a:lnTo>
                  <a:lnTo>
                    <a:pt x="218559" y="85296"/>
                  </a:lnTo>
                  <a:lnTo>
                    <a:pt x="217975" y="85759"/>
                  </a:lnTo>
                  <a:lnTo>
                    <a:pt x="214352" y="87614"/>
                  </a:lnTo>
                  <a:lnTo>
                    <a:pt x="210407" y="89700"/>
                  </a:lnTo>
                  <a:lnTo>
                    <a:pt x="225901" y="89700"/>
                  </a:lnTo>
                  <a:lnTo>
                    <a:pt x="226274" y="92945"/>
                  </a:lnTo>
                  <a:lnTo>
                    <a:pt x="227074" y="95610"/>
                  </a:lnTo>
                  <a:lnTo>
                    <a:pt x="227143" y="95842"/>
                  </a:lnTo>
                  <a:lnTo>
                    <a:pt x="228385" y="98392"/>
                  </a:lnTo>
                  <a:lnTo>
                    <a:pt x="241673" y="98392"/>
                  </a:lnTo>
                  <a:lnTo>
                    <a:pt x="240432" y="96074"/>
                  </a:lnTo>
                  <a:lnTo>
                    <a:pt x="240307" y="95842"/>
                  </a:lnTo>
                  <a:lnTo>
                    <a:pt x="240183" y="95610"/>
                  </a:lnTo>
                  <a:lnTo>
                    <a:pt x="239112" y="92945"/>
                  </a:lnTo>
                  <a:lnTo>
                    <a:pt x="238688" y="90627"/>
                  </a:lnTo>
                  <a:lnTo>
                    <a:pt x="238569" y="89932"/>
                  </a:lnTo>
                  <a:lnTo>
                    <a:pt x="238072" y="87614"/>
                  </a:lnTo>
                  <a:lnTo>
                    <a:pt x="237948" y="87034"/>
                  </a:lnTo>
                  <a:lnTo>
                    <a:pt x="237886" y="85296"/>
                  </a:lnTo>
                  <a:lnTo>
                    <a:pt x="237799" y="82862"/>
                  </a:lnTo>
                  <a:lnTo>
                    <a:pt x="237699" y="63161"/>
                  </a:lnTo>
                  <a:close/>
                </a:path>
                <a:path w="1397635" h="127000">
                  <a:moveTo>
                    <a:pt x="225901" y="89700"/>
                  </a:moveTo>
                  <a:lnTo>
                    <a:pt x="210129" y="89700"/>
                  </a:lnTo>
                  <a:lnTo>
                    <a:pt x="206155" y="90627"/>
                  </a:lnTo>
                  <a:lnTo>
                    <a:pt x="224722" y="90627"/>
                  </a:lnTo>
                  <a:lnTo>
                    <a:pt x="225901" y="89700"/>
                  </a:lnTo>
                  <a:close/>
                </a:path>
                <a:path w="1397635" h="127000">
                  <a:moveTo>
                    <a:pt x="215097" y="26771"/>
                  </a:moveTo>
                  <a:lnTo>
                    <a:pt x="202181" y="26771"/>
                  </a:lnTo>
                  <a:lnTo>
                    <a:pt x="196592" y="27582"/>
                  </a:lnTo>
                  <a:lnTo>
                    <a:pt x="186781" y="30827"/>
                  </a:lnTo>
                  <a:lnTo>
                    <a:pt x="182932" y="33260"/>
                  </a:lnTo>
                  <a:lnTo>
                    <a:pt x="180448" y="36274"/>
                  </a:lnTo>
                  <a:lnTo>
                    <a:pt x="177840" y="39287"/>
                  </a:lnTo>
                  <a:lnTo>
                    <a:pt x="175977" y="43343"/>
                  </a:lnTo>
                  <a:lnTo>
                    <a:pt x="174963" y="47863"/>
                  </a:lnTo>
                  <a:lnTo>
                    <a:pt x="174859" y="48326"/>
                  </a:lnTo>
                  <a:lnTo>
                    <a:pt x="187278" y="49833"/>
                  </a:lnTo>
                  <a:lnTo>
                    <a:pt x="188644" y="44966"/>
                  </a:lnTo>
                  <a:lnTo>
                    <a:pt x="190756" y="41489"/>
                  </a:lnTo>
                  <a:lnTo>
                    <a:pt x="196468" y="37548"/>
                  </a:lnTo>
                  <a:lnTo>
                    <a:pt x="200815" y="36505"/>
                  </a:lnTo>
                  <a:lnTo>
                    <a:pt x="235086" y="36505"/>
                  </a:lnTo>
                  <a:lnTo>
                    <a:pt x="234967" y="36274"/>
                  </a:lnTo>
                  <a:lnTo>
                    <a:pt x="233104" y="34188"/>
                  </a:lnTo>
                  <a:lnTo>
                    <a:pt x="231242" y="31986"/>
                  </a:lnTo>
                  <a:lnTo>
                    <a:pt x="228261" y="30247"/>
                  </a:lnTo>
                  <a:lnTo>
                    <a:pt x="220644" y="27582"/>
                  </a:lnTo>
                  <a:lnTo>
                    <a:pt x="221182" y="27582"/>
                  </a:lnTo>
                  <a:lnTo>
                    <a:pt x="215097" y="26771"/>
                  </a:lnTo>
                  <a:close/>
                </a:path>
                <a:path w="1397635" h="127000">
                  <a:moveTo>
                    <a:pt x="272224" y="1738"/>
                  </a:moveTo>
                  <a:lnTo>
                    <a:pt x="259557" y="1738"/>
                  </a:lnTo>
                  <a:lnTo>
                    <a:pt x="259557" y="98392"/>
                  </a:lnTo>
                  <a:lnTo>
                    <a:pt x="272224" y="98392"/>
                  </a:lnTo>
                  <a:lnTo>
                    <a:pt x="272224" y="1738"/>
                  </a:lnTo>
                  <a:close/>
                </a:path>
                <a:path w="1397635" h="127000">
                  <a:moveTo>
                    <a:pt x="305756" y="1738"/>
                  </a:moveTo>
                  <a:lnTo>
                    <a:pt x="292964" y="1738"/>
                  </a:lnTo>
                  <a:lnTo>
                    <a:pt x="292964" y="15297"/>
                  </a:lnTo>
                  <a:lnTo>
                    <a:pt x="305756" y="15297"/>
                  </a:lnTo>
                  <a:lnTo>
                    <a:pt x="305756" y="1738"/>
                  </a:lnTo>
                  <a:close/>
                </a:path>
                <a:path w="1397635" h="127000">
                  <a:moveTo>
                    <a:pt x="305756" y="28277"/>
                  </a:moveTo>
                  <a:lnTo>
                    <a:pt x="292964" y="28277"/>
                  </a:lnTo>
                  <a:lnTo>
                    <a:pt x="292964" y="98392"/>
                  </a:lnTo>
                  <a:lnTo>
                    <a:pt x="305756" y="98392"/>
                  </a:lnTo>
                  <a:lnTo>
                    <a:pt x="305756" y="28277"/>
                  </a:lnTo>
                  <a:close/>
                </a:path>
                <a:path w="1397635" h="127000">
                  <a:moveTo>
                    <a:pt x="337548" y="28277"/>
                  </a:moveTo>
                  <a:lnTo>
                    <a:pt x="326123" y="28277"/>
                  </a:lnTo>
                  <a:lnTo>
                    <a:pt x="326123" y="98392"/>
                  </a:lnTo>
                  <a:lnTo>
                    <a:pt x="338790" y="98392"/>
                  </a:lnTo>
                  <a:lnTo>
                    <a:pt x="338867" y="50876"/>
                  </a:lnTo>
                  <a:lnTo>
                    <a:pt x="340777" y="45081"/>
                  </a:lnTo>
                  <a:lnTo>
                    <a:pt x="344751" y="41836"/>
                  </a:lnTo>
                  <a:lnTo>
                    <a:pt x="348601" y="38591"/>
                  </a:lnTo>
                  <a:lnTo>
                    <a:pt x="349612" y="38244"/>
                  </a:lnTo>
                  <a:lnTo>
                    <a:pt x="337548" y="38244"/>
                  </a:lnTo>
                  <a:lnTo>
                    <a:pt x="337548" y="28277"/>
                  </a:lnTo>
                  <a:close/>
                </a:path>
                <a:path w="1397635" h="127000">
                  <a:moveTo>
                    <a:pt x="383889" y="36969"/>
                  </a:moveTo>
                  <a:lnTo>
                    <a:pt x="362138" y="36969"/>
                  </a:lnTo>
                  <a:lnTo>
                    <a:pt x="365118" y="37780"/>
                  </a:lnTo>
                  <a:lnTo>
                    <a:pt x="370086" y="40562"/>
                  </a:lnTo>
                  <a:lnTo>
                    <a:pt x="371825" y="42532"/>
                  </a:lnTo>
                  <a:lnTo>
                    <a:pt x="372818" y="44850"/>
                  </a:lnTo>
                  <a:lnTo>
                    <a:pt x="373812" y="47283"/>
                  </a:lnTo>
                  <a:lnTo>
                    <a:pt x="374309" y="50876"/>
                  </a:lnTo>
                  <a:lnTo>
                    <a:pt x="374309" y="98392"/>
                  </a:lnTo>
                  <a:lnTo>
                    <a:pt x="387100" y="98392"/>
                  </a:lnTo>
                  <a:lnTo>
                    <a:pt x="387100" y="49833"/>
                  </a:lnTo>
                  <a:lnTo>
                    <a:pt x="386939" y="47283"/>
                  </a:lnTo>
                  <a:lnTo>
                    <a:pt x="386852" y="45893"/>
                  </a:lnTo>
                  <a:lnTo>
                    <a:pt x="385662" y="40562"/>
                  </a:lnTo>
                  <a:lnTo>
                    <a:pt x="385610" y="40330"/>
                  </a:lnTo>
                  <a:lnTo>
                    <a:pt x="384244" y="37433"/>
                  </a:lnTo>
                  <a:lnTo>
                    <a:pt x="383889" y="36969"/>
                  </a:lnTo>
                  <a:close/>
                </a:path>
                <a:path w="1397635" h="127000">
                  <a:moveTo>
                    <a:pt x="365864" y="26771"/>
                  </a:moveTo>
                  <a:lnTo>
                    <a:pt x="361393" y="26771"/>
                  </a:lnTo>
                  <a:lnTo>
                    <a:pt x="354034" y="27488"/>
                  </a:lnTo>
                  <a:lnTo>
                    <a:pt x="347608" y="29639"/>
                  </a:lnTo>
                  <a:lnTo>
                    <a:pt x="342112" y="33224"/>
                  </a:lnTo>
                  <a:lnTo>
                    <a:pt x="337548" y="38244"/>
                  </a:lnTo>
                  <a:lnTo>
                    <a:pt x="349612" y="38244"/>
                  </a:lnTo>
                  <a:lnTo>
                    <a:pt x="353320" y="36969"/>
                  </a:lnTo>
                  <a:lnTo>
                    <a:pt x="383889" y="36969"/>
                  </a:lnTo>
                  <a:lnTo>
                    <a:pt x="380518" y="32565"/>
                  </a:lnTo>
                  <a:lnTo>
                    <a:pt x="377662" y="30479"/>
                  </a:lnTo>
                  <a:lnTo>
                    <a:pt x="373812" y="28972"/>
                  </a:lnTo>
                  <a:lnTo>
                    <a:pt x="370140" y="27488"/>
                  </a:lnTo>
                  <a:lnTo>
                    <a:pt x="365864" y="26771"/>
                  </a:lnTo>
                  <a:close/>
                </a:path>
                <a:path w="1397635" h="127000">
                  <a:moveTo>
                    <a:pt x="406598" y="104186"/>
                  </a:moveTo>
                  <a:lnTo>
                    <a:pt x="427338" y="126785"/>
                  </a:lnTo>
                  <a:lnTo>
                    <a:pt x="443855" y="126785"/>
                  </a:lnTo>
                  <a:lnTo>
                    <a:pt x="450189" y="125394"/>
                  </a:lnTo>
                  <a:lnTo>
                    <a:pt x="455280" y="122845"/>
                  </a:lnTo>
                  <a:lnTo>
                    <a:pt x="460496" y="120179"/>
                  </a:lnTo>
                  <a:lnTo>
                    <a:pt x="463862" y="116934"/>
                  </a:lnTo>
                  <a:lnTo>
                    <a:pt x="430815" y="116934"/>
                  </a:lnTo>
                  <a:lnTo>
                    <a:pt x="426468" y="115775"/>
                  </a:lnTo>
                  <a:lnTo>
                    <a:pt x="421049" y="112067"/>
                  </a:lnTo>
                  <a:lnTo>
                    <a:pt x="420756" y="111719"/>
                  </a:lnTo>
                  <a:lnTo>
                    <a:pt x="419514" y="109401"/>
                  </a:lnTo>
                  <a:lnTo>
                    <a:pt x="419017" y="105809"/>
                  </a:lnTo>
                  <a:lnTo>
                    <a:pt x="406598" y="104186"/>
                  </a:lnTo>
                  <a:close/>
                </a:path>
                <a:path w="1397635" h="127000">
                  <a:moveTo>
                    <a:pt x="470183" y="89120"/>
                  </a:moveTo>
                  <a:lnTo>
                    <a:pt x="457268" y="89120"/>
                  </a:lnTo>
                  <a:lnTo>
                    <a:pt x="457226" y="97740"/>
                  </a:lnTo>
                  <a:lnTo>
                    <a:pt x="457126" y="99782"/>
                  </a:lnTo>
                  <a:lnTo>
                    <a:pt x="449816" y="113573"/>
                  </a:lnTo>
                  <a:lnTo>
                    <a:pt x="446711" y="115775"/>
                  </a:lnTo>
                  <a:lnTo>
                    <a:pt x="442116" y="116934"/>
                  </a:lnTo>
                  <a:lnTo>
                    <a:pt x="463862" y="116934"/>
                  </a:lnTo>
                  <a:lnTo>
                    <a:pt x="464222" y="116587"/>
                  </a:lnTo>
                  <a:lnTo>
                    <a:pt x="466768" y="111719"/>
                  </a:lnTo>
                  <a:lnTo>
                    <a:pt x="469066" y="107431"/>
                  </a:lnTo>
                  <a:lnTo>
                    <a:pt x="470183" y="99782"/>
                  </a:lnTo>
                  <a:lnTo>
                    <a:pt x="470183" y="89120"/>
                  </a:lnTo>
                  <a:close/>
                </a:path>
                <a:path w="1397635" h="127000">
                  <a:moveTo>
                    <a:pt x="445469" y="26771"/>
                  </a:moveTo>
                  <a:lnTo>
                    <a:pt x="429946" y="26771"/>
                  </a:lnTo>
                  <a:lnTo>
                    <a:pt x="424109" y="28277"/>
                  </a:lnTo>
                  <a:lnTo>
                    <a:pt x="419265" y="31406"/>
                  </a:lnTo>
                  <a:lnTo>
                    <a:pt x="414298" y="34419"/>
                  </a:lnTo>
                  <a:lnTo>
                    <a:pt x="410572" y="38823"/>
                  </a:lnTo>
                  <a:lnTo>
                    <a:pt x="407964" y="44386"/>
                  </a:lnTo>
                  <a:lnTo>
                    <a:pt x="405356" y="50065"/>
                  </a:lnTo>
                  <a:lnTo>
                    <a:pt x="404114" y="56207"/>
                  </a:lnTo>
                  <a:lnTo>
                    <a:pt x="404114" y="62929"/>
                  </a:lnTo>
                  <a:lnTo>
                    <a:pt x="429220" y="97740"/>
                  </a:lnTo>
                  <a:lnTo>
                    <a:pt x="436528" y="98392"/>
                  </a:lnTo>
                  <a:lnTo>
                    <a:pt x="444849" y="98392"/>
                  </a:lnTo>
                  <a:lnTo>
                    <a:pt x="451679" y="95263"/>
                  </a:lnTo>
                  <a:lnTo>
                    <a:pt x="457268" y="89120"/>
                  </a:lnTo>
                  <a:lnTo>
                    <a:pt x="470183" y="89120"/>
                  </a:lnTo>
                  <a:lnTo>
                    <a:pt x="470183" y="88541"/>
                  </a:lnTo>
                  <a:lnTo>
                    <a:pt x="431809" y="88541"/>
                  </a:lnTo>
                  <a:lnTo>
                    <a:pt x="426965" y="86455"/>
                  </a:lnTo>
                  <a:lnTo>
                    <a:pt x="419141" y="77995"/>
                  </a:lnTo>
                  <a:lnTo>
                    <a:pt x="417188" y="71389"/>
                  </a:lnTo>
                  <a:lnTo>
                    <a:pt x="417154" y="53657"/>
                  </a:lnTo>
                  <a:lnTo>
                    <a:pt x="419105" y="47399"/>
                  </a:lnTo>
                  <a:lnTo>
                    <a:pt x="421826" y="44386"/>
                  </a:lnTo>
                  <a:lnTo>
                    <a:pt x="426982" y="38823"/>
                  </a:lnTo>
                  <a:lnTo>
                    <a:pt x="426841" y="38823"/>
                  </a:lnTo>
                  <a:lnTo>
                    <a:pt x="431809" y="36505"/>
                  </a:lnTo>
                  <a:lnTo>
                    <a:pt x="458305" y="36505"/>
                  </a:lnTo>
                  <a:lnTo>
                    <a:pt x="452672" y="30131"/>
                  </a:lnTo>
                  <a:lnTo>
                    <a:pt x="445469" y="26771"/>
                  </a:lnTo>
                  <a:close/>
                </a:path>
                <a:path w="1397635" h="127000">
                  <a:moveTo>
                    <a:pt x="458305" y="36505"/>
                  </a:moveTo>
                  <a:lnTo>
                    <a:pt x="443234" y="36505"/>
                  </a:lnTo>
                  <a:lnTo>
                    <a:pt x="448463" y="38823"/>
                  </a:lnTo>
                  <a:lnTo>
                    <a:pt x="448306" y="38823"/>
                  </a:lnTo>
                  <a:lnTo>
                    <a:pt x="452176" y="43111"/>
                  </a:lnTo>
                  <a:lnTo>
                    <a:pt x="456274" y="47399"/>
                  </a:lnTo>
                  <a:lnTo>
                    <a:pt x="458310" y="53657"/>
                  </a:lnTo>
                  <a:lnTo>
                    <a:pt x="458385" y="71389"/>
                  </a:lnTo>
                  <a:lnTo>
                    <a:pt x="456398" y="77995"/>
                  </a:lnTo>
                  <a:lnTo>
                    <a:pt x="452424" y="82167"/>
                  </a:lnTo>
                  <a:lnTo>
                    <a:pt x="448450" y="86455"/>
                  </a:lnTo>
                  <a:lnTo>
                    <a:pt x="443482" y="88541"/>
                  </a:lnTo>
                  <a:lnTo>
                    <a:pt x="470183" y="88541"/>
                  </a:lnTo>
                  <a:lnTo>
                    <a:pt x="470183" y="36737"/>
                  </a:lnTo>
                  <a:lnTo>
                    <a:pt x="458509" y="36737"/>
                  </a:lnTo>
                  <a:lnTo>
                    <a:pt x="458305" y="36505"/>
                  </a:lnTo>
                  <a:close/>
                </a:path>
                <a:path w="1397635" h="127000">
                  <a:moveTo>
                    <a:pt x="470183" y="28277"/>
                  </a:moveTo>
                  <a:lnTo>
                    <a:pt x="458509" y="28277"/>
                  </a:lnTo>
                  <a:lnTo>
                    <a:pt x="458509" y="36737"/>
                  </a:lnTo>
                  <a:lnTo>
                    <a:pt x="470183" y="36737"/>
                  </a:lnTo>
                  <a:lnTo>
                    <a:pt x="470183" y="28277"/>
                  </a:lnTo>
                  <a:close/>
                </a:path>
                <a:path w="1397635" h="127000">
                  <a:moveTo>
                    <a:pt x="605426" y="1738"/>
                  </a:moveTo>
                  <a:lnTo>
                    <a:pt x="535507" y="1738"/>
                  </a:lnTo>
                  <a:lnTo>
                    <a:pt x="535507" y="98392"/>
                  </a:lnTo>
                  <a:lnTo>
                    <a:pt x="549292" y="98392"/>
                  </a:lnTo>
                  <a:lnTo>
                    <a:pt x="549292" y="54469"/>
                  </a:lnTo>
                  <a:lnTo>
                    <a:pt x="597851" y="54469"/>
                  </a:lnTo>
                  <a:lnTo>
                    <a:pt x="597851" y="42995"/>
                  </a:lnTo>
                  <a:lnTo>
                    <a:pt x="549292" y="42995"/>
                  </a:lnTo>
                  <a:lnTo>
                    <a:pt x="549292" y="13095"/>
                  </a:lnTo>
                  <a:lnTo>
                    <a:pt x="605426" y="13095"/>
                  </a:lnTo>
                  <a:lnTo>
                    <a:pt x="605426" y="1738"/>
                  </a:lnTo>
                  <a:close/>
                </a:path>
                <a:path w="1397635" h="127000">
                  <a:moveTo>
                    <a:pt x="682419" y="36505"/>
                  </a:moveTo>
                  <a:lnTo>
                    <a:pt x="660567" y="36505"/>
                  </a:lnTo>
                  <a:lnTo>
                    <a:pt x="665410" y="37896"/>
                  </a:lnTo>
                  <a:lnTo>
                    <a:pt x="670999" y="42532"/>
                  </a:lnTo>
                  <a:lnTo>
                    <a:pt x="672241" y="46009"/>
                  </a:lnTo>
                  <a:lnTo>
                    <a:pt x="672241" y="53889"/>
                  </a:lnTo>
                  <a:lnTo>
                    <a:pt x="667273" y="55512"/>
                  </a:lnTo>
                  <a:lnTo>
                    <a:pt x="659822" y="56786"/>
                  </a:lnTo>
                  <a:lnTo>
                    <a:pt x="644422" y="58525"/>
                  </a:lnTo>
                  <a:lnTo>
                    <a:pt x="640696" y="59104"/>
                  </a:lnTo>
                  <a:lnTo>
                    <a:pt x="638213" y="59800"/>
                  </a:lnTo>
                  <a:lnTo>
                    <a:pt x="634859" y="60611"/>
                  </a:lnTo>
                  <a:lnTo>
                    <a:pt x="631755" y="61886"/>
                  </a:lnTo>
                  <a:lnTo>
                    <a:pt x="619957" y="76488"/>
                  </a:lnTo>
                  <a:lnTo>
                    <a:pt x="619957" y="85759"/>
                  </a:lnTo>
                  <a:lnTo>
                    <a:pt x="621810" y="89700"/>
                  </a:lnTo>
                  <a:lnTo>
                    <a:pt x="621919" y="89932"/>
                  </a:lnTo>
                  <a:lnTo>
                    <a:pt x="622328" y="90627"/>
                  </a:lnTo>
                  <a:lnTo>
                    <a:pt x="631010" y="98044"/>
                  </a:lnTo>
                  <a:lnTo>
                    <a:pt x="637343" y="99898"/>
                  </a:lnTo>
                  <a:lnTo>
                    <a:pt x="650632" y="99898"/>
                  </a:lnTo>
                  <a:lnTo>
                    <a:pt x="655227" y="99203"/>
                  </a:lnTo>
                  <a:lnTo>
                    <a:pt x="659697" y="97580"/>
                  </a:lnTo>
                  <a:lnTo>
                    <a:pt x="664044" y="96074"/>
                  </a:lnTo>
                  <a:lnTo>
                    <a:pt x="668515" y="93408"/>
                  </a:lnTo>
                  <a:lnTo>
                    <a:pt x="672054" y="90627"/>
                  </a:lnTo>
                  <a:lnTo>
                    <a:pt x="643677" y="90627"/>
                  </a:lnTo>
                  <a:lnTo>
                    <a:pt x="640365" y="89700"/>
                  </a:lnTo>
                  <a:lnTo>
                    <a:pt x="640096" y="89700"/>
                  </a:lnTo>
                  <a:lnTo>
                    <a:pt x="637488" y="87614"/>
                  </a:lnTo>
                  <a:lnTo>
                    <a:pt x="634859" y="85296"/>
                  </a:lnTo>
                  <a:lnTo>
                    <a:pt x="633555" y="82862"/>
                  </a:lnTo>
                  <a:lnTo>
                    <a:pt x="633493" y="77531"/>
                  </a:lnTo>
                  <a:lnTo>
                    <a:pt x="634114" y="75561"/>
                  </a:lnTo>
                  <a:lnTo>
                    <a:pt x="635356" y="73938"/>
                  </a:lnTo>
                  <a:lnTo>
                    <a:pt x="636474" y="72200"/>
                  </a:lnTo>
                  <a:lnTo>
                    <a:pt x="660691" y="66406"/>
                  </a:lnTo>
                  <a:lnTo>
                    <a:pt x="667521" y="64899"/>
                  </a:lnTo>
                  <a:lnTo>
                    <a:pt x="672241" y="63161"/>
                  </a:lnTo>
                  <a:lnTo>
                    <a:pt x="685032" y="63161"/>
                  </a:lnTo>
                  <a:lnTo>
                    <a:pt x="685032" y="47863"/>
                  </a:lnTo>
                  <a:lnTo>
                    <a:pt x="684904" y="46009"/>
                  </a:lnTo>
                  <a:lnTo>
                    <a:pt x="684784" y="44270"/>
                  </a:lnTo>
                  <a:lnTo>
                    <a:pt x="684473" y="42532"/>
                  </a:lnTo>
                  <a:lnTo>
                    <a:pt x="684411" y="42184"/>
                  </a:lnTo>
                  <a:lnTo>
                    <a:pt x="683746" y="39287"/>
                  </a:lnTo>
                  <a:lnTo>
                    <a:pt x="683666" y="38939"/>
                  </a:lnTo>
                  <a:lnTo>
                    <a:pt x="682419" y="36505"/>
                  </a:lnTo>
                  <a:close/>
                </a:path>
                <a:path w="1397635" h="127000">
                  <a:moveTo>
                    <a:pt x="685032" y="63161"/>
                  </a:moveTo>
                  <a:lnTo>
                    <a:pt x="672241" y="63161"/>
                  </a:lnTo>
                  <a:lnTo>
                    <a:pt x="672131" y="73359"/>
                  </a:lnTo>
                  <a:lnTo>
                    <a:pt x="671539" y="76488"/>
                  </a:lnTo>
                  <a:lnTo>
                    <a:pt x="671495" y="76720"/>
                  </a:lnTo>
                  <a:lnTo>
                    <a:pt x="670129" y="79385"/>
                  </a:lnTo>
                  <a:lnTo>
                    <a:pt x="668391" y="82862"/>
                  </a:lnTo>
                  <a:lnTo>
                    <a:pt x="665891" y="85296"/>
                  </a:lnTo>
                  <a:lnTo>
                    <a:pt x="665308" y="85759"/>
                  </a:lnTo>
                  <a:lnTo>
                    <a:pt x="661684" y="87614"/>
                  </a:lnTo>
                  <a:lnTo>
                    <a:pt x="657740" y="89700"/>
                  </a:lnTo>
                  <a:lnTo>
                    <a:pt x="673234" y="89700"/>
                  </a:lnTo>
                  <a:lnTo>
                    <a:pt x="673607" y="92945"/>
                  </a:lnTo>
                  <a:lnTo>
                    <a:pt x="674406" y="95610"/>
                  </a:lnTo>
                  <a:lnTo>
                    <a:pt x="674476" y="95842"/>
                  </a:lnTo>
                  <a:lnTo>
                    <a:pt x="675842" y="98392"/>
                  </a:lnTo>
                  <a:lnTo>
                    <a:pt x="689006" y="98392"/>
                  </a:lnTo>
                  <a:lnTo>
                    <a:pt x="687764" y="96074"/>
                  </a:lnTo>
                  <a:lnTo>
                    <a:pt x="687640" y="95842"/>
                  </a:lnTo>
                  <a:lnTo>
                    <a:pt x="687516" y="95610"/>
                  </a:lnTo>
                  <a:lnTo>
                    <a:pt x="686445" y="92945"/>
                  </a:lnTo>
                  <a:lnTo>
                    <a:pt x="686021" y="90627"/>
                  </a:lnTo>
                  <a:lnTo>
                    <a:pt x="685902" y="89932"/>
                  </a:lnTo>
                  <a:lnTo>
                    <a:pt x="685405" y="87614"/>
                  </a:lnTo>
                  <a:lnTo>
                    <a:pt x="685281" y="87034"/>
                  </a:lnTo>
                  <a:lnTo>
                    <a:pt x="685218" y="85296"/>
                  </a:lnTo>
                  <a:lnTo>
                    <a:pt x="685132" y="82862"/>
                  </a:lnTo>
                  <a:lnTo>
                    <a:pt x="685032" y="63161"/>
                  </a:lnTo>
                  <a:close/>
                </a:path>
                <a:path w="1397635" h="127000">
                  <a:moveTo>
                    <a:pt x="673234" y="89700"/>
                  </a:moveTo>
                  <a:lnTo>
                    <a:pt x="657476" y="89700"/>
                  </a:lnTo>
                  <a:lnTo>
                    <a:pt x="653612" y="90627"/>
                  </a:lnTo>
                  <a:lnTo>
                    <a:pt x="672054" y="90627"/>
                  </a:lnTo>
                  <a:lnTo>
                    <a:pt x="673234" y="89700"/>
                  </a:lnTo>
                  <a:close/>
                </a:path>
                <a:path w="1397635" h="127000">
                  <a:moveTo>
                    <a:pt x="662430" y="26771"/>
                  </a:moveTo>
                  <a:lnTo>
                    <a:pt x="649514" y="26771"/>
                  </a:lnTo>
                  <a:lnTo>
                    <a:pt x="643925" y="27582"/>
                  </a:lnTo>
                  <a:lnTo>
                    <a:pt x="622192" y="48326"/>
                  </a:lnTo>
                  <a:lnTo>
                    <a:pt x="634611" y="49833"/>
                  </a:lnTo>
                  <a:lnTo>
                    <a:pt x="635977" y="44966"/>
                  </a:lnTo>
                  <a:lnTo>
                    <a:pt x="638088" y="41489"/>
                  </a:lnTo>
                  <a:lnTo>
                    <a:pt x="643801" y="37548"/>
                  </a:lnTo>
                  <a:lnTo>
                    <a:pt x="648148" y="36505"/>
                  </a:lnTo>
                  <a:lnTo>
                    <a:pt x="682419" y="36505"/>
                  </a:lnTo>
                  <a:lnTo>
                    <a:pt x="682300" y="36274"/>
                  </a:lnTo>
                  <a:lnTo>
                    <a:pt x="680437" y="34188"/>
                  </a:lnTo>
                  <a:lnTo>
                    <a:pt x="678574" y="31986"/>
                  </a:lnTo>
                  <a:lnTo>
                    <a:pt x="675594" y="30247"/>
                  </a:lnTo>
                  <a:lnTo>
                    <a:pt x="667977" y="27582"/>
                  </a:lnTo>
                  <a:lnTo>
                    <a:pt x="668515" y="27582"/>
                  </a:lnTo>
                  <a:lnTo>
                    <a:pt x="662430" y="26771"/>
                  </a:lnTo>
                  <a:close/>
                </a:path>
                <a:path w="1397635" h="127000">
                  <a:moveTo>
                    <a:pt x="745637" y="26771"/>
                  </a:moveTo>
                  <a:lnTo>
                    <a:pt x="730983" y="26771"/>
                  </a:lnTo>
                  <a:lnTo>
                    <a:pt x="725021" y="28161"/>
                  </a:lnTo>
                  <a:lnTo>
                    <a:pt x="703288" y="55975"/>
                  </a:lnTo>
                  <a:lnTo>
                    <a:pt x="703288" y="63624"/>
                  </a:lnTo>
                  <a:lnTo>
                    <a:pt x="723485" y="97551"/>
                  </a:lnTo>
                  <a:lnTo>
                    <a:pt x="737440" y="99898"/>
                  </a:lnTo>
                  <a:lnTo>
                    <a:pt x="745637" y="99898"/>
                  </a:lnTo>
                  <a:lnTo>
                    <a:pt x="752467" y="97696"/>
                  </a:lnTo>
                  <a:lnTo>
                    <a:pt x="761766" y="90163"/>
                  </a:lnTo>
                  <a:lnTo>
                    <a:pt x="730983" y="90163"/>
                  </a:lnTo>
                  <a:lnTo>
                    <a:pt x="726015" y="88077"/>
                  </a:lnTo>
                  <a:lnTo>
                    <a:pt x="718315" y="79501"/>
                  </a:lnTo>
                  <a:lnTo>
                    <a:pt x="716328" y="72664"/>
                  </a:lnTo>
                  <a:lnTo>
                    <a:pt x="716328" y="54005"/>
                  </a:lnTo>
                  <a:lnTo>
                    <a:pt x="718315" y="47167"/>
                  </a:lnTo>
                  <a:lnTo>
                    <a:pt x="722289" y="42879"/>
                  </a:lnTo>
                  <a:lnTo>
                    <a:pt x="726388" y="38591"/>
                  </a:lnTo>
                  <a:lnTo>
                    <a:pt x="731603" y="36505"/>
                  </a:lnTo>
                  <a:lnTo>
                    <a:pt x="762804" y="36505"/>
                  </a:lnTo>
                  <a:lnTo>
                    <a:pt x="757435" y="32449"/>
                  </a:lnTo>
                  <a:lnTo>
                    <a:pt x="752219" y="28625"/>
                  </a:lnTo>
                  <a:lnTo>
                    <a:pt x="745637" y="26771"/>
                  </a:lnTo>
                  <a:close/>
                </a:path>
                <a:path w="1397635" h="127000">
                  <a:moveTo>
                    <a:pt x="756069" y="72664"/>
                  </a:moveTo>
                  <a:lnTo>
                    <a:pt x="755200" y="78574"/>
                  </a:lnTo>
                  <a:lnTo>
                    <a:pt x="753088" y="82978"/>
                  </a:lnTo>
                  <a:lnTo>
                    <a:pt x="746382" y="88773"/>
                  </a:lnTo>
                  <a:lnTo>
                    <a:pt x="742284" y="90163"/>
                  </a:lnTo>
                  <a:lnTo>
                    <a:pt x="761766" y="90163"/>
                  </a:lnTo>
                  <a:lnTo>
                    <a:pt x="763769" y="88541"/>
                  </a:lnTo>
                  <a:lnTo>
                    <a:pt x="767246" y="82283"/>
                  </a:lnTo>
                  <a:lnTo>
                    <a:pt x="768612" y="74170"/>
                  </a:lnTo>
                  <a:lnTo>
                    <a:pt x="756069" y="72664"/>
                  </a:lnTo>
                  <a:close/>
                </a:path>
                <a:path w="1397635" h="127000">
                  <a:moveTo>
                    <a:pt x="762722" y="36505"/>
                  </a:moveTo>
                  <a:lnTo>
                    <a:pt x="742160" y="36505"/>
                  </a:lnTo>
                  <a:lnTo>
                    <a:pt x="745761" y="37664"/>
                  </a:lnTo>
                  <a:lnTo>
                    <a:pt x="748742" y="40098"/>
                  </a:lnTo>
                  <a:lnTo>
                    <a:pt x="751846" y="42416"/>
                  </a:lnTo>
                  <a:lnTo>
                    <a:pt x="753834" y="46009"/>
                  </a:lnTo>
                  <a:lnTo>
                    <a:pt x="755075" y="50644"/>
                  </a:lnTo>
                  <a:lnTo>
                    <a:pt x="767370" y="48906"/>
                  </a:lnTo>
                  <a:lnTo>
                    <a:pt x="766206" y="42879"/>
                  </a:lnTo>
                  <a:lnTo>
                    <a:pt x="766116" y="42416"/>
                  </a:lnTo>
                  <a:lnTo>
                    <a:pt x="766004" y="41836"/>
                  </a:lnTo>
                  <a:lnTo>
                    <a:pt x="762722" y="36505"/>
                  </a:lnTo>
                  <a:close/>
                </a:path>
                <a:path w="1397635" h="127000">
                  <a:moveTo>
                    <a:pt x="796679" y="37548"/>
                  </a:moveTo>
                  <a:lnTo>
                    <a:pt x="784012" y="37548"/>
                  </a:lnTo>
                  <a:lnTo>
                    <a:pt x="784124" y="85991"/>
                  </a:lnTo>
                  <a:lnTo>
                    <a:pt x="784508" y="89584"/>
                  </a:lnTo>
                  <a:lnTo>
                    <a:pt x="785626" y="91786"/>
                  </a:lnTo>
                  <a:lnTo>
                    <a:pt x="786620" y="94104"/>
                  </a:lnTo>
                  <a:lnTo>
                    <a:pt x="788358" y="95842"/>
                  </a:lnTo>
                  <a:lnTo>
                    <a:pt x="790966" y="97233"/>
                  </a:lnTo>
                  <a:lnTo>
                    <a:pt x="793450" y="98623"/>
                  </a:lnTo>
                  <a:lnTo>
                    <a:pt x="797052" y="99203"/>
                  </a:lnTo>
                  <a:lnTo>
                    <a:pt x="804503" y="99203"/>
                  </a:lnTo>
                  <a:lnTo>
                    <a:pt x="807732" y="98855"/>
                  </a:lnTo>
                  <a:lnTo>
                    <a:pt x="811334" y="98160"/>
                  </a:lnTo>
                  <a:lnTo>
                    <a:pt x="809553" y="88193"/>
                  </a:lnTo>
                  <a:lnTo>
                    <a:pt x="802019" y="88193"/>
                  </a:lnTo>
                  <a:lnTo>
                    <a:pt x="800529" y="87845"/>
                  </a:lnTo>
                  <a:lnTo>
                    <a:pt x="796679" y="81819"/>
                  </a:lnTo>
                  <a:lnTo>
                    <a:pt x="796679" y="37548"/>
                  </a:lnTo>
                  <a:close/>
                </a:path>
                <a:path w="1397635" h="127000">
                  <a:moveTo>
                    <a:pt x="809491" y="87845"/>
                  </a:moveTo>
                  <a:lnTo>
                    <a:pt x="808684" y="87845"/>
                  </a:lnTo>
                  <a:lnTo>
                    <a:pt x="806325" y="88193"/>
                  </a:lnTo>
                  <a:lnTo>
                    <a:pt x="809553" y="88193"/>
                  </a:lnTo>
                  <a:lnTo>
                    <a:pt x="809491" y="87845"/>
                  </a:lnTo>
                  <a:close/>
                </a:path>
                <a:path w="1397635" h="127000">
                  <a:moveTo>
                    <a:pt x="809471" y="28277"/>
                  </a:moveTo>
                  <a:lnTo>
                    <a:pt x="774697" y="28277"/>
                  </a:lnTo>
                  <a:lnTo>
                    <a:pt x="774697" y="37548"/>
                  </a:lnTo>
                  <a:lnTo>
                    <a:pt x="809471" y="37548"/>
                  </a:lnTo>
                  <a:lnTo>
                    <a:pt x="809471" y="28277"/>
                  </a:lnTo>
                  <a:close/>
                </a:path>
                <a:path w="1397635" h="127000">
                  <a:moveTo>
                    <a:pt x="796679" y="3824"/>
                  </a:moveTo>
                  <a:lnTo>
                    <a:pt x="784012" y="11009"/>
                  </a:lnTo>
                  <a:lnTo>
                    <a:pt x="784012" y="28277"/>
                  </a:lnTo>
                  <a:lnTo>
                    <a:pt x="796679" y="28277"/>
                  </a:lnTo>
                  <a:lnTo>
                    <a:pt x="796679" y="3824"/>
                  </a:lnTo>
                  <a:close/>
                </a:path>
                <a:path w="1397635" h="127000">
                  <a:moveTo>
                    <a:pt x="853558" y="26771"/>
                  </a:moveTo>
                  <a:lnTo>
                    <a:pt x="844244" y="26771"/>
                  </a:lnTo>
                  <a:lnTo>
                    <a:pt x="836420" y="29320"/>
                  </a:lnTo>
                  <a:lnTo>
                    <a:pt x="818412" y="63276"/>
                  </a:lnTo>
                  <a:lnTo>
                    <a:pt x="819000" y="71389"/>
                  </a:lnTo>
                  <a:lnTo>
                    <a:pt x="846035" y="99312"/>
                  </a:lnTo>
                  <a:lnTo>
                    <a:pt x="853558" y="99898"/>
                  </a:lnTo>
                  <a:lnTo>
                    <a:pt x="860140" y="99898"/>
                  </a:lnTo>
                  <a:lnTo>
                    <a:pt x="866101" y="98508"/>
                  </a:lnTo>
                  <a:lnTo>
                    <a:pt x="877154" y="92829"/>
                  </a:lnTo>
                  <a:lnTo>
                    <a:pt x="879929" y="90163"/>
                  </a:lnTo>
                  <a:lnTo>
                    <a:pt x="847225" y="90163"/>
                  </a:lnTo>
                  <a:lnTo>
                    <a:pt x="841884" y="87961"/>
                  </a:lnTo>
                  <a:lnTo>
                    <a:pt x="833564" y="79038"/>
                  </a:lnTo>
                  <a:lnTo>
                    <a:pt x="831452" y="72316"/>
                  </a:lnTo>
                  <a:lnTo>
                    <a:pt x="831452" y="54460"/>
                  </a:lnTo>
                  <a:lnTo>
                    <a:pt x="847225" y="36505"/>
                  </a:lnTo>
                  <a:lnTo>
                    <a:pt x="879057" y="36505"/>
                  </a:lnTo>
                  <a:lnTo>
                    <a:pt x="878769" y="36158"/>
                  </a:lnTo>
                  <a:lnTo>
                    <a:pt x="873555" y="32051"/>
                  </a:lnTo>
                  <a:lnTo>
                    <a:pt x="867607" y="29117"/>
                  </a:lnTo>
                  <a:lnTo>
                    <a:pt x="860938" y="27357"/>
                  </a:lnTo>
                  <a:lnTo>
                    <a:pt x="853558" y="26771"/>
                  </a:lnTo>
                  <a:close/>
                </a:path>
                <a:path w="1397635" h="127000">
                  <a:moveTo>
                    <a:pt x="879057" y="36505"/>
                  </a:moveTo>
                  <a:lnTo>
                    <a:pt x="859768" y="36505"/>
                  </a:lnTo>
                  <a:lnTo>
                    <a:pt x="864984" y="38823"/>
                  </a:lnTo>
                  <a:lnTo>
                    <a:pt x="869206" y="43227"/>
                  </a:lnTo>
                  <a:lnTo>
                    <a:pt x="873429" y="47747"/>
                  </a:lnTo>
                  <a:lnTo>
                    <a:pt x="875540" y="54460"/>
                  </a:lnTo>
                  <a:lnTo>
                    <a:pt x="875468" y="72316"/>
                  </a:lnTo>
                  <a:lnTo>
                    <a:pt x="859892" y="90163"/>
                  </a:lnTo>
                  <a:lnTo>
                    <a:pt x="879929" y="90163"/>
                  </a:lnTo>
                  <a:lnTo>
                    <a:pt x="881377" y="88773"/>
                  </a:lnTo>
                  <a:lnTo>
                    <a:pt x="884357" y="83557"/>
                  </a:lnTo>
                  <a:lnTo>
                    <a:pt x="887214" y="78458"/>
                  </a:lnTo>
                  <a:lnTo>
                    <a:pt x="888509" y="72316"/>
                  </a:lnTo>
                  <a:lnTo>
                    <a:pt x="888557" y="72084"/>
                  </a:lnTo>
                  <a:lnTo>
                    <a:pt x="888651" y="71639"/>
                  </a:lnTo>
                  <a:lnTo>
                    <a:pt x="888704" y="62349"/>
                  </a:lnTo>
                  <a:lnTo>
                    <a:pt x="888077" y="54460"/>
                  </a:lnTo>
                  <a:lnTo>
                    <a:pt x="886278" y="47747"/>
                  </a:lnTo>
                  <a:lnTo>
                    <a:pt x="886205" y="47472"/>
                  </a:lnTo>
                  <a:lnTo>
                    <a:pt x="883098" y="41375"/>
                  </a:lnTo>
                  <a:lnTo>
                    <a:pt x="879057" y="36505"/>
                  </a:lnTo>
                  <a:close/>
                </a:path>
                <a:path w="1397635" h="127000">
                  <a:moveTo>
                    <a:pt x="917268" y="28277"/>
                  </a:moveTo>
                  <a:lnTo>
                    <a:pt x="905842" y="28277"/>
                  </a:lnTo>
                  <a:lnTo>
                    <a:pt x="905842" y="98392"/>
                  </a:lnTo>
                  <a:lnTo>
                    <a:pt x="918510" y="98392"/>
                  </a:lnTo>
                  <a:lnTo>
                    <a:pt x="918510" y="56671"/>
                  </a:lnTo>
                  <a:lnTo>
                    <a:pt x="919255" y="52035"/>
                  </a:lnTo>
                  <a:lnTo>
                    <a:pt x="920621" y="47863"/>
                  </a:lnTo>
                  <a:lnTo>
                    <a:pt x="921614" y="45081"/>
                  </a:lnTo>
                  <a:lnTo>
                    <a:pt x="923229" y="42879"/>
                  </a:lnTo>
                  <a:lnTo>
                    <a:pt x="927415" y="39866"/>
                  </a:lnTo>
                  <a:lnTo>
                    <a:pt x="927162" y="39866"/>
                  </a:lnTo>
                  <a:lnTo>
                    <a:pt x="930059" y="39055"/>
                  </a:lnTo>
                  <a:lnTo>
                    <a:pt x="917268" y="39055"/>
                  </a:lnTo>
                  <a:lnTo>
                    <a:pt x="917268" y="28277"/>
                  </a:lnTo>
                  <a:close/>
                </a:path>
                <a:path w="1397635" h="127000">
                  <a:moveTo>
                    <a:pt x="937759" y="26771"/>
                  </a:moveTo>
                  <a:lnTo>
                    <a:pt x="930556" y="26771"/>
                  </a:lnTo>
                  <a:lnTo>
                    <a:pt x="927824" y="27582"/>
                  </a:lnTo>
                  <a:lnTo>
                    <a:pt x="925340" y="29088"/>
                  </a:lnTo>
                  <a:lnTo>
                    <a:pt x="922856" y="30711"/>
                  </a:lnTo>
                  <a:lnTo>
                    <a:pt x="920124" y="33956"/>
                  </a:lnTo>
                  <a:lnTo>
                    <a:pt x="917201" y="39055"/>
                  </a:lnTo>
                  <a:lnTo>
                    <a:pt x="936020" y="39055"/>
                  </a:lnTo>
                  <a:lnTo>
                    <a:pt x="939125" y="39866"/>
                  </a:lnTo>
                  <a:lnTo>
                    <a:pt x="942230" y="41605"/>
                  </a:lnTo>
                  <a:lnTo>
                    <a:pt x="946531" y="30711"/>
                  </a:lnTo>
                  <a:lnTo>
                    <a:pt x="946780" y="30711"/>
                  </a:lnTo>
                  <a:lnTo>
                    <a:pt x="942106" y="28045"/>
                  </a:lnTo>
                  <a:lnTo>
                    <a:pt x="937759" y="26771"/>
                  </a:lnTo>
                  <a:close/>
                </a:path>
                <a:path w="1397635" h="127000">
                  <a:moveTo>
                    <a:pt x="1063812" y="30479"/>
                  </a:moveTo>
                  <a:lnTo>
                    <a:pt x="995508" y="30479"/>
                  </a:lnTo>
                  <a:lnTo>
                    <a:pt x="995508" y="41489"/>
                  </a:lnTo>
                  <a:lnTo>
                    <a:pt x="1063812" y="41489"/>
                  </a:lnTo>
                  <a:lnTo>
                    <a:pt x="1063812" y="30479"/>
                  </a:lnTo>
                  <a:close/>
                </a:path>
                <a:path w="1397635" h="127000">
                  <a:moveTo>
                    <a:pt x="1063812" y="59800"/>
                  </a:moveTo>
                  <a:lnTo>
                    <a:pt x="995508" y="59800"/>
                  </a:lnTo>
                  <a:lnTo>
                    <a:pt x="995508" y="70809"/>
                  </a:lnTo>
                  <a:lnTo>
                    <a:pt x="1063812" y="70809"/>
                  </a:lnTo>
                  <a:lnTo>
                    <a:pt x="1063812" y="59800"/>
                  </a:lnTo>
                  <a:close/>
                </a:path>
                <a:path w="1397635" h="127000">
                  <a:moveTo>
                    <a:pt x="1161177" y="1274"/>
                  </a:moveTo>
                  <a:lnTo>
                    <a:pt x="1148137" y="1274"/>
                  </a:lnTo>
                  <a:lnTo>
                    <a:pt x="1141803" y="3129"/>
                  </a:lnTo>
                  <a:lnTo>
                    <a:pt x="1122061" y="42521"/>
                  </a:lnTo>
                  <a:lnTo>
                    <a:pt x="1121809" y="50644"/>
                  </a:lnTo>
                  <a:lnTo>
                    <a:pt x="1122368" y="61554"/>
                  </a:lnTo>
                  <a:lnTo>
                    <a:pt x="1142269" y="97493"/>
                  </a:lnTo>
                  <a:lnTo>
                    <a:pt x="1155589" y="100014"/>
                  </a:lnTo>
                  <a:lnTo>
                    <a:pt x="1163164" y="100014"/>
                  </a:lnTo>
                  <a:lnTo>
                    <a:pt x="1169498" y="98044"/>
                  </a:lnTo>
                  <a:lnTo>
                    <a:pt x="1174456" y="94343"/>
                  </a:lnTo>
                  <a:lnTo>
                    <a:pt x="1179433" y="90511"/>
                  </a:lnTo>
                  <a:lnTo>
                    <a:pt x="1179592" y="90279"/>
                  </a:lnTo>
                  <a:lnTo>
                    <a:pt x="1149752" y="90279"/>
                  </a:lnTo>
                  <a:lnTo>
                    <a:pt x="1144908" y="87614"/>
                  </a:lnTo>
                  <a:lnTo>
                    <a:pt x="1134973" y="50644"/>
                  </a:lnTo>
                  <a:lnTo>
                    <a:pt x="1135269" y="42521"/>
                  </a:lnTo>
                  <a:lnTo>
                    <a:pt x="1149627" y="11125"/>
                  </a:lnTo>
                  <a:lnTo>
                    <a:pt x="1179068" y="11125"/>
                  </a:lnTo>
                  <a:lnTo>
                    <a:pt x="1177943" y="9503"/>
                  </a:lnTo>
                  <a:lnTo>
                    <a:pt x="1174465" y="6489"/>
                  </a:lnTo>
                  <a:lnTo>
                    <a:pt x="1166021" y="2317"/>
                  </a:lnTo>
                  <a:lnTo>
                    <a:pt x="1161177" y="1274"/>
                  </a:lnTo>
                  <a:close/>
                </a:path>
                <a:path w="1397635" h="127000">
                  <a:moveTo>
                    <a:pt x="1179068" y="11125"/>
                  </a:moveTo>
                  <a:lnTo>
                    <a:pt x="1161426" y="11125"/>
                  </a:lnTo>
                  <a:lnTo>
                    <a:pt x="1166393" y="13675"/>
                  </a:lnTo>
                  <a:lnTo>
                    <a:pt x="1170367" y="19006"/>
                  </a:lnTo>
                  <a:lnTo>
                    <a:pt x="1172975" y="23917"/>
                  </a:lnTo>
                  <a:lnTo>
                    <a:pt x="1174772" y="30580"/>
                  </a:lnTo>
                  <a:lnTo>
                    <a:pt x="1174838" y="30827"/>
                  </a:lnTo>
                  <a:lnTo>
                    <a:pt x="1175956" y="39736"/>
                  </a:lnTo>
                  <a:lnTo>
                    <a:pt x="1176328" y="50644"/>
                  </a:lnTo>
                  <a:lnTo>
                    <a:pt x="1176051" y="58749"/>
                  </a:lnTo>
                  <a:lnTo>
                    <a:pt x="1161426" y="90279"/>
                  </a:lnTo>
                  <a:lnTo>
                    <a:pt x="1179592" y="90279"/>
                  </a:lnTo>
                  <a:lnTo>
                    <a:pt x="1189368" y="50644"/>
                  </a:lnTo>
                  <a:lnTo>
                    <a:pt x="1189368" y="41141"/>
                  </a:lnTo>
                  <a:lnTo>
                    <a:pt x="1188623" y="33492"/>
                  </a:lnTo>
                  <a:lnTo>
                    <a:pt x="1187009" y="27814"/>
                  </a:lnTo>
                  <a:lnTo>
                    <a:pt x="1185518" y="22135"/>
                  </a:lnTo>
                  <a:lnTo>
                    <a:pt x="1183407" y="17383"/>
                  </a:lnTo>
                  <a:lnTo>
                    <a:pt x="1179068" y="11125"/>
                  </a:lnTo>
                  <a:close/>
                </a:path>
                <a:path w="1397635" h="127000">
                  <a:moveTo>
                    <a:pt x="1226377" y="84832"/>
                  </a:moveTo>
                  <a:lnTo>
                    <a:pt x="1211847" y="84832"/>
                  </a:lnTo>
                  <a:lnTo>
                    <a:pt x="1211847" y="98392"/>
                  </a:lnTo>
                  <a:lnTo>
                    <a:pt x="1226377" y="98392"/>
                  </a:lnTo>
                  <a:lnTo>
                    <a:pt x="1226377" y="84832"/>
                  </a:lnTo>
                  <a:close/>
                </a:path>
                <a:path w="1397635" h="127000">
                  <a:moveTo>
                    <a:pt x="1259536" y="71968"/>
                  </a:moveTo>
                  <a:lnTo>
                    <a:pt x="1246123" y="73011"/>
                  </a:lnTo>
                  <a:lnTo>
                    <a:pt x="1246992" y="81124"/>
                  </a:lnTo>
                  <a:lnTo>
                    <a:pt x="1250346" y="87730"/>
                  </a:lnTo>
                  <a:lnTo>
                    <a:pt x="1262268" y="97465"/>
                  </a:lnTo>
                  <a:lnTo>
                    <a:pt x="1269968" y="100014"/>
                  </a:lnTo>
                  <a:lnTo>
                    <a:pt x="1279406" y="100014"/>
                  </a:lnTo>
                  <a:lnTo>
                    <a:pt x="1287603" y="99275"/>
                  </a:lnTo>
                  <a:lnTo>
                    <a:pt x="1294868" y="97059"/>
                  </a:lnTo>
                  <a:lnTo>
                    <a:pt x="1301201" y="93365"/>
                  </a:lnTo>
                  <a:lnTo>
                    <a:pt x="1304425" y="90279"/>
                  </a:lnTo>
                  <a:lnTo>
                    <a:pt x="1274314" y="90279"/>
                  </a:lnTo>
                  <a:lnTo>
                    <a:pt x="1269968" y="88657"/>
                  </a:lnTo>
                  <a:lnTo>
                    <a:pt x="1262765" y="82630"/>
                  </a:lnTo>
                  <a:lnTo>
                    <a:pt x="1260529" y="77995"/>
                  </a:lnTo>
                  <a:lnTo>
                    <a:pt x="1259536" y="71968"/>
                  </a:lnTo>
                  <a:close/>
                </a:path>
                <a:path w="1397635" h="127000">
                  <a:moveTo>
                    <a:pt x="1307312" y="44734"/>
                  </a:moveTo>
                  <a:lnTo>
                    <a:pt x="1285740" y="44734"/>
                  </a:lnTo>
                  <a:lnTo>
                    <a:pt x="1291080" y="46704"/>
                  </a:lnTo>
                  <a:lnTo>
                    <a:pt x="1295178" y="50644"/>
                  </a:lnTo>
                  <a:lnTo>
                    <a:pt x="1299277" y="54469"/>
                  </a:lnTo>
                  <a:lnTo>
                    <a:pt x="1301264" y="59800"/>
                  </a:lnTo>
                  <a:lnTo>
                    <a:pt x="1301264" y="73707"/>
                  </a:lnTo>
                  <a:lnTo>
                    <a:pt x="1299152" y="79501"/>
                  </a:lnTo>
                  <a:lnTo>
                    <a:pt x="1290593" y="88193"/>
                  </a:lnTo>
                  <a:lnTo>
                    <a:pt x="1290433" y="88193"/>
                  </a:lnTo>
                  <a:lnTo>
                    <a:pt x="1285491" y="90279"/>
                  </a:lnTo>
                  <a:lnTo>
                    <a:pt x="1304425" y="90279"/>
                  </a:lnTo>
                  <a:lnTo>
                    <a:pt x="1306604" y="88193"/>
                  </a:lnTo>
                  <a:lnTo>
                    <a:pt x="1312068" y="81819"/>
                  </a:lnTo>
                  <a:lnTo>
                    <a:pt x="1314800" y="74286"/>
                  </a:lnTo>
                  <a:lnTo>
                    <a:pt x="1314800" y="56439"/>
                  </a:lnTo>
                  <a:lnTo>
                    <a:pt x="1311743" y="49022"/>
                  </a:lnTo>
                  <a:lnTo>
                    <a:pt x="1309991" y="47283"/>
                  </a:lnTo>
                  <a:lnTo>
                    <a:pt x="1307312" y="44734"/>
                  </a:lnTo>
                  <a:close/>
                </a:path>
                <a:path w="1397635" h="127000">
                  <a:moveTo>
                    <a:pt x="1309957" y="3013"/>
                  </a:moveTo>
                  <a:lnTo>
                    <a:pt x="1258418" y="3013"/>
                  </a:lnTo>
                  <a:lnTo>
                    <a:pt x="1248359" y="52614"/>
                  </a:lnTo>
                  <a:lnTo>
                    <a:pt x="1260281" y="54121"/>
                  </a:lnTo>
                  <a:lnTo>
                    <a:pt x="1262268" y="51340"/>
                  </a:lnTo>
                  <a:lnTo>
                    <a:pt x="1264752" y="49022"/>
                  </a:lnTo>
                  <a:lnTo>
                    <a:pt x="1268105" y="47283"/>
                  </a:lnTo>
                  <a:lnTo>
                    <a:pt x="1271458" y="45661"/>
                  </a:lnTo>
                  <a:lnTo>
                    <a:pt x="1275059" y="44734"/>
                  </a:lnTo>
                  <a:lnTo>
                    <a:pt x="1307312" y="44734"/>
                  </a:lnTo>
                  <a:lnTo>
                    <a:pt x="1305486" y="42995"/>
                  </a:lnTo>
                  <a:lnTo>
                    <a:pt x="1302630" y="40330"/>
                  </a:lnTo>
                  <a:lnTo>
                    <a:pt x="1263013" y="40330"/>
                  </a:lnTo>
                  <a:lnTo>
                    <a:pt x="1268602" y="14370"/>
                  </a:lnTo>
                  <a:lnTo>
                    <a:pt x="1309957" y="14370"/>
                  </a:lnTo>
                  <a:lnTo>
                    <a:pt x="1309957" y="3013"/>
                  </a:lnTo>
                  <a:close/>
                </a:path>
                <a:path w="1397635" h="127000">
                  <a:moveTo>
                    <a:pt x="1291577" y="34303"/>
                  </a:moveTo>
                  <a:lnTo>
                    <a:pt x="1275805" y="34303"/>
                  </a:lnTo>
                  <a:lnTo>
                    <a:pt x="1269223" y="36274"/>
                  </a:lnTo>
                  <a:lnTo>
                    <a:pt x="1263013" y="40330"/>
                  </a:lnTo>
                  <a:lnTo>
                    <a:pt x="1302630" y="40330"/>
                  </a:lnTo>
                  <a:lnTo>
                    <a:pt x="1299277" y="37201"/>
                  </a:lnTo>
                  <a:lnTo>
                    <a:pt x="1291577" y="34303"/>
                  </a:lnTo>
                  <a:close/>
                </a:path>
                <a:path w="1397635" h="127000">
                  <a:moveTo>
                    <a:pt x="1342371" y="71968"/>
                  </a:moveTo>
                  <a:lnTo>
                    <a:pt x="1328958" y="73011"/>
                  </a:lnTo>
                  <a:lnTo>
                    <a:pt x="1329827" y="81124"/>
                  </a:lnTo>
                  <a:lnTo>
                    <a:pt x="1333305" y="87730"/>
                  </a:lnTo>
                  <a:lnTo>
                    <a:pt x="1345227" y="97465"/>
                  </a:lnTo>
                  <a:lnTo>
                    <a:pt x="1352802" y="100014"/>
                  </a:lnTo>
                  <a:lnTo>
                    <a:pt x="1362241" y="100014"/>
                  </a:lnTo>
                  <a:lnTo>
                    <a:pt x="1370437" y="99275"/>
                  </a:lnTo>
                  <a:lnTo>
                    <a:pt x="1377703" y="97059"/>
                  </a:lnTo>
                  <a:lnTo>
                    <a:pt x="1384036" y="93365"/>
                  </a:lnTo>
                  <a:lnTo>
                    <a:pt x="1387260" y="90279"/>
                  </a:lnTo>
                  <a:lnTo>
                    <a:pt x="1357149" y="90279"/>
                  </a:lnTo>
                  <a:lnTo>
                    <a:pt x="1352802" y="88657"/>
                  </a:lnTo>
                  <a:lnTo>
                    <a:pt x="1345599" y="82630"/>
                  </a:lnTo>
                  <a:lnTo>
                    <a:pt x="1343364" y="77995"/>
                  </a:lnTo>
                  <a:lnTo>
                    <a:pt x="1342371" y="71968"/>
                  </a:lnTo>
                  <a:close/>
                </a:path>
                <a:path w="1397635" h="127000">
                  <a:moveTo>
                    <a:pt x="1390147" y="44734"/>
                  </a:moveTo>
                  <a:lnTo>
                    <a:pt x="1368699" y="44734"/>
                  </a:lnTo>
                  <a:lnTo>
                    <a:pt x="1374039" y="46704"/>
                  </a:lnTo>
                  <a:lnTo>
                    <a:pt x="1378013" y="50644"/>
                  </a:lnTo>
                  <a:lnTo>
                    <a:pt x="1382111" y="54469"/>
                  </a:lnTo>
                  <a:lnTo>
                    <a:pt x="1384223" y="59800"/>
                  </a:lnTo>
                  <a:lnTo>
                    <a:pt x="1384223" y="73707"/>
                  </a:lnTo>
                  <a:lnTo>
                    <a:pt x="1382111" y="79501"/>
                  </a:lnTo>
                  <a:lnTo>
                    <a:pt x="1377765" y="83789"/>
                  </a:lnTo>
                  <a:lnTo>
                    <a:pt x="1373428" y="88193"/>
                  </a:lnTo>
                  <a:lnTo>
                    <a:pt x="1373274" y="88193"/>
                  </a:lnTo>
                  <a:lnTo>
                    <a:pt x="1368450" y="90279"/>
                  </a:lnTo>
                  <a:lnTo>
                    <a:pt x="1387260" y="90279"/>
                  </a:lnTo>
                  <a:lnTo>
                    <a:pt x="1389439" y="88193"/>
                  </a:lnTo>
                  <a:lnTo>
                    <a:pt x="1394903" y="81819"/>
                  </a:lnTo>
                  <a:lnTo>
                    <a:pt x="1397635" y="74286"/>
                  </a:lnTo>
                  <a:lnTo>
                    <a:pt x="1397635" y="56439"/>
                  </a:lnTo>
                  <a:lnTo>
                    <a:pt x="1394578" y="49022"/>
                  </a:lnTo>
                  <a:lnTo>
                    <a:pt x="1392826" y="47283"/>
                  </a:lnTo>
                  <a:lnTo>
                    <a:pt x="1390147" y="44734"/>
                  </a:lnTo>
                  <a:close/>
                </a:path>
                <a:path w="1397635" h="127000">
                  <a:moveTo>
                    <a:pt x="1392792" y="3013"/>
                  </a:moveTo>
                  <a:lnTo>
                    <a:pt x="1341253" y="3013"/>
                  </a:lnTo>
                  <a:lnTo>
                    <a:pt x="1331318" y="52614"/>
                  </a:lnTo>
                  <a:lnTo>
                    <a:pt x="1343240" y="54121"/>
                  </a:lnTo>
                  <a:lnTo>
                    <a:pt x="1345103" y="51340"/>
                  </a:lnTo>
                  <a:lnTo>
                    <a:pt x="1347711" y="49022"/>
                  </a:lnTo>
                  <a:lnTo>
                    <a:pt x="1350940" y="47283"/>
                  </a:lnTo>
                  <a:lnTo>
                    <a:pt x="1354293" y="45661"/>
                  </a:lnTo>
                  <a:lnTo>
                    <a:pt x="1358018" y="44734"/>
                  </a:lnTo>
                  <a:lnTo>
                    <a:pt x="1390147" y="44734"/>
                  </a:lnTo>
                  <a:lnTo>
                    <a:pt x="1388321" y="42995"/>
                  </a:lnTo>
                  <a:lnTo>
                    <a:pt x="1385464" y="40330"/>
                  </a:lnTo>
                  <a:lnTo>
                    <a:pt x="1345848" y="40330"/>
                  </a:lnTo>
                  <a:lnTo>
                    <a:pt x="1351436" y="14370"/>
                  </a:lnTo>
                  <a:lnTo>
                    <a:pt x="1392792" y="14370"/>
                  </a:lnTo>
                  <a:lnTo>
                    <a:pt x="1392792" y="3013"/>
                  </a:lnTo>
                  <a:close/>
                </a:path>
                <a:path w="1397635" h="127000">
                  <a:moveTo>
                    <a:pt x="1374536" y="34303"/>
                  </a:moveTo>
                  <a:lnTo>
                    <a:pt x="1358639" y="34303"/>
                  </a:lnTo>
                  <a:lnTo>
                    <a:pt x="1352057" y="36274"/>
                  </a:lnTo>
                  <a:lnTo>
                    <a:pt x="1345848" y="40330"/>
                  </a:lnTo>
                  <a:lnTo>
                    <a:pt x="1385464" y="40330"/>
                  </a:lnTo>
                  <a:lnTo>
                    <a:pt x="1382111" y="37201"/>
                  </a:lnTo>
                  <a:lnTo>
                    <a:pt x="1374536" y="343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2265473" y="1751502"/>
              <a:ext cx="371475" cy="0"/>
            </a:xfrm>
            <a:custGeom>
              <a:avLst/>
              <a:gdLst/>
              <a:ahLst/>
              <a:cxnLst/>
              <a:rect l="l" t="t" r="r" b="b"/>
              <a:pathLst>
                <a:path w="371475" h="0">
                  <a:moveTo>
                    <a:pt x="0" y="0"/>
                  </a:moveTo>
                  <a:lnTo>
                    <a:pt x="371452" y="0"/>
                  </a:lnTo>
                </a:path>
              </a:pathLst>
            </a:custGeom>
            <a:ln w="57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410899" y="1713837"/>
              <a:ext cx="80723" cy="75329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2671326" y="1891963"/>
              <a:ext cx="1397000" cy="127000"/>
            </a:xfrm>
            <a:custGeom>
              <a:avLst/>
              <a:gdLst/>
              <a:ahLst/>
              <a:cxnLst/>
              <a:rect l="l" t="t" r="r" b="b"/>
              <a:pathLst>
                <a:path w="1397000" h="127000">
                  <a:moveTo>
                    <a:pt x="12915" y="66174"/>
                  </a:moveTo>
                  <a:lnTo>
                    <a:pt x="0" y="67217"/>
                  </a:lnTo>
                  <a:lnTo>
                    <a:pt x="124" y="73707"/>
                  </a:lnTo>
                  <a:lnTo>
                    <a:pt x="2111" y="79501"/>
                  </a:lnTo>
                  <a:lnTo>
                    <a:pt x="9314" y="89700"/>
                  </a:lnTo>
                  <a:lnTo>
                    <a:pt x="14432" y="93640"/>
                  </a:lnTo>
                  <a:lnTo>
                    <a:pt x="14569" y="93640"/>
                  </a:lnTo>
                  <a:lnTo>
                    <a:pt x="27237" y="98739"/>
                  </a:lnTo>
                  <a:lnTo>
                    <a:pt x="27660" y="98739"/>
                  </a:lnTo>
                  <a:lnTo>
                    <a:pt x="34773" y="99898"/>
                  </a:lnTo>
                  <a:lnTo>
                    <a:pt x="51538" y="99898"/>
                  </a:lnTo>
                  <a:lnTo>
                    <a:pt x="58120" y="98739"/>
                  </a:lnTo>
                  <a:lnTo>
                    <a:pt x="70043" y="93640"/>
                  </a:lnTo>
                  <a:lnTo>
                    <a:pt x="74514" y="90047"/>
                  </a:lnTo>
                  <a:lnTo>
                    <a:pt x="75628" y="88425"/>
                  </a:lnTo>
                  <a:lnTo>
                    <a:pt x="37629" y="88425"/>
                  </a:lnTo>
                  <a:lnTo>
                    <a:pt x="32289" y="87498"/>
                  </a:lnTo>
                  <a:lnTo>
                    <a:pt x="12945" y="66406"/>
                  </a:lnTo>
                  <a:lnTo>
                    <a:pt x="12915" y="66174"/>
                  </a:lnTo>
                  <a:close/>
                </a:path>
                <a:path w="1397000" h="127000">
                  <a:moveTo>
                    <a:pt x="48061" y="0"/>
                  </a:moveTo>
                  <a:lnTo>
                    <a:pt x="33407" y="0"/>
                  </a:lnTo>
                  <a:lnTo>
                    <a:pt x="27073" y="1158"/>
                  </a:lnTo>
                  <a:lnTo>
                    <a:pt x="3974" y="21787"/>
                  </a:lnTo>
                  <a:lnTo>
                    <a:pt x="3974" y="31059"/>
                  </a:lnTo>
                  <a:lnTo>
                    <a:pt x="5091" y="35115"/>
                  </a:lnTo>
                  <a:lnTo>
                    <a:pt x="7575" y="38707"/>
                  </a:lnTo>
                  <a:lnTo>
                    <a:pt x="9935" y="42300"/>
                  </a:lnTo>
                  <a:lnTo>
                    <a:pt x="13660" y="45197"/>
                  </a:lnTo>
                  <a:lnTo>
                    <a:pt x="18628" y="47631"/>
                  </a:lnTo>
                  <a:lnTo>
                    <a:pt x="22478" y="49601"/>
                  </a:lnTo>
                  <a:lnTo>
                    <a:pt x="29060" y="51571"/>
                  </a:lnTo>
                  <a:lnTo>
                    <a:pt x="38623" y="53657"/>
                  </a:lnTo>
                  <a:lnTo>
                    <a:pt x="48185" y="55859"/>
                  </a:lnTo>
                  <a:lnTo>
                    <a:pt x="54271" y="57366"/>
                  </a:lnTo>
                  <a:lnTo>
                    <a:pt x="57003" y="58409"/>
                  </a:lnTo>
                  <a:lnTo>
                    <a:pt x="61349" y="59916"/>
                  </a:lnTo>
                  <a:lnTo>
                    <a:pt x="64454" y="61886"/>
                  </a:lnTo>
                  <a:lnTo>
                    <a:pt x="68304" y="66406"/>
                  </a:lnTo>
                  <a:lnTo>
                    <a:pt x="69173" y="69071"/>
                  </a:lnTo>
                  <a:lnTo>
                    <a:pt x="69173" y="75097"/>
                  </a:lnTo>
                  <a:lnTo>
                    <a:pt x="48682" y="88425"/>
                  </a:lnTo>
                  <a:lnTo>
                    <a:pt x="75628" y="88425"/>
                  </a:lnTo>
                  <a:lnTo>
                    <a:pt x="77539" y="85644"/>
                  </a:lnTo>
                  <a:lnTo>
                    <a:pt x="80847" y="81008"/>
                  </a:lnTo>
                  <a:lnTo>
                    <a:pt x="82462" y="76140"/>
                  </a:lnTo>
                  <a:lnTo>
                    <a:pt x="82462" y="65826"/>
                  </a:lnTo>
                  <a:lnTo>
                    <a:pt x="80971" y="61190"/>
                  </a:lnTo>
                  <a:lnTo>
                    <a:pt x="30674" y="38939"/>
                  </a:lnTo>
                  <a:lnTo>
                    <a:pt x="23844" y="36621"/>
                  </a:lnTo>
                  <a:lnTo>
                    <a:pt x="18504" y="32102"/>
                  </a:lnTo>
                  <a:lnTo>
                    <a:pt x="17138" y="29204"/>
                  </a:lnTo>
                  <a:lnTo>
                    <a:pt x="17138" y="21787"/>
                  </a:lnTo>
                  <a:lnTo>
                    <a:pt x="19001" y="18310"/>
                  </a:lnTo>
                  <a:lnTo>
                    <a:pt x="22850" y="15529"/>
                  </a:lnTo>
                  <a:lnTo>
                    <a:pt x="26266" y="12979"/>
                  </a:lnTo>
                  <a:lnTo>
                    <a:pt x="25640" y="12979"/>
                  </a:lnTo>
                  <a:lnTo>
                    <a:pt x="32662" y="11241"/>
                  </a:lnTo>
                  <a:lnTo>
                    <a:pt x="72527" y="11241"/>
                  </a:lnTo>
                  <a:lnTo>
                    <a:pt x="71036" y="9155"/>
                  </a:lnTo>
                  <a:lnTo>
                    <a:pt x="66565" y="5794"/>
                  </a:lnTo>
                  <a:lnTo>
                    <a:pt x="54767" y="1158"/>
                  </a:lnTo>
                  <a:lnTo>
                    <a:pt x="48061" y="0"/>
                  </a:lnTo>
                  <a:close/>
                </a:path>
                <a:path w="1397000" h="127000">
                  <a:moveTo>
                    <a:pt x="72527" y="11241"/>
                  </a:moveTo>
                  <a:lnTo>
                    <a:pt x="48930" y="11241"/>
                  </a:lnTo>
                  <a:lnTo>
                    <a:pt x="55317" y="12979"/>
                  </a:lnTo>
                  <a:lnTo>
                    <a:pt x="55043" y="12979"/>
                  </a:lnTo>
                  <a:lnTo>
                    <a:pt x="63088" y="19122"/>
                  </a:lnTo>
                  <a:lnTo>
                    <a:pt x="65448" y="23641"/>
                  </a:lnTo>
                  <a:lnTo>
                    <a:pt x="66080" y="28857"/>
                  </a:lnTo>
                  <a:lnTo>
                    <a:pt x="66193" y="29784"/>
                  </a:lnTo>
                  <a:lnTo>
                    <a:pt x="79357" y="28857"/>
                  </a:lnTo>
                  <a:lnTo>
                    <a:pt x="79129" y="23641"/>
                  </a:lnTo>
                  <a:lnTo>
                    <a:pt x="79109" y="23178"/>
                  </a:lnTo>
                  <a:lnTo>
                    <a:pt x="77449" y="18310"/>
                  </a:lnTo>
                  <a:lnTo>
                    <a:pt x="77370" y="18079"/>
                  </a:lnTo>
                  <a:lnTo>
                    <a:pt x="72527" y="11241"/>
                  </a:lnTo>
                  <a:close/>
                </a:path>
                <a:path w="1397000" h="127000">
                  <a:moveTo>
                    <a:pt x="140831" y="26655"/>
                  </a:moveTo>
                  <a:lnTo>
                    <a:pt x="126301" y="26655"/>
                  </a:lnTo>
                  <a:lnTo>
                    <a:pt x="120340" y="28161"/>
                  </a:lnTo>
                  <a:lnTo>
                    <a:pt x="114751" y="30943"/>
                  </a:lnTo>
                  <a:lnTo>
                    <a:pt x="109287" y="33840"/>
                  </a:lnTo>
                  <a:lnTo>
                    <a:pt x="105189" y="38012"/>
                  </a:lnTo>
                  <a:lnTo>
                    <a:pt x="102581" y="43691"/>
                  </a:lnTo>
                  <a:lnTo>
                    <a:pt x="99848" y="49369"/>
                  </a:lnTo>
                  <a:lnTo>
                    <a:pt x="98482" y="55975"/>
                  </a:lnTo>
                  <a:lnTo>
                    <a:pt x="98482" y="63508"/>
                  </a:lnTo>
                  <a:lnTo>
                    <a:pt x="99066" y="71785"/>
                  </a:lnTo>
                  <a:lnTo>
                    <a:pt x="100711" y="78574"/>
                  </a:lnTo>
                  <a:lnTo>
                    <a:pt x="100826" y="79052"/>
                  </a:lnTo>
                  <a:lnTo>
                    <a:pt x="132635" y="99898"/>
                  </a:lnTo>
                  <a:lnTo>
                    <a:pt x="140831" y="99898"/>
                  </a:lnTo>
                  <a:lnTo>
                    <a:pt x="147786" y="97580"/>
                  </a:lnTo>
                  <a:lnTo>
                    <a:pt x="156957" y="90163"/>
                  </a:lnTo>
                  <a:lnTo>
                    <a:pt x="126301" y="90163"/>
                  </a:lnTo>
                  <a:lnTo>
                    <a:pt x="121209" y="87961"/>
                  </a:lnTo>
                  <a:lnTo>
                    <a:pt x="117359" y="83789"/>
                  </a:lnTo>
                  <a:lnTo>
                    <a:pt x="113509" y="79501"/>
                  </a:lnTo>
                  <a:lnTo>
                    <a:pt x="111646" y="72664"/>
                  </a:lnTo>
                  <a:lnTo>
                    <a:pt x="111646" y="54005"/>
                  </a:lnTo>
                  <a:lnTo>
                    <a:pt x="113633" y="47167"/>
                  </a:lnTo>
                  <a:lnTo>
                    <a:pt x="121582" y="38591"/>
                  </a:lnTo>
                  <a:lnTo>
                    <a:pt x="126798" y="36505"/>
                  </a:lnTo>
                  <a:lnTo>
                    <a:pt x="157985" y="36505"/>
                  </a:lnTo>
                  <a:lnTo>
                    <a:pt x="157845" y="36274"/>
                  </a:lnTo>
                  <a:lnTo>
                    <a:pt x="152753" y="32449"/>
                  </a:lnTo>
                  <a:lnTo>
                    <a:pt x="147537" y="28625"/>
                  </a:lnTo>
                  <a:lnTo>
                    <a:pt x="140831" y="26655"/>
                  </a:lnTo>
                  <a:close/>
                </a:path>
                <a:path w="1397000" h="127000">
                  <a:moveTo>
                    <a:pt x="151387" y="72664"/>
                  </a:moveTo>
                  <a:lnTo>
                    <a:pt x="137478" y="90163"/>
                  </a:lnTo>
                  <a:lnTo>
                    <a:pt x="156957" y="90163"/>
                  </a:lnTo>
                  <a:lnTo>
                    <a:pt x="158820" y="88657"/>
                  </a:lnTo>
                  <a:lnTo>
                    <a:pt x="159290" y="87961"/>
                  </a:lnTo>
                  <a:lnTo>
                    <a:pt x="162564" y="82167"/>
                  </a:lnTo>
                  <a:lnTo>
                    <a:pt x="163930" y="74170"/>
                  </a:lnTo>
                  <a:lnTo>
                    <a:pt x="151387" y="72664"/>
                  </a:lnTo>
                  <a:close/>
                </a:path>
                <a:path w="1397000" h="127000">
                  <a:moveTo>
                    <a:pt x="157985" y="36505"/>
                  </a:moveTo>
                  <a:lnTo>
                    <a:pt x="137478" y="36505"/>
                  </a:lnTo>
                  <a:lnTo>
                    <a:pt x="141079" y="37664"/>
                  </a:lnTo>
                  <a:lnTo>
                    <a:pt x="144060" y="39982"/>
                  </a:lnTo>
                  <a:lnTo>
                    <a:pt x="147041" y="42416"/>
                  </a:lnTo>
                  <a:lnTo>
                    <a:pt x="149152" y="45893"/>
                  </a:lnTo>
                  <a:lnTo>
                    <a:pt x="150270" y="50644"/>
                  </a:lnTo>
                  <a:lnTo>
                    <a:pt x="162689" y="48906"/>
                  </a:lnTo>
                  <a:lnTo>
                    <a:pt x="161320" y="42416"/>
                  </a:lnTo>
                  <a:lnTo>
                    <a:pt x="161198" y="41836"/>
                  </a:lnTo>
                  <a:lnTo>
                    <a:pt x="157985" y="36505"/>
                  </a:lnTo>
                  <a:close/>
                </a:path>
                <a:path w="1397000" h="127000">
                  <a:moveTo>
                    <a:pt x="235086" y="36505"/>
                  </a:moveTo>
                  <a:lnTo>
                    <a:pt x="213234" y="36505"/>
                  </a:lnTo>
                  <a:lnTo>
                    <a:pt x="218077" y="37896"/>
                  </a:lnTo>
                  <a:lnTo>
                    <a:pt x="223666" y="42532"/>
                  </a:lnTo>
                  <a:lnTo>
                    <a:pt x="224908" y="45893"/>
                  </a:lnTo>
                  <a:lnTo>
                    <a:pt x="224784" y="53889"/>
                  </a:lnTo>
                  <a:lnTo>
                    <a:pt x="219940" y="55396"/>
                  </a:lnTo>
                  <a:lnTo>
                    <a:pt x="212489" y="56786"/>
                  </a:lnTo>
                  <a:lnTo>
                    <a:pt x="197089" y="58525"/>
                  </a:lnTo>
                  <a:lnTo>
                    <a:pt x="193364" y="59104"/>
                  </a:lnTo>
                  <a:lnTo>
                    <a:pt x="172624" y="76372"/>
                  </a:lnTo>
                  <a:lnTo>
                    <a:pt x="172624" y="85644"/>
                  </a:lnTo>
                  <a:lnTo>
                    <a:pt x="174487" y="89700"/>
                  </a:lnTo>
                  <a:lnTo>
                    <a:pt x="174593" y="89932"/>
                  </a:lnTo>
                  <a:lnTo>
                    <a:pt x="174999" y="90627"/>
                  </a:lnTo>
                  <a:lnTo>
                    <a:pt x="179330" y="94220"/>
                  </a:lnTo>
                  <a:lnTo>
                    <a:pt x="183677" y="98044"/>
                  </a:lnTo>
                  <a:lnTo>
                    <a:pt x="190010" y="99898"/>
                  </a:lnTo>
                  <a:lnTo>
                    <a:pt x="203299" y="99898"/>
                  </a:lnTo>
                  <a:lnTo>
                    <a:pt x="207894" y="99087"/>
                  </a:lnTo>
                  <a:lnTo>
                    <a:pt x="216711" y="96074"/>
                  </a:lnTo>
                  <a:lnTo>
                    <a:pt x="221182" y="93408"/>
                  </a:lnTo>
                  <a:lnTo>
                    <a:pt x="224722" y="90627"/>
                  </a:lnTo>
                  <a:lnTo>
                    <a:pt x="196344" y="90627"/>
                  </a:lnTo>
                  <a:lnTo>
                    <a:pt x="193032" y="89700"/>
                  </a:lnTo>
                  <a:lnTo>
                    <a:pt x="192756" y="89700"/>
                  </a:lnTo>
                  <a:lnTo>
                    <a:pt x="187527" y="85296"/>
                  </a:lnTo>
                  <a:lnTo>
                    <a:pt x="186279" y="82862"/>
                  </a:lnTo>
                  <a:lnTo>
                    <a:pt x="186160" y="77415"/>
                  </a:lnTo>
                  <a:lnTo>
                    <a:pt x="186781" y="75561"/>
                  </a:lnTo>
                  <a:lnTo>
                    <a:pt x="213358" y="66406"/>
                  </a:lnTo>
                  <a:lnTo>
                    <a:pt x="220189" y="64899"/>
                  </a:lnTo>
                  <a:lnTo>
                    <a:pt x="224784" y="63161"/>
                  </a:lnTo>
                  <a:lnTo>
                    <a:pt x="237699" y="63161"/>
                  </a:lnTo>
                  <a:lnTo>
                    <a:pt x="237699" y="47863"/>
                  </a:lnTo>
                  <a:lnTo>
                    <a:pt x="237563" y="45893"/>
                  </a:lnTo>
                  <a:lnTo>
                    <a:pt x="237451" y="44270"/>
                  </a:lnTo>
                  <a:lnTo>
                    <a:pt x="237141" y="42532"/>
                  </a:lnTo>
                  <a:lnTo>
                    <a:pt x="237078" y="42184"/>
                  </a:lnTo>
                  <a:lnTo>
                    <a:pt x="236466" y="39519"/>
                  </a:lnTo>
                  <a:lnTo>
                    <a:pt x="236413" y="39287"/>
                  </a:lnTo>
                  <a:lnTo>
                    <a:pt x="236333" y="38939"/>
                  </a:lnTo>
                  <a:lnTo>
                    <a:pt x="235086" y="36505"/>
                  </a:lnTo>
                  <a:close/>
                </a:path>
                <a:path w="1397000" h="127000">
                  <a:moveTo>
                    <a:pt x="237699" y="63161"/>
                  </a:moveTo>
                  <a:lnTo>
                    <a:pt x="224784" y="63161"/>
                  </a:lnTo>
                  <a:lnTo>
                    <a:pt x="224711" y="73243"/>
                  </a:lnTo>
                  <a:lnTo>
                    <a:pt x="224217" y="76372"/>
                  </a:lnTo>
                  <a:lnTo>
                    <a:pt x="224163" y="76720"/>
                  </a:lnTo>
                  <a:lnTo>
                    <a:pt x="222797" y="79385"/>
                  </a:lnTo>
                  <a:lnTo>
                    <a:pt x="221174" y="82630"/>
                  </a:lnTo>
                  <a:lnTo>
                    <a:pt x="221058" y="82862"/>
                  </a:lnTo>
                  <a:lnTo>
                    <a:pt x="218202" y="85644"/>
                  </a:lnTo>
                  <a:lnTo>
                    <a:pt x="214352" y="87614"/>
                  </a:lnTo>
                  <a:lnTo>
                    <a:pt x="210407" y="89700"/>
                  </a:lnTo>
                  <a:lnTo>
                    <a:pt x="225901" y="89700"/>
                  </a:lnTo>
                  <a:lnTo>
                    <a:pt x="226274" y="92945"/>
                  </a:lnTo>
                  <a:lnTo>
                    <a:pt x="227074" y="95610"/>
                  </a:lnTo>
                  <a:lnTo>
                    <a:pt x="227143" y="95842"/>
                  </a:lnTo>
                  <a:lnTo>
                    <a:pt x="228267" y="98044"/>
                  </a:lnTo>
                  <a:lnTo>
                    <a:pt x="228385" y="98276"/>
                  </a:lnTo>
                  <a:lnTo>
                    <a:pt x="241673" y="98276"/>
                  </a:lnTo>
                  <a:lnTo>
                    <a:pt x="240183" y="95610"/>
                  </a:lnTo>
                  <a:lnTo>
                    <a:pt x="239112" y="92945"/>
                  </a:lnTo>
                  <a:lnTo>
                    <a:pt x="238688" y="90627"/>
                  </a:lnTo>
                  <a:lnTo>
                    <a:pt x="238569" y="89932"/>
                  </a:lnTo>
                  <a:lnTo>
                    <a:pt x="237948" y="86918"/>
                  </a:lnTo>
                  <a:lnTo>
                    <a:pt x="237890" y="85296"/>
                  </a:lnTo>
                  <a:lnTo>
                    <a:pt x="237795" y="82630"/>
                  </a:lnTo>
                  <a:lnTo>
                    <a:pt x="237699" y="63161"/>
                  </a:lnTo>
                  <a:close/>
                </a:path>
                <a:path w="1397000" h="127000">
                  <a:moveTo>
                    <a:pt x="225901" y="89700"/>
                  </a:moveTo>
                  <a:lnTo>
                    <a:pt x="210129" y="89700"/>
                  </a:lnTo>
                  <a:lnTo>
                    <a:pt x="206155" y="90627"/>
                  </a:lnTo>
                  <a:lnTo>
                    <a:pt x="224722" y="90627"/>
                  </a:lnTo>
                  <a:lnTo>
                    <a:pt x="225901" y="89700"/>
                  </a:lnTo>
                  <a:close/>
                </a:path>
                <a:path w="1397000" h="127000">
                  <a:moveTo>
                    <a:pt x="215097" y="26655"/>
                  </a:moveTo>
                  <a:lnTo>
                    <a:pt x="202181" y="26655"/>
                  </a:lnTo>
                  <a:lnTo>
                    <a:pt x="196592" y="27582"/>
                  </a:lnTo>
                  <a:lnTo>
                    <a:pt x="186781" y="30827"/>
                  </a:lnTo>
                  <a:lnTo>
                    <a:pt x="182932" y="33145"/>
                  </a:lnTo>
                  <a:lnTo>
                    <a:pt x="180448" y="36274"/>
                  </a:lnTo>
                  <a:lnTo>
                    <a:pt x="177840" y="39287"/>
                  </a:lnTo>
                  <a:lnTo>
                    <a:pt x="175977" y="43343"/>
                  </a:lnTo>
                  <a:lnTo>
                    <a:pt x="174939" y="47863"/>
                  </a:lnTo>
                  <a:lnTo>
                    <a:pt x="174859" y="48210"/>
                  </a:lnTo>
                  <a:lnTo>
                    <a:pt x="187278" y="49833"/>
                  </a:lnTo>
                  <a:lnTo>
                    <a:pt x="188644" y="44850"/>
                  </a:lnTo>
                  <a:lnTo>
                    <a:pt x="190756" y="41373"/>
                  </a:lnTo>
                  <a:lnTo>
                    <a:pt x="193612" y="39519"/>
                  </a:lnTo>
                  <a:lnTo>
                    <a:pt x="196468" y="37548"/>
                  </a:lnTo>
                  <a:lnTo>
                    <a:pt x="200815" y="36505"/>
                  </a:lnTo>
                  <a:lnTo>
                    <a:pt x="235086" y="36505"/>
                  </a:lnTo>
                  <a:lnTo>
                    <a:pt x="234967" y="36274"/>
                  </a:lnTo>
                  <a:lnTo>
                    <a:pt x="233104" y="34072"/>
                  </a:lnTo>
                  <a:lnTo>
                    <a:pt x="231242" y="31986"/>
                  </a:lnTo>
                  <a:lnTo>
                    <a:pt x="228261" y="30247"/>
                  </a:lnTo>
                  <a:lnTo>
                    <a:pt x="220644" y="27582"/>
                  </a:lnTo>
                  <a:lnTo>
                    <a:pt x="221058" y="27582"/>
                  </a:lnTo>
                  <a:lnTo>
                    <a:pt x="215097" y="26655"/>
                  </a:lnTo>
                  <a:close/>
                </a:path>
                <a:path w="1397000" h="127000">
                  <a:moveTo>
                    <a:pt x="272224" y="1622"/>
                  </a:moveTo>
                  <a:lnTo>
                    <a:pt x="259557" y="1622"/>
                  </a:lnTo>
                  <a:lnTo>
                    <a:pt x="259557" y="98276"/>
                  </a:lnTo>
                  <a:lnTo>
                    <a:pt x="272224" y="98276"/>
                  </a:lnTo>
                  <a:lnTo>
                    <a:pt x="272224" y="1622"/>
                  </a:lnTo>
                  <a:close/>
                </a:path>
                <a:path w="1397000" h="127000">
                  <a:moveTo>
                    <a:pt x="305756" y="1622"/>
                  </a:moveTo>
                  <a:lnTo>
                    <a:pt x="292964" y="1622"/>
                  </a:lnTo>
                  <a:lnTo>
                    <a:pt x="292964" y="15297"/>
                  </a:lnTo>
                  <a:lnTo>
                    <a:pt x="305756" y="15297"/>
                  </a:lnTo>
                  <a:lnTo>
                    <a:pt x="305756" y="1622"/>
                  </a:lnTo>
                  <a:close/>
                </a:path>
                <a:path w="1397000" h="127000">
                  <a:moveTo>
                    <a:pt x="305756" y="28277"/>
                  </a:moveTo>
                  <a:lnTo>
                    <a:pt x="292964" y="28277"/>
                  </a:lnTo>
                  <a:lnTo>
                    <a:pt x="292964" y="98276"/>
                  </a:lnTo>
                  <a:lnTo>
                    <a:pt x="305756" y="98276"/>
                  </a:lnTo>
                  <a:lnTo>
                    <a:pt x="305756" y="28277"/>
                  </a:lnTo>
                  <a:close/>
                </a:path>
                <a:path w="1397000" h="127000">
                  <a:moveTo>
                    <a:pt x="337548" y="28277"/>
                  </a:moveTo>
                  <a:lnTo>
                    <a:pt x="326123" y="28277"/>
                  </a:lnTo>
                  <a:lnTo>
                    <a:pt x="326123" y="98276"/>
                  </a:lnTo>
                  <a:lnTo>
                    <a:pt x="338790" y="98276"/>
                  </a:lnTo>
                  <a:lnTo>
                    <a:pt x="338865" y="50876"/>
                  </a:lnTo>
                  <a:lnTo>
                    <a:pt x="340777" y="44966"/>
                  </a:lnTo>
                  <a:lnTo>
                    <a:pt x="344751" y="41836"/>
                  </a:lnTo>
                  <a:lnTo>
                    <a:pt x="348601" y="38591"/>
                  </a:lnTo>
                  <a:lnTo>
                    <a:pt x="349612" y="38244"/>
                  </a:lnTo>
                  <a:lnTo>
                    <a:pt x="337548" y="38244"/>
                  </a:lnTo>
                  <a:lnTo>
                    <a:pt x="337548" y="28277"/>
                  </a:lnTo>
                  <a:close/>
                </a:path>
                <a:path w="1397000" h="127000">
                  <a:moveTo>
                    <a:pt x="383889" y="36969"/>
                  </a:moveTo>
                  <a:lnTo>
                    <a:pt x="362138" y="36969"/>
                  </a:lnTo>
                  <a:lnTo>
                    <a:pt x="365118" y="37664"/>
                  </a:lnTo>
                  <a:lnTo>
                    <a:pt x="367602" y="39171"/>
                  </a:lnTo>
                  <a:lnTo>
                    <a:pt x="370086" y="40562"/>
                  </a:lnTo>
                  <a:lnTo>
                    <a:pt x="371825" y="42416"/>
                  </a:lnTo>
                  <a:lnTo>
                    <a:pt x="373812" y="47283"/>
                  </a:lnTo>
                  <a:lnTo>
                    <a:pt x="374309" y="50876"/>
                  </a:lnTo>
                  <a:lnTo>
                    <a:pt x="374309" y="98276"/>
                  </a:lnTo>
                  <a:lnTo>
                    <a:pt x="387100" y="98276"/>
                  </a:lnTo>
                  <a:lnTo>
                    <a:pt x="387100" y="49717"/>
                  </a:lnTo>
                  <a:lnTo>
                    <a:pt x="386942" y="47283"/>
                  </a:lnTo>
                  <a:lnTo>
                    <a:pt x="386852" y="45893"/>
                  </a:lnTo>
                  <a:lnTo>
                    <a:pt x="385662" y="40562"/>
                  </a:lnTo>
                  <a:lnTo>
                    <a:pt x="385610" y="40330"/>
                  </a:lnTo>
                  <a:lnTo>
                    <a:pt x="384353" y="37664"/>
                  </a:lnTo>
                  <a:lnTo>
                    <a:pt x="384244" y="37433"/>
                  </a:lnTo>
                  <a:lnTo>
                    <a:pt x="383889" y="36969"/>
                  </a:lnTo>
                  <a:close/>
                </a:path>
                <a:path w="1397000" h="127000">
                  <a:moveTo>
                    <a:pt x="365864" y="26655"/>
                  </a:moveTo>
                  <a:lnTo>
                    <a:pt x="361393" y="26655"/>
                  </a:lnTo>
                  <a:lnTo>
                    <a:pt x="353273" y="27466"/>
                  </a:lnTo>
                  <a:lnTo>
                    <a:pt x="353811" y="27466"/>
                  </a:lnTo>
                  <a:lnTo>
                    <a:pt x="347608" y="29581"/>
                  </a:lnTo>
                  <a:lnTo>
                    <a:pt x="342112" y="33206"/>
                  </a:lnTo>
                  <a:lnTo>
                    <a:pt x="337548" y="38244"/>
                  </a:lnTo>
                  <a:lnTo>
                    <a:pt x="349612" y="38244"/>
                  </a:lnTo>
                  <a:lnTo>
                    <a:pt x="353320" y="36969"/>
                  </a:lnTo>
                  <a:lnTo>
                    <a:pt x="383889" y="36969"/>
                  </a:lnTo>
                  <a:lnTo>
                    <a:pt x="382381" y="34999"/>
                  </a:lnTo>
                  <a:lnTo>
                    <a:pt x="380518" y="32449"/>
                  </a:lnTo>
                  <a:lnTo>
                    <a:pt x="377662" y="30479"/>
                  </a:lnTo>
                  <a:lnTo>
                    <a:pt x="373812" y="28972"/>
                  </a:lnTo>
                  <a:lnTo>
                    <a:pt x="370086" y="27466"/>
                  </a:lnTo>
                  <a:lnTo>
                    <a:pt x="365864" y="26655"/>
                  </a:lnTo>
                  <a:close/>
                </a:path>
                <a:path w="1397000" h="127000">
                  <a:moveTo>
                    <a:pt x="406598" y="104070"/>
                  </a:moveTo>
                  <a:lnTo>
                    <a:pt x="427338" y="126669"/>
                  </a:lnTo>
                  <a:lnTo>
                    <a:pt x="443855" y="126669"/>
                  </a:lnTo>
                  <a:lnTo>
                    <a:pt x="450189" y="125394"/>
                  </a:lnTo>
                  <a:lnTo>
                    <a:pt x="455280" y="122729"/>
                  </a:lnTo>
                  <a:lnTo>
                    <a:pt x="460496" y="120179"/>
                  </a:lnTo>
                  <a:lnTo>
                    <a:pt x="463862" y="116934"/>
                  </a:lnTo>
                  <a:lnTo>
                    <a:pt x="430815" y="116934"/>
                  </a:lnTo>
                  <a:lnTo>
                    <a:pt x="426468" y="115775"/>
                  </a:lnTo>
                  <a:lnTo>
                    <a:pt x="420880" y="111951"/>
                  </a:lnTo>
                  <a:lnTo>
                    <a:pt x="419514" y="109401"/>
                  </a:lnTo>
                  <a:lnTo>
                    <a:pt x="419017" y="105809"/>
                  </a:lnTo>
                  <a:lnTo>
                    <a:pt x="406598" y="104070"/>
                  </a:lnTo>
                  <a:close/>
                </a:path>
                <a:path w="1397000" h="127000">
                  <a:moveTo>
                    <a:pt x="470183" y="89120"/>
                  </a:moveTo>
                  <a:lnTo>
                    <a:pt x="457268" y="89120"/>
                  </a:lnTo>
                  <a:lnTo>
                    <a:pt x="457232" y="97624"/>
                  </a:lnTo>
                  <a:lnTo>
                    <a:pt x="457132" y="99666"/>
                  </a:lnTo>
                  <a:lnTo>
                    <a:pt x="449816" y="113573"/>
                  </a:lnTo>
                  <a:lnTo>
                    <a:pt x="446711" y="115775"/>
                  </a:lnTo>
                  <a:lnTo>
                    <a:pt x="442116" y="116934"/>
                  </a:lnTo>
                  <a:lnTo>
                    <a:pt x="463862" y="116934"/>
                  </a:lnTo>
                  <a:lnTo>
                    <a:pt x="464222" y="116587"/>
                  </a:lnTo>
                  <a:lnTo>
                    <a:pt x="466582" y="111951"/>
                  </a:lnTo>
                  <a:lnTo>
                    <a:pt x="469066" y="107431"/>
                  </a:lnTo>
                  <a:lnTo>
                    <a:pt x="470183" y="99666"/>
                  </a:lnTo>
                  <a:lnTo>
                    <a:pt x="470183" y="89120"/>
                  </a:lnTo>
                  <a:close/>
                </a:path>
                <a:path w="1397000" h="127000">
                  <a:moveTo>
                    <a:pt x="445469" y="26655"/>
                  </a:moveTo>
                  <a:lnTo>
                    <a:pt x="429946" y="26655"/>
                  </a:lnTo>
                  <a:lnTo>
                    <a:pt x="424109" y="28277"/>
                  </a:lnTo>
                  <a:lnTo>
                    <a:pt x="414298" y="34419"/>
                  </a:lnTo>
                  <a:lnTo>
                    <a:pt x="410572" y="38707"/>
                  </a:lnTo>
                  <a:lnTo>
                    <a:pt x="405356" y="50065"/>
                  </a:lnTo>
                  <a:lnTo>
                    <a:pt x="404114" y="56207"/>
                  </a:lnTo>
                  <a:lnTo>
                    <a:pt x="404114" y="62929"/>
                  </a:lnTo>
                  <a:lnTo>
                    <a:pt x="404630" y="69951"/>
                  </a:lnTo>
                  <a:lnTo>
                    <a:pt x="406194" y="76430"/>
                  </a:lnTo>
                  <a:lnTo>
                    <a:pt x="408732" y="82167"/>
                  </a:lnTo>
                  <a:lnTo>
                    <a:pt x="408829" y="82388"/>
                  </a:lnTo>
                  <a:lnTo>
                    <a:pt x="436528" y="98276"/>
                  </a:lnTo>
                  <a:lnTo>
                    <a:pt x="444849" y="98276"/>
                  </a:lnTo>
                  <a:lnTo>
                    <a:pt x="451679" y="95263"/>
                  </a:lnTo>
                  <a:lnTo>
                    <a:pt x="457268" y="89120"/>
                  </a:lnTo>
                  <a:lnTo>
                    <a:pt x="470183" y="89120"/>
                  </a:lnTo>
                  <a:lnTo>
                    <a:pt x="470183" y="88425"/>
                  </a:lnTo>
                  <a:lnTo>
                    <a:pt x="431809" y="88425"/>
                  </a:lnTo>
                  <a:lnTo>
                    <a:pt x="426965" y="86339"/>
                  </a:lnTo>
                  <a:lnTo>
                    <a:pt x="417154" y="53657"/>
                  </a:lnTo>
                  <a:lnTo>
                    <a:pt x="419105" y="47399"/>
                  </a:lnTo>
                  <a:lnTo>
                    <a:pt x="423008" y="43111"/>
                  </a:lnTo>
                  <a:lnTo>
                    <a:pt x="427089" y="38707"/>
                  </a:lnTo>
                  <a:lnTo>
                    <a:pt x="431809" y="36505"/>
                  </a:lnTo>
                  <a:lnTo>
                    <a:pt x="458308" y="36505"/>
                  </a:lnTo>
                  <a:lnTo>
                    <a:pt x="452672" y="30015"/>
                  </a:lnTo>
                  <a:lnTo>
                    <a:pt x="445469" y="26655"/>
                  </a:lnTo>
                  <a:close/>
                </a:path>
                <a:path w="1397000" h="127000">
                  <a:moveTo>
                    <a:pt x="458308" y="36505"/>
                  </a:moveTo>
                  <a:lnTo>
                    <a:pt x="443234" y="36505"/>
                  </a:lnTo>
                  <a:lnTo>
                    <a:pt x="448202" y="38707"/>
                  </a:lnTo>
                  <a:lnTo>
                    <a:pt x="452176" y="43111"/>
                  </a:lnTo>
                  <a:lnTo>
                    <a:pt x="456274" y="47399"/>
                  </a:lnTo>
                  <a:lnTo>
                    <a:pt x="458310" y="53657"/>
                  </a:lnTo>
                  <a:lnTo>
                    <a:pt x="458385" y="71389"/>
                  </a:lnTo>
                  <a:lnTo>
                    <a:pt x="456398" y="77995"/>
                  </a:lnTo>
                  <a:lnTo>
                    <a:pt x="448450" y="86339"/>
                  </a:lnTo>
                  <a:lnTo>
                    <a:pt x="443482" y="88425"/>
                  </a:lnTo>
                  <a:lnTo>
                    <a:pt x="470183" y="88425"/>
                  </a:lnTo>
                  <a:lnTo>
                    <a:pt x="470183" y="36737"/>
                  </a:lnTo>
                  <a:lnTo>
                    <a:pt x="458509" y="36737"/>
                  </a:lnTo>
                  <a:lnTo>
                    <a:pt x="458308" y="36505"/>
                  </a:lnTo>
                  <a:close/>
                </a:path>
                <a:path w="1397000" h="127000">
                  <a:moveTo>
                    <a:pt x="470183" y="28277"/>
                  </a:moveTo>
                  <a:lnTo>
                    <a:pt x="458509" y="28277"/>
                  </a:lnTo>
                  <a:lnTo>
                    <a:pt x="458509" y="36737"/>
                  </a:lnTo>
                  <a:lnTo>
                    <a:pt x="470183" y="36737"/>
                  </a:lnTo>
                  <a:lnTo>
                    <a:pt x="470183" y="28277"/>
                  </a:lnTo>
                  <a:close/>
                </a:path>
                <a:path w="1397000" h="127000">
                  <a:moveTo>
                    <a:pt x="605426" y="1622"/>
                  </a:moveTo>
                  <a:lnTo>
                    <a:pt x="535507" y="1622"/>
                  </a:lnTo>
                  <a:lnTo>
                    <a:pt x="535507" y="98276"/>
                  </a:lnTo>
                  <a:lnTo>
                    <a:pt x="549292" y="98276"/>
                  </a:lnTo>
                  <a:lnTo>
                    <a:pt x="549292" y="54353"/>
                  </a:lnTo>
                  <a:lnTo>
                    <a:pt x="597851" y="54353"/>
                  </a:lnTo>
                  <a:lnTo>
                    <a:pt x="597851" y="42995"/>
                  </a:lnTo>
                  <a:lnTo>
                    <a:pt x="549292" y="42995"/>
                  </a:lnTo>
                  <a:lnTo>
                    <a:pt x="549292" y="13095"/>
                  </a:lnTo>
                  <a:lnTo>
                    <a:pt x="605426" y="13095"/>
                  </a:lnTo>
                  <a:lnTo>
                    <a:pt x="605426" y="1622"/>
                  </a:lnTo>
                  <a:close/>
                </a:path>
                <a:path w="1397000" h="127000">
                  <a:moveTo>
                    <a:pt x="682419" y="36505"/>
                  </a:moveTo>
                  <a:lnTo>
                    <a:pt x="660567" y="36505"/>
                  </a:lnTo>
                  <a:lnTo>
                    <a:pt x="665410" y="37896"/>
                  </a:lnTo>
                  <a:lnTo>
                    <a:pt x="670999" y="42532"/>
                  </a:lnTo>
                  <a:lnTo>
                    <a:pt x="672241" y="45893"/>
                  </a:lnTo>
                  <a:lnTo>
                    <a:pt x="672241" y="53889"/>
                  </a:lnTo>
                  <a:lnTo>
                    <a:pt x="667273" y="55396"/>
                  </a:lnTo>
                  <a:lnTo>
                    <a:pt x="659822" y="56786"/>
                  </a:lnTo>
                  <a:lnTo>
                    <a:pt x="644422" y="58525"/>
                  </a:lnTo>
                  <a:lnTo>
                    <a:pt x="640696" y="59104"/>
                  </a:lnTo>
                  <a:lnTo>
                    <a:pt x="619957" y="76372"/>
                  </a:lnTo>
                  <a:lnTo>
                    <a:pt x="619957" y="85644"/>
                  </a:lnTo>
                  <a:lnTo>
                    <a:pt x="621819" y="89700"/>
                  </a:lnTo>
                  <a:lnTo>
                    <a:pt x="621926" y="89932"/>
                  </a:lnTo>
                  <a:lnTo>
                    <a:pt x="622332" y="90627"/>
                  </a:lnTo>
                  <a:lnTo>
                    <a:pt x="626663" y="94220"/>
                  </a:lnTo>
                  <a:lnTo>
                    <a:pt x="631010" y="98044"/>
                  </a:lnTo>
                  <a:lnTo>
                    <a:pt x="637343" y="99898"/>
                  </a:lnTo>
                  <a:lnTo>
                    <a:pt x="650632" y="99898"/>
                  </a:lnTo>
                  <a:lnTo>
                    <a:pt x="655227" y="99087"/>
                  </a:lnTo>
                  <a:lnTo>
                    <a:pt x="664044" y="96074"/>
                  </a:lnTo>
                  <a:lnTo>
                    <a:pt x="668515" y="93408"/>
                  </a:lnTo>
                  <a:lnTo>
                    <a:pt x="672054" y="90627"/>
                  </a:lnTo>
                  <a:lnTo>
                    <a:pt x="643677" y="90627"/>
                  </a:lnTo>
                  <a:lnTo>
                    <a:pt x="640365" y="89700"/>
                  </a:lnTo>
                  <a:lnTo>
                    <a:pt x="640089" y="89700"/>
                  </a:lnTo>
                  <a:lnTo>
                    <a:pt x="634859" y="85296"/>
                  </a:lnTo>
                  <a:lnTo>
                    <a:pt x="633612" y="82862"/>
                  </a:lnTo>
                  <a:lnTo>
                    <a:pt x="633493" y="77415"/>
                  </a:lnTo>
                  <a:lnTo>
                    <a:pt x="634114" y="75561"/>
                  </a:lnTo>
                  <a:lnTo>
                    <a:pt x="635356" y="73823"/>
                  </a:lnTo>
                  <a:lnTo>
                    <a:pt x="636474" y="72200"/>
                  </a:lnTo>
                  <a:lnTo>
                    <a:pt x="660691" y="66406"/>
                  </a:lnTo>
                  <a:lnTo>
                    <a:pt x="667521" y="64899"/>
                  </a:lnTo>
                  <a:lnTo>
                    <a:pt x="672241" y="63161"/>
                  </a:lnTo>
                  <a:lnTo>
                    <a:pt x="685032" y="63161"/>
                  </a:lnTo>
                  <a:lnTo>
                    <a:pt x="685032" y="47863"/>
                  </a:lnTo>
                  <a:lnTo>
                    <a:pt x="684896" y="45893"/>
                  </a:lnTo>
                  <a:lnTo>
                    <a:pt x="684784" y="44270"/>
                  </a:lnTo>
                  <a:lnTo>
                    <a:pt x="684473" y="42532"/>
                  </a:lnTo>
                  <a:lnTo>
                    <a:pt x="684411" y="42184"/>
                  </a:lnTo>
                  <a:lnTo>
                    <a:pt x="683799" y="39519"/>
                  </a:lnTo>
                  <a:lnTo>
                    <a:pt x="683746" y="39287"/>
                  </a:lnTo>
                  <a:lnTo>
                    <a:pt x="683666" y="38939"/>
                  </a:lnTo>
                  <a:lnTo>
                    <a:pt x="682419" y="36505"/>
                  </a:lnTo>
                  <a:close/>
                </a:path>
                <a:path w="1397000" h="127000">
                  <a:moveTo>
                    <a:pt x="685032" y="63161"/>
                  </a:moveTo>
                  <a:lnTo>
                    <a:pt x="672241" y="63161"/>
                  </a:lnTo>
                  <a:lnTo>
                    <a:pt x="672153" y="73243"/>
                  </a:lnTo>
                  <a:lnTo>
                    <a:pt x="671561" y="76372"/>
                  </a:lnTo>
                  <a:lnTo>
                    <a:pt x="671495" y="76720"/>
                  </a:lnTo>
                  <a:lnTo>
                    <a:pt x="670129" y="79385"/>
                  </a:lnTo>
                  <a:lnTo>
                    <a:pt x="668507" y="82630"/>
                  </a:lnTo>
                  <a:lnTo>
                    <a:pt x="668391" y="82862"/>
                  </a:lnTo>
                  <a:lnTo>
                    <a:pt x="665534" y="85644"/>
                  </a:lnTo>
                  <a:lnTo>
                    <a:pt x="661684" y="87614"/>
                  </a:lnTo>
                  <a:lnTo>
                    <a:pt x="657740" y="89700"/>
                  </a:lnTo>
                  <a:lnTo>
                    <a:pt x="673234" y="89700"/>
                  </a:lnTo>
                  <a:lnTo>
                    <a:pt x="673607" y="92945"/>
                  </a:lnTo>
                  <a:lnTo>
                    <a:pt x="674406" y="95610"/>
                  </a:lnTo>
                  <a:lnTo>
                    <a:pt x="674476" y="95842"/>
                  </a:lnTo>
                  <a:lnTo>
                    <a:pt x="675842" y="98276"/>
                  </a:lnTo>
                  <a:lnTo>
                    <a:pt x="689006" y="98276"/>
                  </a:lnTo>
                  <a:lnTo>
                    <a:pt x="687516" y="95610"/>
                  </a:lnTo>
                  <a:lnTo>
                    <a:pt x="686445" y="92945"/>
                  </a:lnTo>
                  <a:lnTo>
                    <a:pt x="686021" y="90627"/>
                  </a:lnTo>
                  <a:lnTo>
                    <a:pt x="685902" y="89932"/>
                  </a:lnTo>
                  <a:lnTo>
                    <a:pt x="685281" y="86918"/>
                  </a:lnTo>
                  <a:lnTo>
                    <a:pt x="685223" y="85296"/>
                  </a:lnTo>
                  <a:lnTo>
                    <a:pt x="685127" y="82630"/>
                  </a:lnTo>
                  <a:lnTo>
                    <a:pt x="685032" y="63161"/>
                  </a:lnTo>
                  <a:close/>
                </a:path>
                <a:path w="1397000" h="127000">
                  <a:moveTo>
                    <a:pt x="673234" y="89700"/>
                  </a:moveTo>
                  <a:lnTo>
                    <a:pt x="657476" y="89700"/>
                  </a:lnTo>
                  <a:lnTo>
                    <a:pt x="653612" y="90627"/>
                  </a:lnTo>
                  <a:lnTo>
                    <a:pt x="672054" y="90627"/>
                  </a:lnTo>
                  <a:lnTo>
                    <a:pt x="673234" y="89700"/>
                  </a:lnTo>
                  <a:close/>
                </a:path>
                <a:path w="1397000" h="127000">
                  <a:moveTo>
                    <a:pt x="662430" y="26655"/>
                  </a:moveTo>
                  <a:lnTo>
                    <a:pt x="649514" y="26655"/>
                  </a:lnTo>
                  <a:lnTo>
                    <a:pt x="643925" y="27582"/>
                  </a:lnTo>
                  <a:lnTo>
                    <a:pt x="634114" y="30827"/>
                  </a:lnTo>
                  <a:lnTo>
                    <a:pt x="630389" y="33145"/>
                  </a:lnTo>
                  <a:lnTo>
                    <a:pt x="627781" y="36274"/>
                  </a:lnTo>
                  <a:lnTo>
                    <a:pt x="625173" y="39287"/>
                  </a:lnTo>
                  <a:lnTo>
                    <a:pt x="623310" y="43343"/>
                  </a:lnTo>
                  <a:lnTo>
                    <a:pt x="622272" y="47863"/>
                  </a:lnTo>
                  <a:lnTo>
                    <a:pt x="622192" y="48210"/>
                  </a:lnTo>
                  <a:lnTo>
                    <a:pt x="634611" y="49833"/>
                  </a:lnTo>
                  <a:lnTo>
                    <a:pt x="635977" y="44850"/>
                  </a:lnTo>
                  <a:lnTo>
                    <a:pt x="638088" y="41373"/>
                  </a:lnTo>
                  <a:lnTo>
                    <a:pt x="640945" y="39519"/>
                  </a:lnTo>
                  <a:lnTo>
                    <a:pt x="643801" y="37548"/>
                  </a:lnTo>
                  <a:lnTo>
                    <a:pt x="648148" y="36505"/>
                  </a:lnTo>
                  <a:lnTo>
                    <a:pt x="682419" y="36505"/>
                  </a:lnTo>
                  <a:lnTo>
                    <a:pt x="682300" y="36274"/>
                  </a:lnTo>
                  <a:lnTo>
                    <a:pt x="680437" y="34072"/>
                  </a:lnTo>
                  <a:lnTo>
                    <a:pt x="678574" y="31986"/>
                  </a:lnTo>
                  <a:lnTo>
                    <a:pt x="675594" y="30247"/>
                  </a:lnTo>
                  <a:lnTo>
                    <a:pt x="667977" y="27582"/>
                  </a:lnTo>
                  <a:lnTo>
                    <a:pt x="668391" y="27582"/>
                  </a:lnTo>
                  <a:lnTo>
                    <a:pt x="662430" y="26655"/>
                  </a:lnTo>
                  <a:close/>
                </a:path>
                <a:path w="1397000" h="127000">
                  <a:moveTo>
                    <a:pt x="745637" y="26655"/>
                  </a:moveTo>
                  <a:lnTo>
                    <a:pt x="730983" y="26655"/>
                  </a:lnTo>
                  <a:lnTo>
                    <a:pt x="725021" y="28161"/>
                  </a:lnTo>
                  <a:lnTo>
                    <a:pt x="703288" y="55975"/>
                  </a:lnTo>
                  <a:lnTo>
                    <a:pt x="703288" y="63508"/>
                  </a:lnTo>
                  <a:lnTo>
                    <a:pt x="723593" y="97580"/>
                  </a:lnTo>
                  <a:lnTo>
                    <a:pt x="737440" y="99898"/>
                  </a:lnTo>
                  <a:lnTo>
                    <a:pt x="745637" y="99898"/>
                  </a:lnTo>
                  <a:lnTo>
                    <a:pt x="752467" y="97580"/>
                  </a:lnTo>
                  <a:lnTo>
                    <a:pt x="758180" y="93061"/>
                  </a:lnTo>
                  <a:lnTo>
                    <a:pt x="761763" y="90163"/>
                  </a:lnTo>
                  <a:lnTo>
                    <a:pt x="730983" y="90163"/>
                  </a:lnTo>
                  <a:lnTo>
                    <a:pt x="726015" y="87961"/>
                  </a:lnTo>
                  <a:lnTo>
                    <a:pt x="722165" y="83789"/>
                  </a:lnTo>
                  <a:lnTo>
                    <a:pt x="718315" y="79501"/>
                  </a:lnTo>
                  <a:lnTo>
                    <a:pt x="716328" y="72664"/>
                  </a:lnTo>
                  <a:lnTo>
                    <a:pt x="716328" y="54005"/>
                  </a:lnTo>
                  <a:lnTo>
                    <a:pt x="718315" y="47167"/>
                  </a:lnTo>
                  <a:lnTo>
                    <a:pt x="722289" y="42879"/>
                  </a:lnTo>
                  <a:lnTo>
                    <a:pt x="726388" y="38591"/>
                  </a:lnTo>
                  <a:lnTo>
                    <a:pt x="731603" y="36505"/>
                  </a:lnTo>
                  <a:lnTo>
                    <a:pt x="762791" y="36505"/>
                  </a:lnTo>
                  <a:lnTo>
                    <a:pt x="762651" y="36274"/>
                  </a:lnTo>
                  <a:lnTo>
                    <a:pt x="752219" y="28625"/>
                  </a:lnTo>
                  <a:lnTo>
                    <a:pt x="745637" y="26655"/>
                  </a:lnTo>
                  <a:close/>
                </a:path>
                <a:path w="1397000" h="127000">
                  <a:moveTo>
                    <a:pt x="756069" y="72664"/>
                  </a:moveTo>
                  <a:lnTo>
                    <a:pt x="742284" y="90163"/>
                  </a:lnTo>
                  <a:lnTo>
                    <a:pt x="761763" y="90163"/>
                  </a:lnTo>
                  <a:lnTo>
                    <a:pt x="763625" y="88657"/>
                  </a:lnTo>
                  <a:lnTo>
                    <a:pt x="764085" y="87961"/>
                  </a:lnTo>
                  <a:lnTo>
                    <a:pt x="767246" y="82167"/>
                  </a:lnTo>
                  <a:lnTo>
                    <a:pt x="768612" y="74170"/>
                  </a:lnTo>
                  <a:lnTo>
                    <a:pt x="756069" y="72664"/>
                  </a:lnTo>
                  <a:close/>
                </a:path>
                <a:path w="1397000" h="127000">
                  <a:moveTo>
                    <a:pt x="762791" y="36505"/>
                  </a:moveTo>
                  <a:lnTo>
                    <a:pt x="742160" y="36505"/>
                  </a:lnTo>
                  <a:lnTo>
                    <a:pt x="745761" y="37664"/>
                  </a:lnTo>
                  <a:lnTo>
                    <a:pt x="751846" y="42416"/>
                  </a:lnTo>
                  <a:lnTo>
                    <a:pt x="753834" y="45893"/>
                  </a:lnTo>
                  <a:lnTo>
                    <a:pt x="755075" y="50644"/>
                  </a:lnTo>
                  <a:lnTo>
                    <a:pt x="767370" y="48906"/>
                  </a:lnTo>
                  <a:lnTo>
                    <a:pt x="766206" y="42879"/>
                  </a:lnTo>
                  <a:lnTo>
                    <a:pt x="766116" y="42416"/>
                  </a:lnTo>
                  <a:lnTo>
                    <a:pt x="766004" y="41836"/>
                  </a:lnTo>
                  <a:lnTo>
                    <a:pt x="762791" y="36505"/>
                  </a:lnTo>
                  <a:close/>
                </a:path>
                <a:path w="1397000" h="127000">
                  <a:moveTo>
                    <a:pt x="796679" y="37548"/>
                  </a:moveTo>
                  <a:lnTo>
                    <a:pt x="784012" y="37548"/>
                  </a:lnTo>
                  <a:lnTo>
                    <a:pt x="784124" y="85991"/>
                  </a:lnTo>
                  <a:lnTo>
                    <a:pt x="784508" y="89584"/>
                  </a:lnTo>
                  <a:lnTo>
                    <a:pt x="785626" y="91786"/>
                  </a:lnTo>
                  <a:lnTo>
                    <a:pt x="786620" y="93988"/>
                  </a:lnTo>
                  <a:lnTo>
                    <a:pt x="788358" y="95842"/>
                  </a:lnTo>
                  <a:lnTo>
                    <a:pt x="790966" y="97233"/>
                  </a:lnTo>
                  <a:lnTo>
                    <a:pt x="793450" y="98508"/>
                  </a:lnTo>
                  <a:lnTo>
                    <a:pt x="797052" y="99203"/>
                  </a:lnTo>
                  <a:lnTo>
                    <a:pt x="804503" y="99203"/>
                  </a:lnTo>
                  <a:lnTo>
                    <a:pt x="807732" y="98855"/>
                  </a:lnTo>
                  <a:lnTo>
                    <a:pt x="811334" y="98160"/>
                  </a:lnTo>
                  <a:lnTo>
                    <a:pt x="809553" y="88193"/>
                  </a:lnTo>
                  <a:lnTo>
                    <a:pt x="802019" y="88193"/>
                  </a:lnTo>
                  <a:lnTo>
                    <a:pt x="801026" y="87961"/>
                  </a:lnTo>
                  <a:lnTo>
                    <a:pt x="800728" y="87961"/>
                  </a:lnTo>
                  <a:lnTo>
                    <a:pt x="798542" y="86687"/>
                  </a:lnTo>
                  <a:lnTo>
                    <a:pt x="797797" y="85991"/>
                  </a:lnTo>
                  <a:lnTo>
                    <a:pt x="797300" y="84948"/>
                  </a:lnTo>
                  <a:lnTo>
                    <a:pt x="796928" y="84021"/>
                  </a:lnTo>
                  <a:lnTo>
                    <a:pt x="796679" y="81819"/>
                  </a:lnTo>
                  <a:lnTo>
                    <a:pt x="796679" y="37548"/>
                  </a:lnTo>
                  <a:close/>
                </a:path>
                <a:path w="1397000" h="127000">
                  <a:moveTo>
                    <a:pt x="809512" y="87961"/>
                  </a:moveTo>
                  <a:lnTo>
                    <a:pt x="807111" y="87961"/>
                  </a:lnTo>
                  <a:lnTo>
                    <a:pt x="805248" y="88193"/>
                  </a:lnTo>
                  <a:lnTo>
                    <a:pt x="809553" y="88193"/>
                  </a:lnTo>
                  <a:lnTo>
                    <a:pt x="809512" y="87961"/>
                  </a:lnTo>
                  <a:close/>
                </a:path>
                <a:path w="1397000" h="127000">
                  <a:moveTo>
                    <a:pt x="809471" y="28277"/>
                  </a:moveTo>
                  <a:lnTo>
                    <a:pt x="774697" y="28277"/>
                  </a:lnTo>
                  <a:lnTo>
                    <a:pt x="774697" y="37548"/>
                  </a:lnTo>
                  <a:lnTo>
                    <a:pt x="809471" y="37548"/>
                  </a:lnTo>
                  <a:lnTo>
                    <a:pt x="809471" y="28277"/>
                  </a:lnTo>
                  <a:close/>
                </a:path>
                <a:path w="1397000" h="127000">
                  <a:moveTo>
                    <a:pt x="796679" y="3824"/>
                  </a:moveTo>
                  <a:lnTo>
                    <a:pt x="784012" y="10893"/>
                  </a:lnTo>
                  <a:lnTo>
                    <a:pt x="784012" y="28277"/>
                  </a:lnTo>
                  <a:lnTo>
                    <a:pt x="796679" y="28277"/>
                  </a:lnTo>
                  <a:lnTo>
                    <a:pt x="796679" y="3824"/>
                  </a:lnTo>
                  <a:close/>
                </a:path>
                <a:path w="1397000" h="127000">
                  <a:moveTo>
                    <a:pt x="853558" y="26655"/>
                  </a:moveTo>
                  <a:lnTo>
                    <a:pt x="844244" y="26655"/>
                  </a:lnTo>
                  <a:lnTo>
                    <a:pt x="836420" y="29320"/>
                  </a:lnTo>
                  <a:lnTo>
                    <a:pt x="818486" y="62349"/>
                  </a:lnTo>
                  <a:lnTo>
                    <a:pt x="818412" y="63276"/>
                  </a:lnTo>
                  <a:lnTo>
                    <a:pt x="839292" y="97551"/>
                  </a:lnTo>
                  <a:lnTo>
                    <a:pt x="853558" y="99898"/>
                  </a:lnTo>
                  <a:lnTo>
                    <a:pt x="860140" y="99898"/>
                  </a:lnTo>
                  <a:lnTo>
                    <a:pt x="866101" y="98508"/>
                  </a:lnTo>
                  <a:lnTo>
                    <a:pt x="871690" y="95610"/>
                  </a:lnTo>
                  <a:lnTo>
                    <a:pt x="877154" y="92713"/>
                  </a:lnTo>
                  <a:lnTo>
                    <a:pt x="879887" y="90163"/>
                  </a:lnTo>
                  <a:lnTo>
                    <a:pt x="847225" y="90163"/>
                  </a:lnTo>
                  <a:lnTo>
                    <a:pt x="841884" y="87845"/>
                  </a:lnTo>
                  <a:lnTo>
                    <a:pt x="837773" y="83557"/>
                  </a:lnTo>
                  <a:lnTo>
                    <a:pt x="833577" y="78936"/>
                  </a:lnTo>
                  <a:lnTo>
                    <a:pt x="831452" y="72316"/>
                  </a:lnTo>
                  <a:lnTo>
                    <a:pt x="831452" y="54443"/>
                  </a:lnTo>
                  <a:lnTo>
                    <a:pt x="833564" y="47631"/>
                  </a:lnTo>
                  <a:lnTo>
                    <a:pt x="841884" y="38707"/>
                  </a:lnTo>
                  <a:lnTo>
                    <a:pt x="847225" y="36505"/>
                  </a:lnTo>
                  <a:lnTo>
                    <a:pt x="879060" y="36505"/>
                  </a:lnTo>
                  <a:lnTo>
                    <a:pt x="878769" y="36158"/>
                  </a:lnTo>
                  <a:lnTo>
                    <a:pt x="873555" y="32033"/>
                  </a:lnTo>
                  <a:lnTo>
                    <a:pt x="867607" y="29059"/>
                  </a:lnTo>
                  <a:lnTo>
                    <a:pt x="860938" y="27259"/>
                  </a:lnTo>
                  <a:lnTo>
                    <a:pt x="853558" y="26655"/>
                  </a:lnTo>
                  <a:close/>
                </a:path>
                <a:path w="1397000" h="127000">
                  <a:moveTo>
                    <a:pt x="879060" y="36505"/>
                  </a:moveTo>
                  <a:lnTo>
                    <a:pt x="859768" y="36505"/>
                  </a:lnTo>
                  <a:lnTo>
                    <a:pt x="864984" y="38707"/>
                  </a:lnTo>
                  <a:lnTo>
                    <a:pt x="869206" y="43227"/>
                  </a:lnTo>
                  <a:lnTo>
                    <a:pt x="873429" y="47631"/>
                  </a:lnTo>
                  <a:lnTo>
                    <a:pt x="875540" y="54443"/>
                  </a:lnTo>
                  <a:lnTo>
                    <a:pt x="875468" y="72316"/>
                  </a:lnTo>
                  <a:lnTo>
                    <a:pt x="873415" y="78936"/>
                  </a:lnTo>
                  <a:lnTo>
                    <a:pt x="869219" y="83557"/>
                  </a:lnTo>
                  <a:lnTo>
                    <a:pt x="865108" y="87845"/>
                  </a:lnTo>
                  <a:lnTo>
                    <a:pt x="859892" y="90163"/>
                  </a:lnTo>
                  <a:lnTo>
                    <a:pt x="879887" y="90163"/>
                  </a:lnTo>
                  <a:lnTo>
                    <a:pt x="881377" y="88773"/>
                  </a:lnTo>
                  <a:lnTo>
                    <a:pt x="884357" y="83557"/>
                  </a:lnTo>
                  <a:lnTo>
                    <a:pt x="887214" y="78458"/>
                  </a:lnTo>
                  <a:lnTo>
                    <a:pt x="888488" y="72316"/>
                  </a:lnTo>
                  <a:lnTo>
                    <a:pt x="888536" y="72084"/>
                  </a:lnTo>
                  <a:lnTo>
                    <a:pt x="888632" y="71622"/>
                  </a:lnTo>
                  <a:lnTo>
                    <a:pt x="888704" y="62349"/>
                  </a:lnTo>
                  <a:lnTo>
                    <a:pt x="888077" y="54443"/>
                  </a:lnTo>
                  <a:lnTo>
                    <a:pt x="886259" y="47631"/>
                  </a:lnTo>
                  <a:lnTo>
                    <a:pt x="886205" y="47428"/>
                  </a:lnTo>
                  <a:lnTo>
                    <a:pt x="883098" y="41326"/>
                  </a:lnTo>
                  <a:lnTo>
                    <a:pt x="879060" y="36505"/>
                  </a:lnTo>
                  <a:close/>
                </a:path>
                <a:path w="1397000" h="127000">
                  <a:moveTo>
                    <a:pt x="917268" y="28277"/>
                  </a:moveTo>
                  <a:lnTo>
                    <a:pt x="905842" y="28277"/>
                  </a:lnTo>
                  <a:lnTo>
                    <a:pt x="905842" y="98276"/>
                  </a:lnTo>
                  <a:lnTo>
                    <a:pt x="918510" y="98276"/>
                  </a:lnTo>
                  <a:lnTo>
                    <a:pt x="918510" y="56671"/>
                  </a:lnTo>
                  <a:lnTo>
                    <a:pt x="919255" y="52035"/>
                  </a:lnTo>
                  <a:lnTo>
                    <a:pt x="927404" y="39866"/>
                  </a:lnTo>
                  <a:lnTo>
                    <a:pt x="927221" y="39866"/>
                  </a:lnTo>
                  <a:lnTo>
                    <a:pt x="930059" y="38939"/>
                  </a:lnTo>
                  <a:lnTo>
                    <a:pt x="917268" y="38939"/>
                  </a:lnTo>
                  <a:lnTo>
                    <a:pt x="917268" y="28277"/>
                  </a:lnTo>
                  <a:close/>
                </a:path>
                <a:path w="1397000" h="127000">
                  <a:moveTo>
                    <a:pt x="937759" y="26655"/>
                  </a:moveTo>
                  <a:lnTo>
                    <a:pt x="930556" y="26655"/>
                  </a:lnTo>
                  <a:lnTo>
                    <a:pt x="927824" y="27466"/>
                  </a:lnTo>
                  <a:lnTo>
                    <a:pt x="922856" y="30711"/>
                  </a:lnTo>
                  <a:lnTo>
                    <a:pt x="920124" y="33956"/>
                  </a:lnTo>
                  <a:lnTo>
                    <a:pt x="917268" y="38939"/>
                  </a:lnTo>
                  <a:lnTo>
                    <a:pt x="936020" y="38939"/>
                  </a:lnTo>
                  <a:lnTo>
                    <a:pt x="939125" y="39866"/>
                  </a:lnTo>
                  <a:lnTo>
                    <a:pt x="942230" y="41489"/>
                  </a:lnTo>
                  <a:lnTo>
                    <a:pt x="946485" y="30711"/>
                  </a:lnTo>
                  <a:lnTo>
                    <a:pt x="946577" y="30479"/>
                  </a:lnTo>
                  <a:lnTo>
                    <a:pt x="942106" y="27929"/>
                  </a:lnTo>
                  <a:lnTo>
                    <a:pt x="937759" y="26655"/>
                  </a:lnTo>
                  <a:close/>
                </a:path>
                <a:path w="1397000" h="127000">
                  <a:moveTo>
                    <a:pt x="1063812" y="30363"/>
                  </a:moveTo>
                  <a:lnTo>
                    <a:pt x="995508" y="30363"/>
                  </a:lnTo>
                  <a:lnTo>
                    <a:pt x="995508" y="41489"/>
                  </a:lnTo>
                  <a:lnTo>
                    <a:pt x="1063812" y="41489"/>
                  </a:lnTo>
                  <a:lnTo>
                    <a:pt x="1063812" y="30363"/>
                  </a:lnTo>
                  <a:close/>
                </a:path>
                <a:path w="1397000" h="127000">
                  <a:moveTo>
                    <a:pt x="1063812" y="59684"/>
                  </a:moveTo>
                  <a:lnTo>
                    <a:pt x="995508" y="59684"/>
                  </a:lnTo>
                  <a:lnTo>
                    <a:pt x="995508" y="70809"/>
                  </a:lnTo>
                  <a:lnTo>
                    <a:pt x="1063812" y="70809"/>
                  </a:lnTo>
                  <a:lnTo>
                    <a:pt x="1063812" y="59684"/>
                  </a:lnTo>
                  <a:close/>
                </a:path>
                <a:path w="1397000" h="127000">
                  <a:moveTo>
                    <a:pt x="1161177" y="1274"/>
                  </a:moveTo>
                  <a:lnTo>
                    <a:pt x="1148137" y="1274"/>
                  </a:lnTo>
                  <a:lnTo>
                    <a:pt x="1141803" y="3129"/>
                  </a:lnTo>
                  <a:lnTo>
                    <a:pt x="1136836" y="6953"/>
                  </a:lnTo>
                  <a:lnTo>
                    <a:pt x="1131868" y="10662"/>
                  </a:lnTo>
                  <a:lnTo>
                    <a:pt x="1121809" y="50644"/>
                  </a:lnTo>
                  <a:lnTo>
                    <a:pt x="1122368" y="61553"/>
                  </a:lnTo>
                  <a:lnTo>
                    <a:pt x="1142269" y="97436"/>
                  </a:lnTo>
                  <a:lnTo>
                    <a:pt x="1155589" y="99898"/>
                  </a:lnTo>
                  <a:lnTo>
                    <a:pt x="1163164" y="99898"/>
                  </a:lnTo>
                  <a:lnTo>
                    <a:pt x="1169498" y="98044"/>
                  </a:lnTo>
                  <a:lnTo>
                    <a:pt x="1179433" y="90395"/>
                  </a:lnTo>
                  <a:lnTo>
                    <a:pt x="1179595" y="90163"/>
                  </a:lnTo>
                  <a:lnTo>
                    <a:pt x="1149752" y="90163"/>
                  </a:lnTo>
                  <a:lnTo>
                    <a:pt x="1144908" y="87614"/>
                  </a:lnTo>
                  <a:lnTo>
                    <a:pt x="1134973" y="50644"/>
                  </a:lnTo>
                  <a:lnTo>
                    <a:pt x="1135271" y="42472"/>
                  </a:lnTo>
                  <a:lnTo>
                    <a:pt x="1135371" y="39718"/>
                  </a:lnTo>
                  <a:lnTo>
                    <a:pt x="1149627" y="11125"/>
                  </a:lnTo>
                  <a:lnTo>
                    <a:pt x="1179068" y="11125"/>
                  </a:lnTo>
                  <a:lnTo>
                    <a:pt x="1177943" y="9503"/>
                  </a:lnTo>
                  <a:lnTo>
                    <a:pt x="1174465" y="6489"/>
                  </a:lnTo>
                  <a:lnTo>
                    <a:pt x="1166021" y="2317"/>
                  </a:lnTo>
                  <a:lnTo>
                    <a:pt x="1161177" y="1274"/>
                  </a:lnTo>
                  <a:close/>
                </a:path>
                <a:path w="1397000" h="127000">
                  <a:moveTo>
                    <a:pt x="1179068" y="11125"/>
                  </a:moveTo>
                  <a:lnTo>
                    <a:pt x="1161426" y="11125"/>
                  </a:lnTo>
                  <a:lnTo>
                    <a:pt x="1166393" y="13675"/>
                  </a:lnTo>
                  <a:lnTo>
                    <a:pt x="1170367" y="18890"/>
                  </a:lnTo>
                  <a:lnTo>
                    <a:pt x="1172975" y="23819"/>
                  </a:lnTo>
                  <a:lnTo>
                    <a:pt x="1174784" y="30566"/>
                  </a:lnTo>
                  <a:lnTo>
                    <a:pt x="1174838" y="30769"/>
                  </a:lnTo>
                  <a:lnTo>
                    <a:pt x="1175956" y="39718"/>
                  </a:lnTo>
                  <a:lnTo>
                    <a:pt x="1176328" y="50644"/>
                  </a:lnTo>
                  <a:lnTo>
                    <a:pt x="1176050" y="58749"/>
                  </a:lnTo>
                  <a:lnTo>
                    <a:pt x="1161426" y="90163"/>
                  </a:lnTo>
                  <a:lnTo>
                    <a:pt x="1179595" y="90163"/>
                  </a:lnTo>
                  <a:lnTo>
                    <a:pt x="1189368" y="50644"/>
                  </a:lnTo>
                  <a:lnTo>
                    <a:pt x="1189368" y="41025"/>
                  </a:lnTo>
                  <a:lnTo>
                    <a:pt x="1188623" y="33492"/>
                  </a:lnTo>
                  <a:lnTo>
                    <a:pt x="1187009" y="27814"/>
                  </a:lnTo>
                  <a:lnTo>
                    <a:pt x="1185518" y="22135"/>
                  </a:lnTo>
                  <a:lnTo>
                    <a:pt x="1183407" y="17383"/>
                  </a:lnTo>
                  <a:lnTo>
                    <a:pt x="1179068" y="11125"/>
                  </a:lnTo>
                  <a:close/>
                </a:path>
                <a:path w="1397000" h="127000">
                  <a:moveTo>
                    <a:pt x="1226377" y="84832"/>
                  </a:moveTo>
                  <a:lnTo>
                    <a:pt x="1211847" y="84832"/>
                  </a:lnTo>
                  <a:lnTo>
                    <a:pt x="1211847" y="98276"/>
                  </a:lnTo>
                  <a:lnTo>
                    <a:pt x="1226377" y="98276"/>
                  </a:lnTo>
                  <a:lnTo>
                    <a:pt x="1226377" y="84832"/>
                  </a:lnTo>
                  <a:close/>
                </a:path>
                <a:path w="1397000" h="127000">
                  <a:moveTo>
                    <a:pt x="1290832" y="1274"/>
                  </a:moveTo>
                  <a:lnTo>
                    <a:pt x="1282759" y="1274"/>
                  </a:lnTo>
                  <a:lnTo>
                    <a:pt x="1274982" y="1968"/>
                  </a:lnTo>
                  <a:lnTo>
                    <a:pt x="1246201" y="40038"/>
                  </a:lnTo>
                  <a:lnTo>
                    <a:pt x="1245502" y="53078"/>
                  </a:lnTo>
                  <a:lnTo>
                    <a:pt x="1246131" y="64721"/>
                  </a:lnTo>
                  <a:lnTo>
                    <a:pt x="1248028" y="74634"/>
                  </a:lnTo>
                  <a:lnTo>
                    <a:pt x="1251086" y="82514"/>
                  </a:lnTo>
                  <a:lnTo>
                    <a:pt x="1251161" y="82706"/>
                  </a:lnTo>
                  <a:lnTo>
                    <a:pt x="1281517" y="99898"/>
                  </a:lnTo>
                  <a:lnTo>
                    <a:pt x="1287727" y="99898"/>
                  </a:lnTo>
                  <a:lnTo>
                    <a:pt x="1293315" y="98623"/>
                  </a:lnTo>
                  <a:lnTo>
                    <a:pt x="1298159" y="95842"/>
                  </a:lnTo>
                  <a:lnTo>
                    <a:pt x="1303126" y="93061"/>
                  </a:lnTo>
                  <a:lnTo>
                    <a:pt x="1305876" y="90163"/>
                  </a:lnTo>
                  <a:lnTo>
                    <a:pt x="1277667" y="90163"/>
                  </a:lnTo>
                  <a:lnTo>
                    <a:pt x="1274190" y="89236"/>
                  </a:lnTo>
                  <a:lnTo>
                    <a:pt x="1267484" y="85296"/>
                  </a:lnTo>
                  <a:lnTo>
                    <a:pt x="1264876" y="82514"/>
                  </a:lnTo>
                  <a:lnTo>
                    <a:pt x="1263013" y="78690"/>
                  </a:lnTo>
                  <a:lnTo>
                    <a:pt x="1261150" y="74981"/>
                  </a:lnTo>
                  <a:lnTo>
                    <a:pt x="1260157" y="71041"/>
                  </a:lnTo>
                  <a:lnTo>
                    <a:pt x="1260157" y="60727"/>
                  </a:lnTo>
                  <a:lnTo>
                    <a:pt x="1262144" y="55743"/>
                  </a:lnTo>
                  <a:lnTo>
                    <a:pt x="1269734" y="48442"/>
                  </a:lnTo>
                  <a:lnTo>
                    <a:pt x="1258170" y="48442"/>
                  </a:lnTo>
                  <a:lnTo>
                    <a:pt x="1271334" y="14138"/>
                  </a:lnTo>
                  <a:lnTo>
                    <a:pt x="1274314" y="12052"/>
                  </a:lnTo>
                  <a:lnTo>
                    <a:pt x="1277916" y="11009"/>
                  </a:lnTo>
                  <a:lnTo>
                    <a:pt x="1306842" y="11009"/>
                  </a:lnTo>
                  <a:lnTo>
                    <a:pt x="1297538" y="3360"/>
                  </a:lnTo>
                  <a:lnTo>
                    <a:pt x="1290832" y="1274"/>
                  </a:lnTo>
                  <a:close/>
                </a:path>
                <a:path w="1397000" h="127000">
                  <a:moveTo>
                    <a:pt x="1306778" y="46124"/>
                  </a:moveTo>
                  <a:lnTo>
                    <a:pt x="1286609" y="46124"/>
                  </a:lnTo>
                  <a:lnTo>
                    <a:pt x="1291453" y="47979"/>
                  </a:lnTo>
                  <a:lnTo>
                    <a:pt x="1299028" y="55743"/>
                  </a:lnTo>
                  <a:lnTo>
                    <a:pt x="1300808" y="60727"/>
                  </a:lnTo>
                  <a:lnTo>
                    <a:pt x="1300772" y="74981"/>
                  </a:lnTo>
                  <a:lnTo>
                    <a:pt x="1299028" y="80081"/>
                  </a:lnTo>
                  <a:lnTo>
                    <a:pt x="1291328" y="88193"/>
                  </a:lnTo>
                  <a:lnTo>
                    <a:pt x="1286733" y="90163"/>
                  </a:lnTo>
                  <a:lnTo>
                    <a:pt x="1305876" y="90163"/>
                  </a:lnTo>
                  <a:lnTo>
                    <a:pt x="1306976" y="89004"/>
                  </a:lnTo>
                  <a:lnTo>
                    <a:pt x="1309709" y="83789"/>
                  </a:lnTo>
                  <a:lnTo>
                    <a:pt x="1312501" y="78690"/>
                  </a:lnTo>
                  <a:lnTo>
                    <a:pt x="1313931" y="73011"/>
                  </a:lnTo>
                  <a:lnTo>
                    <a:pt x="1313931" y="57714"/>
                  </a:lnTo>
                  <a:lnTo>
                    <a:pt x="1310950" y="50181"/>
                  </a:lnTo>
                  <a:lnTo>
                    <a:pt x="1306778" y="46124"/>
                  </a:lnTo>
                  <a:close/>
                </a:path>
                <a:path w="1397000" h="127000">
                  <a:moveTo>
                    <a:pt x="1291825" y="35578"/>
                  </a:moveTo>
                  <a:lnTo>
                    <a:pt x="1278537" y="35578"/>
                  </a:lnTo>
                  <a:lnTo>
                    <a:pt x="1273818" y="36621"/>
                  </a:lnTo>
                  <a:lnTo>
                    <a:pt x="1269471" y="38823"/>
                  </a:lnTo>
                  <a:lnTo>
                    <a:pt x="1265000" y="40909"/>
                  </a:lnTo>
                  <a:lnTo>
                    <a:pt x="1261274" y="44154"/>
                  </a:lnTo>
                  <a:lnTo>
                    <a:pt x="1258170" y="48442"/>
                  </a:lnTo>
                  <a:lnTo>
                    <a:pt x="1269734" y="48442"/>
                  </a:lnTo>
                  <a:lnTo>
                    <a:pt x="1270216" y="47979"/>
                  </a:lnTo>
                  <a:lnTo>
                    <a:pt x="1275059" y="46124"/>
                  </a:lnTo>
                  <a:lnTo>
                    <a:pt x="1306778" y="46124"/>
                  </a:lnTo>
                  <a:lnTo>
                    <a:pt x="1304989" y="44386"/>
                  </a:lnTo>
                  <a:lnTo>
                    <a:pt x="1299028" y="38476"/>
                  </a:lnTo>
                  <a:lnTo>
                    <a:pt x="1291825" y="35578"/>
                  </a:lnTo>
                  <a:close/>
                </a:path>
                <a:path w="1397000" h="127000">
                  <a:moveTo>
                    <a:pt x="1306842" y="11009"/>
                  </a:moveTo>
                  <a:lnTo>
                    <a:pt x="1286982" y="11009"/>
                  </a:lnTo>
                  <a:lnTo>
                    <a:pt x="1291204" y="12748"/>
                  </a:lnTo>
                  <a:lnTo>
                    <a:pt x="1294682" y="16108"/>
                  </a:lnTo>
                  <a:lnTo>
                    <a:pt x="1296793" y="18195"/>
                  </a:lnTo>
                  <a:lnTo>
                    <a:pt x="1298283" y="21555"/>
                  </a:lnTo>
                  <a:lnTo>
                    <a:pt x="1299525" y="26191"/>
                  </a:lnTo>
                  <a:lnTo>
                    <a:pt x="1312068" y="25264"/>
                  </a:lnTo>
                  <a:lnTo>
                    <a:pt x="1311121" y="18195"/>
                  </a:lnTo>
                  <a:lnTo>
                    <a:pt x="1311075" y="17847"/>
                  </a:lnTo>
                  <a:lnTo>
                    <a:pt x="1308152" y="12284"/>
                  </a:lnTo>
                  <a:lnTo>
                    <a:pt x="1308031" y="12052"/>
                  </a:lnTo>
                  <a:lnTo>
                    <a:pt x="1306842" y="11009"/>
                  </a:lnTo>
                  <a:close/>
                </a:path>
                <a:path w="1397000" h="127000">
                  <a:moveTo>
                    <a:pt x="1368326" y="1274"/>
                  </a:moveTo>
                  <a:lnTo>
                    <a:pt x="1355286" y="1274"/>
                  </a:lnTo>
                  <a:lnTo>
                    <a:pt x="1348953" y="3129"/>
                  </a:lnTo>
                  <a:lnTo>
                    <a:pt x="1343985" y="6953"/>
                  </a:lnTo>
                  <a:lnTo>
                    <a:pt x="1339017" y="10662"/>
                  </a:lnTo>
                  <a:lnTo>
                    <a:pt x="1328958" y="50644"/>
                  </a:lnTo>
                  <a:lnTo>
                    <a:pt x="1329517" y="61553"/>
                  </a:lnTo>
                  <a:lnTo>
                    <a:pt x="1349418" y="97436"/>
                  </a:lnTo>
                  <a:lnTo>
                    <a:pt x="1362738" y="99898"/>
                  </a:lnTo>
                  <a:lnTo>
                    <a:pt x="1370313" y="99898"/>
                  </a:lnTo>
                  <a:lnTo>
                    <a:pt x="1376647" y="98044"/>
                  </a:lnTo>
                  <a:lnTo>
                    <a:pt x="1386582" y="90395"/>
                  </a:lnTo>
                  <a:lnTo>
                    <a:pt x="1386744" y="90163"/>
                  </a:lnTo>
                  <a:lnTo>
                    <a:pt x="1356901" y="90163"/>
                  </a:lnTo>
                  <a:lnTo>
                    <a:pt x="1352057" y="87614"/>
                  </a:lnTo>
                  <a:lnTo>
                    <a:pt x="1342122" y="50644"/>
                  </a:lnTo>
                  <a:lnTo>
                    <a:pt x="1342418" y="42472"/>
                  </a:lnTo>
                  <a:lnTo>
                    <a:pt x="1342518" y="39718"/>
                  </a:lnTo>
                  <a:lnTo>
                    <a:pt x="1356777" y="11125"/>
                  </a:lnTo>
                  <a:lnTo>
                    <a:pt x="1386217" y="11125"/>
                  </a:lnTo>
                  <a:lnTo>
                    <a:pt x="1385092" y="9503"/>
                  </a:lnTo>
                  <a:lnTo>
                    <a:pt x="1381615" y="6489"/>
                  </a:lnTo>
                  <a:lnTo>
                    <a:pt x="1373170" y="2317"/>
                  </a:lnTo>
                  <a:lnTo>
                    <a:pt x="1368326" y="1274"/>
                  </a:lnTo>
                  <a:close/>
                </a:path>
                <a:path w="1397000" h="127000">
                  <a:moveTo>
                    <a:pt x="1386217" y="11125"/>
                  </a:moveTo>
                  <a:lnTo>
                    <a:pt x="1368575" y="11125"/>
                  </a:lnTo>
                  <a:lnTo>
                    <a:pt x="1373542" y="13675"/>
                  </a:lnTo>
                  <a:lnTo>
                    <a:pt x="1377516" y="18890"/>
                  </a:lnTo>
                  <a:lnTo>
                    <a:pt x="1383477" y="50644"/>
                  </a:lnTo>
                  <a:lnTo>
                    <a:pt x="1383199" y="58749"/>
                  </a:lnTo>
                  <a:lnTo>
                    <a:pt x="1368575" y="90163"/>
                  </a:lnTo>
                  <a:lnTo>
                    <a:pt x="1386744" y="90163"/>
                  </a:lnTo>
                  <a:lnTo>
                    <a:pt x="1396517" y="50644"/>
                  </a:lnTo>
                  <a:lnTo>
                    <a:pt x="1396517" y="41025"/>
                  </a:lnTo>
                  <a:lnTo>
                    <a:pt x="1395772" y="33492"/>
                  </a:lnTo>
                  <a:lnTo>
                    <a:pt x="1394158" y="27814"/>
                  </a:lnTo>
                  <a:lnTo>
                    <a:pt x="1392668" y="22135"/>
                  </a:lnTo>
                  <a:lnTo>
                    <a:pt x="1390556" y="17383"/>
                  </a:lnTo>
                  <a:lnTo>
                    <a:pt x="1386217" y="111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2265473" y="1938320"/>
              <a:ext cx="371475" cy="0"/>
            </a:xfrm>
            <a:custGeom>
              <a:avLst/>
              <a:gdLst/>
              <a:ahLst/>
              <a:cxnLst/>
              <a:rect l="l" t="t" r="r" b="b"/>
              <a:pathLst>
                <a:path w="371475" h="0">
                  <a:moveTo>
                    <a:pt x="0" y="0"/>
                  </a:moveTo>
                  <a:lnTo>
                    <a:pt x="371452" y="0"/>
                  </a:lnTo>
                </a:path>
              </a:pathLst>
            </a:custGeom>
            <a:ln w="5794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2414004" y="1903552"/>
              <a:ext cx="74930" cy="69850"/>
            </a:xfrm>
            <a:custGeom>
              <a:avLst/>
              <a:gdLst/>
              <a:ahLst/>
              <a:cxnLst/>
              <a:rect l="l" t="t" r="r" b="b"/>
              <a:pathLst>
                <a:path w="74930" h="69850">
                  <a:moveTo>
                    <a:pt x="37257" y="0"/>
                  </a:moveTo>
                  <a:lnTo>
                    <a:pt x="37257" y="69535"/>
                  </a:lnTo>
                </a:path>
                <a:path w="74930" h="69850">
                  <a:moveTo>
                    <a:pt x="0" y="34767"/>
                  </a:moveTo>
                  <a:lnTo>
                    <a:pt x="74514" y="34767"/>
                  </a:lnTo>
                </a:path>
              </a:pathLst>
            </a:custGeom>
            <a:ln w="600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2228340" y="1455978"/>
              <a:ext cx="1885314" cy="591185"/>
            </a:xfrm>
            <a:custGeom>
              <a:avLst/>
              <a:gdLst/>
              <a:ahLst/>
              <a:cxnLst/>
              <a:rect l="l" t="t" r="r" b="b"/>
              <a:pathLst>
                <a:path w="1885314" h="591185">
                  <a:moveTo>
                    <a:pt x="0" y="591048"/>
                  </a:moveTo>
                  <a:lnTo>
                    <a:pt x="1885206" y="591048"/>
                  </a:lnTo>
                  <a:lnTo>
                    <a:pt x="1885206" y="0"/>
                  </a:lnTo>
                  <a:lnTo>
                    <a:pt x="0" y="0"/>
                  </a:lnTo>
                  <a:lnTo>
                    <a:pt x="0" y="591048"/>
                  </a:lnTo>
                  <a:close/>
                </a:path>
              </a:pathLst>
            </a:custGeom>
            <a:ln w="5831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53083" y="3861428"/>
              <a:ext cx="527685" cy="549910"/>
            </a:xfrm>
            <a:custGeom>
              <a:avLst/>
              <a:gdLst/>
              <a:ahLst/>
              <a:cxnLst/>
              <a:rect l="l" t="t" r="r" b="b"/>
              <a:pathLst>
                <a:path w="527684" h="549910">
                  <a:moveTo>
                    <a:pt x="527311" y="0"/>
                  </a:moveTo>
                  <a:lnTo>
                    <a:pt x="0" y="549327"/>
                  </a:lnTo>
                </a:path>
              </a:pathLst>
            </a:custGeom>
            <a:ln w="6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696113" y="4348463"/>
              <a:ext cx="123621" cy="121455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7585281" y="2269539"/>
              <a:ext cx="335915" cy="167005"/>
            </a:xfrm>
            <a:custGeom>
              <a:avLst/>
              <a:gdLst/>
              <a:ahLst/>
              <a:cxnLst/>
              <a:rect l="l" t="t" r="r" b="b"/>
              <a:pathLst>
                <a:path w="335915" h="167005">
                  <a:moveTo>
                    <a:pt x="0" y="166884"/>
                  </a:moveTo>
                  <a:lnTo>
                    <a:pt x="335909" y="166884"/>
                  </a:lnTo>
                  <a:lnTo>
                    <a:pt x="335909" y="0"/>
                  </a:lnTo>
                  <a:lnTo>
                    <a:pt x="0" y="0"/>
                  </a:lnTo>
                  <a:lnTo>
                    <a:pt x="0" y="166884"/>
                  </a:lnTo>
                  <a:close/>
                </a:path>
              </a:pathLst>
            </a:custGeom>
            <a:ln w="58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652343" y="2338610"/>
              <a:ext cx="228882" cy="82283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7272322" y="3424169"/>
              <a:ext cx="194945" cy="806450"/>
            </a:xfrm>
            <a:custGeom>
              <a:avLst/>
              <a:gdLst/>
              <a:ahLst/>
              <a:cxnLst/>
              <a:rect l="l" t="t" r="r" b="b"/>
              <a:pathLst>
                <a:path w="194945" h="806450">
                  <a:moveTo>
                    <a:pt x="194357" y="402955"/>
                  </a:moveTo>
                  <a:lnTo>
                    <a:pt x="192991" y="334811"/>
                  </a:lnTo>
                  <a:lnTo>
                    <a:pt x="188768" y="268637"/>
                  </a:lnTo>
                  <a:lnTo>
                    <a:pt x="182062" y="206287"/>
                  </a:lnTo>
                  <a:lnTo>
                    <a:pt x="172748" y="149616"/>
                  </a:lnTo>
                  <a:lnTo>
                    <a:pt x="161447" y="100246"/>
                  </a:lnTo>
                  <a:lnTo>
                    <a:pt x="148158" y="59568"/>
                  </a:lnTo>
                  <a:lnTo>
                    <a:pt x="125680" y="17383"/>
                  </a:lnTo>
                  <a:lnTo>
                    <a:pt x="101339" y="0"/>
                  </a:lnTo>
                  <a:lnTo>
                    <a:pt x="93018" y="0"/>
                  </a:lnTo>
                  <a:lnTo>
                    <a:pt x="60977" y="28741"/>
                  </a:lnTo>
                  <a:lnTo>
                    <a:pt x="39368" y="78690"/>
                  </a:lnTo>
                  <a:lnTo>
                    <a:pt x="27073" y="123888"/>
                  </a:lnTo>
                  <a:lnTo>
                    <a:pt x="16641" y="177082"/>
                  </a:lnTo>
                  <a:lnTo>
                    <a:pt x="8693" y="236882"/>
                  </a:lnTo>
                  <a:lnTo>
                    <a:pt x="3104" y="301318"/>
                  </a:lnTo>
                  <a:lnTo>
                    <a:pt x="372" y="368767"/>
                  </a:lnTo>
                  <a:lnTo>
                    <a:pt x="0" y="402955"/>
                  </a:lnTo>
                  <a:lnTo>
                    <a:pt x="372" y="437143"/>
                  </a:lnTo>
                  <a:lnTo>
                    <a:pt x="3104" y="504592"/>
                  </a:lnTo>
                  <a:lnTo>
                    <a:pt x="8693" y="569144"/>
                  </a:lnTo>
                  <a:lnTo>
                    <a:pt x="16641" y="628828"/>
                  </a:lnTo>
                  <a:lnTo>
                    <a:pt x="27073" y="682023"/>
                  </a:lnTo>
                  <a:lnTo>
                    <a:pt x="39368" y="727221"/>
                  </a:lnTo>
                  <a:lnTo>
                    <a:pt x="53401" y="763147"/>
                  </a:lnTo>
                  <a:lnTo>
                    <a:pt x="76749" y="797219"/>
                  </a:lnTo>
                  <a:lnTo>
                    <a:pt x="93018" y="805911"/>
                  </a:lnTo>
                  <a:lnTo>
                    <a:pt x="101339" y="805911"/>
                  </a:lnTo>
                  <a:lnTo>
                    <a:pt x="133380" y="777170"/>
                  </a:lnTo>
                  <a:lnTo>
                    <a:pt x="154989" y="727221"/>
                  </a:lnTo>
                  <a:lnTo>
                    <a:pt x="167284" y="682023"/>
                  </a:lnTo>
                  <a:lnTo>
                    <a:pt x="177716" y="628828"/>
                  </a:lnTo>
                  <a:lnTo>
                    <a:pt x="185788" y="569144"/>
                  </a:lnTo>
                  <a:lnTo>
                    <a:pt x="191252" y="504592"/>
                  </a:lnTo>
                  <a:lnTo>
                    <a:pt x="193984" y="437143"/>
                  </a:lnTo>
                  <a:lnTo>
                    <a:pt x="194357" y="402955"/>
                  </a:lnTo>
                  <a:close/>
                </a:path>
              </a:pathLst>
            </a:custGeom>
            <a:ln w="6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7749212" y="2978796"/>
              <a:ext cx="351155" cy="187960"/>
            </a:xfrm>
            <a:custGeom>
              <a:avLst/>
              <a:gdLst/>
              <a:ahLst/>
              <a:cxnLst/>
              <a:rect l="l" t="t" r="r" b="b"/>
              <a:pathLst>
                <a:path w="351154" h="187960">
                  <a:moveTo>
                    <a:pt x="0" y="187744"/>
                  </a:moveTo>
                  <a:lnTo>
                    <a:pt x="350812" y="187744"/>
                  </a:lnTo>
                  <a:lnTo>
                    <a:pt x="350812" y="0"/>
                  </a:lnTo>
                  <a:lnTo>
                    <a:pt x="0" y="0"/>
                  </a:lnTo>
                  <a:lnTo>
                    <a:pt x="0" y="187744"/>
                  </a:lnTo>
                  <a:close/>
                </a:path>
              </a:pathLst>
            </a:custGeom>
            <a:ln w="5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816274" y="3047868"/>
              <a:ext cx="228882" cy="82283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363992" y="2537824"/>
              <a:ext cx="2695957" cy="979026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7622538" y="2624168"/>
              <a:ext cx="410845" cy="187960"/>
            </a:xfrm>
            <a:custGeom>
              <a:avLst/>
              <a:gdLst/>
              <a:ahLst/>
              <a:cxnLst/>
              <a:rect l="l" t="t" r="r" b="b"/>
              <a:pathLst>
                <a:path w="410845" h="187960">
                  <a:moveTo>
                    <a:pt x="0" y="187744"/>
                  </a:moveTo>
                  <a:lnTo>
                    <a:pt x="410423" y="187744"/>
                  </a:lnTo>
                  <a:lnTo>
                    <a:pt x="410423" y="0"/>
                  </a:lnTo>
                  <a:lnTo>
                    <a:pt x="0" y="0"/>
                  </a:lnTo>
                  <a:lnTo>
                    <a:pt x="0" y="187744"/>
                  </a:lnTo>
                  <a:close/>
                </a:path>
              </a:pathLst>
            </a:custGeom>
            <a:ln w="58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689600" y="2693239"/>
              <a:ext cx="229875" cy="82283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8412387" y="3027471"/>
              <a:ext cx="403225" cy="187960"/>
            </a:xfrm>
            <a:custGeom>
              <a:avLst/>
              <a:gdLst/>
              <a:ahLst/>
              <a:cxnLst/>
              <a:rect l="l" t="t" r="r" b="b"/>
              <a:pathLst>
                <a:path w="403225" h="187960">
                  <a:moveTo>
                    <a:pt x="0" y="187744"/>
                  </a:moveTo>
                  <a:lnTo>
                    <a:pt x="402972" y="187744"/>
                  </a:lnTo>
                  <a:lnTo>
                    <a:pt x="402972" y="0"/>
                  </a:lnTo>
                  <a:lnTo>
                    <a:pt x="0" y="0"/>
                  </a:lnTo>
                  <a:lnTo>
                    <a:pt x="0" y="187744"/>
                  </a:lnTo>
                  <a:close/>
                </a:path>
              </a:pathLst>
            </a:custGeom>
            <a:ln w="5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8479450" y="3096543"/>
              <a:ext cx="228882" cy="82283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8553964" y="3354286"/>
              <a:ext cx="343535" cy="180975"/>
            </a:xfrm>
            <a:custGeom>
              <a:avLst/>
              <a:gdLst/>
              <a:ahLst/>
              <a:cxnLst/>
              <a:rect l="l" t="t" r="r" b="b"/>
              <a:pathLst>
                <a:path w="343534" h="180975">
                  <a:moveTo>
                    <a:pt x="0" y="180791"/>
                  </a:moveTo>
                  <a:lnTo>
                    <a:pt x="343360" y="180791"/>
                  </a:lnTo>
                  <a:lnTo>
                    <a:pt x="343360" y="0"/>
                  </a:lnTo>
                  <a:lnTo>
                    <a:pt x="0" y="0"/>
                  </a:lnTo>
                  <a:lnTo>
                    <a:pt x="0" y="180791"/>
                  </a:lnTo>
                  <a:close/>
                </a:path>
              </a:pathLst>
            </a:custGeom>
            <a:ln w="58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621026" y="3423357"/>
              <a:ext cx="229875" cy="82283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8598672" y="3667194"/>
              <a:ext cx="373380" cy="187960"/>
            </a:xfrm>
            <a:custGeom>
              <a:avLst/>
              <a:gdLst/>
              <a:ahLst/>
              <a:cxnLst/>
              <a:rect l="l" t="t" r="r" b="b"/>
              <a:pathLst>
                <a:path w="373379" h="187960">
                  <a:moveTo>
                    <a:pt x="0" y="187744"/>
                  </a:moveTo>
                  <a:lnTo>
                    <a:pt x="373166" y="187744"/>
                  </a:lnTo>
                  <a:lnTo>
                    <a:pt x="373166" y="0"/>
                  </a:lnTo>
                  <a:lnTo>
                    <a:pt x="0" y="0"/>
                  </a:lnTo>
                  <a:lnTo>
                    <a:pt x="0" y="187744"/>
                  </a:lnTo>
                  <a:close/>
                </a:path>
              </a:pathLst>
            </a:custGeom>
            <a:ln w="5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665735" y="3736265"/>
              <a:ext cx="228882" cy="82283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5767758" y="4494661"/>
              <a:ext cx="1743710" cy="292100"/>
            </a:xfrm>
            <a:custGeom>
              <a:avLst/>
              <a:gdLst/>
              <a:ahLst/>
              <a:cxnLst/>
              <a:rect l="l" t="t" r="r" b="b"/>
              <a:pathLst>
                <a:path w="1743709" h="292100">
                  <a:moveTo>
                    <a:pt x="0" y="292047"/>
                  </a:moveTo>
                  <a:lnTo>
                    <a:pt x="1743629" y="292047"/>
                  </a:lnTo>
                  <a:lnTo>
                    <a:pt x="1743629" y="0"/>
                  </a:lnTo>
                  <a:lnTo>
                    <a:pt x="0" y="0"/>
                  </a:lnTo>
                  <a:lnTo>
                    <a:pt x="0" y="292047"/>
                  </a:lnTo>
                  <a:close/>
                </a:path>
              </a:pathLst>
            </a:custGeom>
            <a:ln w="5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5840409" y="4573468"/>
              <a:ext cx="1471295" cy="100330"/>
            </a:xfrm>
            <a:custGeom>
              <a:avLst/>
              <a:gdLst/>
              <a:ahLst/>
              <a:cxnLst/>
              <a:rect l="l" t="t" r="r" b="b"/>
              <a:pathLst>
                <a:path w="1471295" h="100329">
                  <a:moveTo>
                    <a:pt x="46819" y="1738"/>
                  </a:moveTo>
                  <a:lnTo>
                    <a:pt x="0" y="1738"/>
                  </a:lnTo>
                  <a:lnTo>
                    <a:pt x="0" y="98392"/>
                  </a:lnTo>
                  <a:lnTo>
                    <a:pt x="46074" y="98392"/>
                  </a:lnTo>
                  <a:lnTo>
                    <a:pt x="51663" y="97812"/>
                  </a:lnTo>
                  <a:lnTo>
                    <a:pt x="56258" y="96769"/>
                  </a:lnTo>
                  <a:lnTo>
                    <a:pt x="60728" y="95610"/>
                  </a:lnTo>
                  <a:lnTo>
                    <a:pt x="64578" y="94104"/>
                  </a:lnTo>
                  <a:lnTo>
                    <a:pt x="67559" y="91902"/>
                  </a:lnTo>
                  <a:lnTo>
                    <a:pt x="70539" y="89816"/>
                  </a:lnTo>
                  <a:lnTo>
                    <a:pt x="73047" y="86918"/>
                  </a:lnTo>
                  <a:lnTo>
                    <a:pt x="13785" y="86918"/>
                  </a:lnTo>
                  <a:lnTo>
                    <a:pt x="13785" y="53657"/>
                  </a:lnTo>
                  <a:lnTo>
                    <a:pt x="71519" y="53657"/>
                  </a:lnTo>
                  <a:lnTo>
                    <a:pt x="69794" y="51571"/>
                  </a:lnTo>
                  <a:lnTo>
                    <a:pt x="64951" y="48674"/>
                  </a:lnTo>
                  <a:lnTo>
                    <a:pt x="58741" y="46936"/>
                  </a:lnTo>
                  <a:lnTo>
                    <a:pt x="63585" y="44618"/>
                  </a:lnTo>
                  <a:lnTo>
                    <a:pt x="66466" y="42300"/>
                  </a:lnTo>
                  <a:lnTo>
                    <a:pt x="13785" y="42300"/>
                  </a:lnTo>
                  <a:lnTo>
                    <a:pt x="13785" y="13095"/>
                  </a:lnTo>
                  <a:lnTo>
                    <a:pt x="68783" y="13095"/>
                  </a:lnTo>
                  <a:lnTo>
                    <a:pt x="66441" y="9619"/>
                  </a:lnTo>
                  <a:lnTo>
                    <a:pt x="62716" y="6605"/>
                  </a:lnTo>
                  <a:lnTo>
                    <a:pt x="57872" y="4635"/>
                  </a:lnTo>
                  <a:lnTo>
                    <a:pt x="53153" y="2665"/>
                  </a:lnTo>
                  <a:lnTo>
                    <a:pt x="46819" y="1738"/>
                  </a:lnTo>
                  <a:close/>
                </a:path>
                <a:path w="1471295" h="100329">
                  <a:moveTo>
                    <a:pt x="71519" y="53657"/>
                  </a:moveTo>
                  <a:lnTo>
                    <a:pt x="44211" y="53657"/>
                  </a:lnTo>
                  <a:lnTo>
                    <a:pt x="49303" y="54237"/>
                  </a:lnTo>
                  <a:lnTo>
                    <a:pt x="52780" y="55280"/>
                  </a:lnTo>
                  <a:lnTo>
                    <a:pt x="56382" y="56439"/>
                  </a:lnTo>
                  <a:lnTo>
                    <a:pt x="59114" y="58293"/>
                  </a:lnTo>
                  <a:lnTo>
                    <a:pt x="63088" y="63624"/>
                  </a:lnTo>
                  <a:lnTo>
                    <a:pt x="64082" y="66753"/>
                  </a:lnTo>
                  <a:lnTo>
                    <a:pt x="64082" y="73359"/>
                  </a:lnTo>
                  <a:lnTo>
                    <a:pt x="63336" y="76140"/>
                  </a:lnTo>
                  <a:lnTo>
                    <a:pt x="60604" y="80776"/>
                  </a:lnTo>
                  <a:lnTo>
                    <a:pt x="58866" y="82630"/>
                  </a:lnTo>
                  <a:lnTo>
                    <a:pt x="56754" y="83789"/>
                  </a:lnTo>
                  <a:lnTo>
                    <a:pt x="54643" y="85064"/>
                  </a:lnTo>
                  <a:lnTo>
                    <a:pt x="52035" y="85991"/>
                  </a:lnTo>
                  <a:lnTo>
                    <a:pt x="48806" y="86455"/>
                  </a:lnTo>
                  <a:lnTo>
                    <a:pt x="46488" y="86918"/>
                  </a:lnTo>
                  <a:lnTo>
                    <a:pt x="73087" y="86918"/>
                  </a:lnTo>
                  <a:lnTo>
                    <a:pt x="75135" y="82978"/>
                  </a:lnTo>
                  <a:lnTo>
                    <a:pt x="77246" y="79038"/>
                  </a:lnTo>
                  <a:lnTo>
                    <a:pt x="78239" y="74866"/>
                  </a:lnTo>
                  <a:lnTo>
                    <a:pt x="78239" y="64667"/>
                  </a:lnTo>
                  <a:lnTo>
                    <a:pt x="76501" y="59800"/>
                  </a:lnTo>
                  <a:lnTo>
                    <a:pt x="73147" y="55628"/>
                  </a:lnTo>
                  <a:lnTo>
                    <a:pt x="71519" y="53657"/>
                  </a:lnTo>
                  <a:close/>
                </a:path>
                <a:path w="1471295" h="100329">
                  <a:moveTo>
                    <a:pt x="68783" y="13095"/>
                  </a:moveTo>
                  <a:lnTo>
                    <a:pt x="41852" y="13095"/>
                  </a:lnTo>
                  <a:lnTo>
                    <a:pt x="47068" y="13559"/>
                  </a:lnTo>
                  <a:lnTo>
                    <a:pt x="50172" y="14486"/>
                  </a:lnTo>
                  <a:lnTo>
                    <a:pt x="53277" y="15297"/>
                  </a:lnTo>
                  <a:lnTo>
                    <a:pt x="55637" y="17036"/>
                  </a:lnTo>
                  <a:lnTo>
                    <a:pt x="58902" y="22019"/>
                  </a:lnTo>
                  <a:lnTo>
                    <a:pt x="59735" y="24684"/>
                  </a:lnTo>
                  <a:lnTo>
                    <a:pt x="59735" y="31290"/>
                  </a:lnTo>
                  <a:lnTo>
                    <a:pt x="49179" y="41141"/>
                  </a:lnTo>
                  <a:lnTo>
                    <a:pt x="46571" y="41952"/>
                  </a:lnTo>
                  <a:lnTo>
                    <a:pt x="42224" y="42300"/>
                  </a:lnTo>
                  <a:lnTo>
                    <a:pt x="66466" y="42300"/>
                  </a:lnTo>
                  <a:lnTo>
                    <a:pt x="67186" y="41721"/>
                  </a:lnTo>
                  <a:lnTo>
                    <a:pt x="69546" y="38128"/>
                  </a:lnTo>
                  <a:lnTo>
                    <a:pt x="72030" y="34419"/>
                  </a:lnTo>
                  <a:lnTo>
                    <a:pt x="73147" y="30595"/>
                  </a:lnTo>
                  <a:lnTo>
                    <a:pt x="73147" y="22019"/>
                  </a:lnTo>
                  <a:lnTo>
                    <a:pt x="71906" y="17731"/>
                  </a:lnTo>
                  <a:lnTo>
                    <a:pt x="68783" y="13095"/>
                  </a:lnTo>
                  <a:close/>
                </a:path>
                <a:path w="1471295" h="100329">
                  <a:moveTo>
                    <a:pt x="156474" y="36505"/>
                  </a:moveTo>
                  <a:lnTo>
                    <a:pt x="134622" y="36505"/>
                  </a:lnTo>
                  <a:lnTo>
                    <a:pt x="139465" y="37896"/>
                  </a:lnTo>
                  <a:lnTo>
                    <a:pt x="142694" y="40562"/>
                  </a:lnTo>
                  <a:lnTo>
                    <a:pt x="145178" y="42532"/>
                  </a:lnTo>
                  <a:lnTo>
                    <a:pt x="146295" y="46009"/>
                  </a:lnTo>
                  <a:lnTo>
                    <a:pt x="146295" y="53889"/>
                  </a:lnTo>
                  <a:lnTo>
                    <a:pt x="141452" y="55512"/>
                  </a:lnTo>
                  <a:lnTo>
                    <a:pt x="133876" y="56786"/>
                  </a:lnTo>
                  <a:lnTo>
                    <a:pt x="118601" y="58525"/>
                  </a:lnTo>
                  <a:lnTo>
                    <a:pt x="114751" y="59104"/>
                  </a:lnTo>
                  <a:lnTo>
                    <a:pt x="112267" y="59800"/>
                  </a:lnTo>
                  <a:lnTo>
                    <a:pt x="108914" y="60611"/>
                  </a:lnTo>
                  <a:lnTo>
                    <a:pt x="105809" y="61886"/>
                  </a:lnTo>
                  <a:lnTo>
                    <a:pt x="103077" y="63624"/>
                  </a:lnTo>
                  <a:lnTo>
                    <a:pt x="100469" y="65362"/>
                  </a:lnTo>
                  <a:lnTo>
                    <a:pt x="98234" y="67680"/>
                  </a:lnTo>
                  <a:lnTo>
                    <a:pt x="96619" y="70462"/>
                  </a:lnTo>
                  <a:lnTo>
                    <a:pt x="94881" y="73359"/>
                  </a:lnTo>
                  <a:lnTo>
                    <a:pt x="94011" y="76488"/>
                  </a:lnTo>
                  <a:lnTo>
                    <a:pt x="94011" y="85759"/>
                  </a:lnTo>
                  <a:lnTo>
                    <a:pt x="95865" y="89700"/>
                  </a:lnTo>
                  <a:lnTo>
                    <a:pt x="95974" y="89932"/>
                  </a:lnTo>
                  <a:lnTo>
                    <a:pt x="96382" y="90627"/>
                  </a:lnTo>
                  <a:lnTo>
                    <a:pt x="105064" y="98044"/>
                  </a:lnTo>
                  <a:lnTo>
                    <a:pt x="111398" y="99898"/>
                  </a:lnTo>
                  <a:lnTo>
                    <a:pt x="124686" y="99898"/>
                  </a:lnTo>
                  <a:lnTo>
                    <a:pt x="129406" y="99203"/>
                  </a:lnTo>
                  <a:lnTo>
                    <a:pt x="133752" y="97580"/>
                  </a:lnTo>
                  <a:lnTo>
                    <a:pt x="138099" y="96074"/>
                  </a:lnTo>
                  <a:lnTo>
                    <a:pt x="142570" y="93408"/>
                  </a:lnTo>
                  <a:lnTo>
                    <a:pt x="146109" y="90627"/>
                  </a:lnTo>
                  <a:lnTo>
                    <a:pt x="117732" y="90627"/>
                  </a:lnTo>
                  <a:lnTo>
                    <a:pt x="114420" y="89700"/>
                  </a:lnTo>
                  <a:lnTo>
                    <a:pt x="114144" y="89700"/>
                  </a:lnTo>
                  <a:lnTo>
                    <a:pt x="108914" y="85296"/>
                  </a:lnTo>
                  <a:lnTo>
                    <a:pt x="107729" y="82862"/>
                  </a:lnTo>
                  <a:lnTo>
                    <a:pt x="107672" y="77531"/>
                  </a:lnTo>
                  <a:lnTo>
                    <a:pt x="108169" y="75561"/>
                  </a:lnTo>
                  <a:lnTo>
                    <a:pt x="109411" y="73938"/>
                  </a:lnTo>
                  <a:lnTo>
                    <a:pt x="110529" y="72200"/>
                  </a:lnTo>
                  <a:lnTo>
                    <a:pt x="134746" y="66406"/>
                  </a:lnTo>
                  <a:lnTo>
                    <a:pt x="141700" y="64899"/>
                  </a:lnTo>
                  <a:lnTo>
                    <a:pt x="146295" y="63161"/>
                  </a:lnTo>
                  <a:lnTo>
                    <a:pt x="159028" y="63161"/>
                  </a:lnTo>
                  <a:lnTo>
                    <a:pt x="158963" y="44270"/>
                  </a:lnTo>
                  <a:lnTo>
                    <a:pt x="157802" y="39287"/>
                  </a:lnTo>
                  <a:lnTo>
                    <a:pt x="157721" y="38939"/>
                  </a:lnTo>
                  <a:lnTo>
                    <a:pt x="156474" y="36505"/>
                  </a:lnTo>
                  <a:close/>
                </a:path>
                <a:path w="1471295" h="100329">
                  <a:moveTo>
                    <a:pt x="159028" y="63161"/>
                  </a:moveTo>
                  <a:lnTo>
                    <a:pt x="146295" y="63161"/>
                  </a:lnTo>
                  <a:lnTo>
                    <a:pt x="146186" y="73359"/>
                  </a:lnTo>
                  <a:lnTo>
                    <a:pt x="145594" y="76488"/>
                  </a:lnTo>
                  <a:lnTo>
                    <a:pt x="145550" y="76720"/>
                  </a:lnTo>
                  <a:lnTo>
                    <a:pt x="144184" y="79385"/>
                  </a:lnTo>
                  <a:lnTo>
                    <a:pt x="142446" y="82862"/>
                  </a:lnTo>
                  <a:lnTo>
                    <a:pt x="139946" y="85296"/>
                  </a:lnTo>
                  <a:lnTo>
                    <a:pt x="139370" y="85759"/>
                  </a:lnTo>
                  <a:lnTo>
                    <a:pt x="135863" y="87614"/>
                  </a:lnTo>
                  <a:lnTo>
                    <a:pt x="131787" y="89700"/>
                  </a:lnTo>
                  <a:lnTo>
                    <a:pt x="147289" y="89700"/>
                  </a:lnTo>
                  <a:lnTo>
                    <a:pt x="147662" y="92945"/>
                  </a:lnTo>
                  <a:lnTo>
                    <a:pt x="148461" y="95610"/>
                  </a:lnTo>
                  <a:lnTo>
                    <a:pt x="148531" y="95842"/>
                  </a:lnTo>
                  <a:lnTo>
                    <a:pt x="149897" y="98392"/>
                  </a:lnTo>
                  <a:lnTo>
                    <a:pt x="163185" y="98392"/>
                  </a:lnTo>
                  <a:lnTo>
                    <a:pt x="161571" y="95610"/>
                  </a:lnTo>
                  <a:lnTo>
                    <a:pt x="160500" y="92945"/>
                  </a:lnTo>
                  <a:lnTo>
                    <a:pt x="160076" y="90627"/>
                  </a:lnTo>
                  <a:lnTo>
                    <a:pt x="159956" y="89932"/>
                  </a:lnTo>
                  <a:lnTo>
                    <a:pt x="159460" y="87614"/>
                  </a:lnTo>
                  <a:lnTo>
                    <a:pt x="159335" y="87034"/>
                  </a:lnTo>
                  <a:lnTo>
                    <a:pt x="159273" y="85296"/>
                  </a:lnTo>
                  <a:lnTo>
                    <a:pt x="159186" y="82862"/>
                  </a:lnTo>
                  <a:lnTo>
                    <a:pt x="159060" y="72200"/>
                  </a:lnTo>
                  <a:lnTo>
                    <a:pt x="159028" y="63161"/>
                  </a:lnTo>
                  <a:close/>
                </a:path>
                <a:path w="1471295" h="100329">
                  <a:moveTo>
                    <a:pt x="147289" y="89700"/>
                  </a:moveTo>
                  <a:lnTo>
                    <a:pt x="131531" y="89700"/>
                  </a:lnTo>
                  <a:lnTo>
                    <a:pt x="127667" y="90627"/>
                  </a:lnTo>
                  <a:lnTo>
                    <a:pt x="146109" y="90627"/>
                  </a:lnTo>
                  <a:lnTo>
                    <a:pt x="147289" y="89700"/>
                  </a:lnTo>
                  <a:close/>
                </a:path>
                <a:path w="1471295" h="100329">
                  <a:moveTo>
                    <a:pt x="136484" y="26771"/>
                  </a:moveTo>
                  <a:lnTo>
                    <a:pt x="123569" y="26771"/>
                  </a:lnTo>
                  <a:lnTo>
                    <a:pt x="117980" y="27582"/>
                  </a:lnTo>
                  <a:lnTo>
                    <a:pt x="96247" y="48326"/>
                  </a:lnTo>
                  <a:lnTo>
                    <a:pt x="108666" y="49833"/>
                  </a:lnTo>
                  <a:lnTo>
                    <a:pt x="110032" y="44966"/>
                  </a:lnTo>
                  <a:lnTo>
                    <a:pt x="112143" y="41489"/>
                  </a:lnTo>
                  <a:lnTo>
                    <a:pt x="117856" y="37548"/>
                  </a:lnTo>
                  <a:lnTo>
                    <a:pt x="122203" y="36505"/>
                  </a:lnTo>
                  <a:lnTo>
                    <a:pt x="156474" y="36505"/>
                  </a:lnTo>
                  <a:lnTo>
                    <a:pt x="156355" y="36274"/>
                  </a:lnTo>
                  <a:lnTo>
                    <a:pt x="154492" y="34188"/>
                  </a:lnTo>
                  <a:lnTo>
                    <a:pt x="152629" y="31986"/>
                  </a:lnTo>
                  <a:lnTo>
                    <a:pt x="149649" y="30247"/>
                  </a:lnTo>
                  <a:lnTo>
                    <a:pt x="142032" y="27582"/>
                  </a:lnTo>
                  <a:lnTo>
                    <a:pt x="142570" y="27582"/>
                  </a:lnTo>
                  <a:lnTo>
                    <a:pt x="136484" y="26771"/>
                  </a:lnTo>
                  <a:close/>
                </a:path>
                <a:path w="1471295" h="100329">
                  <a:moveTo>
                    <a:pt x="192618" y="28277"/>
                  </a:moveTo>
                  <a:lnTo>
                    <a:pt x="181193" y="28277"/>
                  </a:lnTo>
                  <a:lnTo>
                    <a:pt x="181193" y="98392"/>
                  </a:lnTo>
                  <a:lnTo>
                    <a:pt x="193984" y="98392"/>
                  </a:lnTo>
                  <a:lnTo>
                    <a:pt x="194061" y="50876"/>
                  </a:lnTo>
                  <a:lnTo>
                    <a:pt x="195972" y="45081"/>
                  </a:lnTo>
                  <a:lnTo>
                    <a:pt x="199821" y="41836"/>
                  </a:lnTo>
                  <a:lnTo>
                    <a:pt x="203795" y="38591"/>
                  </a:lnTo>
                  <a:lnTo>
                    <a:pt x="204807" y="38244"/>
                  </a:lnTo>
                  <a:lnTo>
                    <a:pt x="192618" y="38244"/>
                  </a:lnTo>
                  <a:lnTo>
                    <a:pt x="192618" y="28277"/>
                  </a:lnTo>
                  <a:close/>
                </a:path>
                <a:path w="1471295" h="100329">
                  <a:moveTo>
                    <a:pt x="239083" y="36969"/>
                  </a:moveTo>
                  <a:lnTo>
                    <a:pt x="217208" y="36969"/>
                  </a:lnTo>
                  <a:lnTo>
                    <a:pt x="220189" y="37780"/>
                  </a:lnTo>
                  <a:lnTo>
                    <a:pt x="222797" y="39171"/>
                  </a:lnTo>
                  <a:lnTo>
                    <a:pt x="229503" y="50876"/>
                  </a:lnTo>
                  <a:lnTo>
                    <a:pt x="229503" y="98392"/>
                  </a:lnTo>
                  <a:lnTo>
                    <a:pt x="242170" y="98392"/>
                  </a:lnTo>
                  <a:lnTo>
                    <a:pt x="242170" y="49833"/>
                  </a:lnTo>
                  <a:lnTo>
                    <a:pt x="242010" y="47283"/>
                  </a:lnTo>
                  <a:lnTo>
                    <a:pt x="239438" y="37433"/>
                  </a:lnTo>
                  <a:lnTo>
                    <a:pt x="239083" y="36969"/>
                  </a:lnTo>
                  <a:close/>
                </a:path>
                <a:path w="1471295" h="100329">
                  <a:moveTo>
                    <a:pt x="221058" y="26771"/>
                  </a:moveTo>
                  <a:lnTo>
                    <a:pt x="216587" y="26771"/>
                  </a:lnTo>
                  <a:lnTo>
                    <a:pt x="209227" y="27488"/>
                  </a:lnTo>
                  <a:lnTo>
                    <a:pt x="202786" y="29639"/>
                  </a:lnTo>
                  <a:lnTo>
                    <a:pt x="197254" y="33224"/>
                  </a:lnTo>
                  <a:lnTo>
                    <a:pt x="192618" y="38244"/>
                  </a:lnTo>
                  <a:lnTo>
                    <a:pt x="204807" y="38244"/>
                  </a:lnTo>
                  <a:lnTo>
                    <a:pt x="208515" y="36969"/>
                  </a:lnTo>
                  <a:lnTo>
                    <a:pt x="239083" y="36969"/>
                  </a:lnTo>
                  <a:lnTo>
                    <a:pt x="235712" y="32565"/>
                  </a:lnTo>
                  <a:lnTo>
                    <a:pt x="232856" y="30479"/>
                  </a:lnTo>
                  <a:lnTo>
                    <a:pt x="229006" y="28972"/>
                  </a:lnTo>
                  <a:lnTo>
                    <a:pt x="225334" y="27488"/>
                  </a:lnTo>
                  <a:lnTo>
                    <a:pt x="221058" y="26771"/>
                  </a:lnTo>
                  <a:close/>
                </a:path>
                <a:path w="1471295" h="100329">
                  <a:moveTo>
                    <a:pt x="295696" y="26771"/>
                  </a:moveTo>
                  <a:lnTo>
                    <a:pt x="285016" y="26771"/>
                  </a:lnTo>
                  <a:lnTo>
                    <a:pt x="279427" y="28277"/>
                  </a:lnTo>
                  <a:lnTo>
                    <a:pt x="259557" y="56439"/>
                  </a:lnTo>
                  <a:lnTo>
                    <a:pt x="259557" y="70578"/>
                  </a:lnTo>
                  <a:lnTo>
                    <a:pt x="260923" y="76952"/>
                  </a:lnTo>
                  <a:lnTo>
                    <a:pt x="266491" y="88077"/>
                  </a:lnTo>
                  <a:lnTo>
                    <a:pt x="270237" y="92249"/>
                  </a:lnTo>
                  <a:lnTo>
                    <a:pt x="275329" y="95263"/>
                  </a:lnTo>
                  <a:lnTo>
                    <a:pt x="280297" y="98392"/>
                  </a:lnTo>
                  <a:lnTo>
                    <a:pt x="285761" y="99898"/>
                  </a:lnTo>
                  <a:lnTo>
                    <a:pt x="301036" y="99898"/>
                  </a:lnTo>
                  <a:lnTo>
                    <a:pt x="307991" y="96421"/>
                  </a:lnTo>
                  <a:lnTo>
                    <a:pt x="312350" y="90163"/>
                  </a:lnTo>
                  <a:lnTo>
                    <a:pt x="287500" y="90163"/>
                  </a:lnTo>
                  <a:lnTo>
                    <a:pt x="282911" y="88077"/>
                  </a:lnTo>
                  <a:lnTo>
                    <a:pt x="282761" y="88077"/>
                  </a:lnTo>
                  <a:lnTo>
                    <a:pt x="274584" y="79038"/>
                  </a:lnTo>
                  <a:lnTo>
                    <a:pt x="272597" y="72316"/>
                  </a:lnTo>
                  <a:lnTo>
                    <a:pt x="272597" y="54121"/>
                  </a:lnTo>
                  <a:lnTo>
                    <a:pt x="274333" y="47747"/>
                  </a:lnTo>
                  <a:lnTo>
                    <a:pt x="274460" y="47283"/>
                  </a:lnTo>
                  <a:lnTo>
                    <a:pt x="278310" y="42995"/>
                  </a:lnTo>
                  <a:lnTo>
                    <a:pt x="281935" y="38823"/>
                  </a:lnTo>
                  <a:lnTo>
                    <a:pt x="281787" y="38823"/>
                  </a:lnTo>
                  <a:lnTo>
                    <a:pt x="286754" y="36505"/>
                  </a:lnTo>
                  <a:lnTo>
                    <a:pt x="312054" y="36505"/>
                  </a:lnTo>
                  <a:lnTo>
                    <a:pt x="309730" y="33492"/>
                  </a:lnTo>
                  <a:lnTo>
                    <a:pt x="306873" y="31174"/>
                  </a:lnTo>
                  <a:lnTo>
                    <a:pt x="303272" y="29436"/>
                  </a:lnTo>
                  <a:lnTo>
                    <a:pt x="299794" y="27582"/>
                  </a:lnTo>
                  <a:lnTo>
                    <a:pt x="295696" y="26771"/>
                  </a:lnTo>
                  <a:close/>
                </a:path>
                <a:path w="1471295" h="100329">
                  <a:moveTo>
                    <a:pt x="324632" y="89468"/>
                  </a:moveTo>
                  <a:lnTo>
                    <a:pt x="312834" y="89468"/>
                  </a:lnTo>
                  <a:lnTo>
                    <a:pt x="312834" y="98392"/>
                  </a:lnTo>
                  <a:lnTo>
                    <a:pt x="324632" y="98392"/>
                  </a:lnTo>
                  <a:lnTo>
                    <a:pt x="324632" y="89468"/>
                  </a:lnTo>
                  <a:close/>
                </a:path>
                <a:path w="1471295" h="100329">
                  <a:moveTo>
                    <a:pt x="324632" y="1738"/>
                  </a:moveTo>
                  <a:lnTo>
                    <a:pt x="311965" y="1738"/>
                  </a:lnTo>
                  <a:lnTo>
                    <a:pt x="311965" y="36505"/>
                  </a:lnTo>
                  <a:lnTo>
                    <a:pt x="298180" y="36505"/>
                  </a:lnTo>
                  <a:lnTo>
                    <a:pt x="303148" y="38823"/>
                  </a:lnTo>
                  <a:lnTo>
                    <a:pt x="310972" y="47747"/>
                  </a:lnTo>
                  <a:lnTo>
                    <a:pt x="312959" y="54816"/>
                  </a:lnTo>
                  <a:lnTo>
                    <a:pt x="312959" y="73127"/>
                  </a:lnTo>
                  <a:lnTo>
                    <a:pt x="311096" y="79501"/>
                  </a:lnTo>
                  <a:lnTo>
                    <a:pt x="307122" y="83789"/>
                  </a:lnTo>
                  <a:lnTo>
                    <a:pt x="303272" y="88077"/>
                  </a:lnTo>
                  <a:lnTo>
                    <a:pt x="298553" y="90163"/>
                  </a:lnTo>
                  <a:lnTo>
                    <a:pt x="312350" y="90163"/>
                  </a:lnTo>
                  <a:lnTo>
                    <a:pt x="312834" y="89468"/>
                  </a:lnTo>
                  <a:lnTo>
                    <a:pt x="324632" y="89468"/>
                  </a:lnTo>
                  <a:lnTo>
                    <a:pt x="324632" y="1738"/>
                  </a:lnTo>
                  <a:close/>
                </a:path>
                <a:path w="1471295" h="100329">
                  <a:moveTo>
                    <a:pt x="394676" y="1738"/>
                  </a:moveTo>
                  <a:lnTo>
                    <a:pt x="380642" y="1738"/>
                  </a:lnTo>
                  <a:lnTo>
                    <a:pt x="408088" y="98392"/>
                  </a:lnTo>
                  <a:lnTo>
                    <a:pt x="422122" y="98392"/>
                  </a:lnTo>
                  <a:lnTo>
                    <a:pt x="426143" y="84832"/>
                  </a:lnTo>
                  <a:lnTo>
                    <a:pt x="414795" y="84832"/>
                  </a:lnTo>
                  <a:lnTo>
                    <a:pt x="413640" y="78690"/>
                  </a:lnTo>
                  <a:lnTo>
                    <a:pt x="413553" y="78226"/>
                  </a:lnTo>
                  <a:lnTo>
                    <a:pt x="412088" y="71737"/>
                  </a:lnTo>
                  <a:lnTo>
                    <a:pt x="410448" y="65015"/>
                  </a:lnTo>
                  <a:lnTo>
                    <a:pt x="394676" y="1738"/>
                  </a:lnTo>
                  <a:close/>
                </a:path>
                <a:path w="1471295" h="100329">
                  <a:moveTo>
                    <a:pt x="459185" y="13327"/>
                  </a:moveTo>
                  <a:lnTo>
                    <a:pt x="447084" y="13327"/>
                  </a:lnTo>
                  <a:lnTo>
                    <a:pt x="448450" y="18542"/>
                  </a:lnTo>
                  <a:lnTo>
                    <a:pt x="450313" y="24684"/>
                  </a:lnTo>
                  <a:lnTo>
                    <a:pt x="472170" y="98392"/>
                  </a:lnTo>
                  <a:lnTo>
                    <a:pt x="485334" y="98392"/>
                  </a:lnTo>
                  <a:lnTo>
                    <a:pt x="489324" y="84832"/>
                  </a:lnTo>
                  <a:lnTo>
                    <a:pt x="478628" y="84832"/>
                  </a:lnTo>
                  <a:lnTo>
                    <a:pt x="477157" y="76687"/>
                  </a:lnTo>
                  <a:lnTo>
                    <a:pt x="475387" y="68492"/>
                  </a:lnTo>
                  <a:lnTo>
                    <a:pt x="473144" y="59572"/>
                  </a:lnTo>
                  <a:lnTo>
                    <a:pt x="470556" y="50644"/>
                  </a:lnTo>
                  <a:lnTo>
                    <a:pt x="459185" y="13327"/>
                  </a:lnTo>
                  <a:close/>
                </a:path>
                <a:path w="1471295" h="100329">
                  <a:moveTo>
                    <a:pt x="455653" y="1738"/>
                  </a:moveTo>
                  <a:lnTo>
                    <a:pt x="439136" y="1738"/>
                  </a:lnTo>
                  <a:lnTo>
                    <a:pt x="419514" y="66985"/>
                  </a:lnTo>
                  <a:lnTo>
                    <a:pt x="419093" y="68260"/>
                  </a:lnTo>
                  <a:lnTo>
                    <a:pt x="419017" y="68492"/>
                  </a:lnTo>
                  <a:lnTo>
                    <a:pt x="417402" y="74518"/>
                  </a:lnTo>
                  <a:lnTo>
                    <a:pt x="414795" y="84832"/>
                  </a:lnTo>
                  <a:lnTo>
                    <a:pt x="426143" y="84832"/>
                  </a:lnTo>
                  <a:lnTo>
                    <a:pt x="443979" y="24684"/>
                  </a:lnTo>
                  <a:lnTo>
                    <a:pt x="444973" y="21555"/>
                  </a:lnTo>
                  <a:lnTo>
                    <a:pt x="445966" y="17847"/>
                  </a:lnTo>
                  <a:lnTo>
                    <a:pt x="447084" y="13327"/>
                  </a:lnTo>
                  <a:lnTo>
                    <a:pt x="459185" y="13327"/>
                  </a:lnTo>
                  <a:lnTo>
                    <a:pt x="455653" y="1738"/>
                  </a:lnTo>
                  <a:close/>
                </a:path>
                <a:path w="1471295" h="100329">
                  <a:moveTo>
                    <a:pt x="513774" y="1738"/>
                  </a:moveTo>
                  <a:lnTo>
                    <a:pt x="499989" y="1738"/>
                  </a:lnTo>
                  <a:lnTo>
                    <a:pt x="481609" y="71737"/>
                  </a:lnTo>
                  <a:lnTo>
                    <a:pt x="479986" y="78226"/>
                  </a:lnTo>
                  <a:lnTo>
                    <a:pt x="479870" y="78690"/>
                  </a:lnTo>
                  <a:lnTo>
                    <a:pt x="478628" y="84832"/>
                  </a:lnTo>
                  <a:lnTo>
                    <a:pt x="489324" y="84832"/>
                  </a:lnTo>
                  <a:lnTo>
                    <a:pt x="513774" y="1738"/>
                  </a:lnTo>
                  <a:close/>
                </a:path>
                <a:path w="1471295" h="100329">
                  <a:moveTo>
                    <a:pt x="541841" y="1738"/>
                  </a:moveTo>
                  <a:lnTo>
                    <a:pt x="529049" y="1738"/>
                  </a:lnTo>
                  <a:lnTo>
                    <a:pt x="529049" y="15297"/>
                  </a:lnTo>
                  <a:lnTo>
                    <a:pt x="541841" y="15297"/>
                  </a:lnTo>
                  <a:lnTo>
                    <a:pt x="541841" y="1738"/>
                  </a:lnTo>
                  <a:close/>
                </a:path>
                <a:path w="1471295" h="100329">
                  <a:moveTo>
                    <a:pt x="541841" y="28277"/>
                  </a:moveTo>
                  <a:lnTo>
                    <a:pt x="529049" y="28277"/>
                  </a:lnTo>
                  <a:lnTo>
                    <a:pt x="529049" y="98392"/>
                  </a:lnTo>
                  <a:lnTo>
                    <a:pt x="541841" y="98392"/>
                  </a:lnTo>
                  <a:lnTo>
                    <a:pt x="541841" y="28277"/>
                  </a:lnTo>
                  <a:close/>
                </a:path>
                <a:path w="1471295" h="100329">
                  <a:moveTo>
                    <a:pt x="593877" y="26771"/>
                  </a:moveTo>
                  <a:lnTo>
                    <a:pt x="583072" y="26771"/>
                  </a:lnTo>
                  <a:lnTo>
                    <a:pt x="577484" y="28277"/>
                  </a:lnTo>
                  <a:lnTo>
                    <a:pt x="557613" y="56439"/>
                  </a:lnTo>
                  <a:lnTo>
                    <a:pt x="557613" y="70578"/>
                  </a:lnTo>
                  <a:lnTo>
                    <a:pt x="558979" y="76952"/>
                  </a:lnTo>
                  <a:lnTo>
                    <a:pt x="564548" y="88077"/>
                  </a:lnTo>
                  <a:lnTo>
                    <a:pt x="568293" y="92249"/>
                  </a:lnTo>
                  <a:lnTo>
                    <a:pt x="573385" y="95263"/>
                  </a:lnTo>
                  <a:lnTo>
                    <a:pt x="578353" y="98392"/>
                  </a:lnTo>
                  <a:lnTo>
                    <a:pt x="583817" y="99898"/>
                  </a:lnTo>
                  <a:lnTo>
                    <a:pt x="599093" y="99898"/>
                  </a:lnTo>
                  <a:lnTo>
                    <a:pt x="606047" y="96421"/>
                  </a:lnTo>
                  <a:lnTo>
                    <a:pt x="610406" y="90163"/>
                  </a:lnTo>
                  <a:lnTo>
                    <a:pt x="585556" y="90163"/>
                  </a:lnTo>
                  <a:lnTo>
                    <a:pt x="580967" y="88077"/>
                  </a:lnTo>
                  <a:lnTo>
                    <a:pt x="580817" y="88077"/>
                  </a:lnTo>
                  <a:lnTo>
                    <a:pt x="572640" y="79038"/>
                  </a:lnTo>
                  <a:lnTo>
                    <a:pt x="570653" y="72316"/>
                  </a:lnTo>
                  <a:lnTo>
                    <a:pt x="570653" y="54121"/>
                  </a:lnTo>
                  <a:lnTo>
                    <a:pt x="572390" y="47747"/>
                  </a:lnTo>
                  <a:lnTo>
                    <a:pt x="572516" y="47283"/>
                  </a:lnTo>
                  <a:lnTo>
                    <a:pt x="576366" y="42995"/>
                  </a:lnTo>
                  <a:lnTo>
                    <a:pt x="579991" y="38823"/>
                  </a:lnTo>
                  <a:lnTo>
                    <a:pt x="579843" y="38823"/>
                  </a:lnTo>
                  <a:lnTo>
                    <a:pt x="584811" y="36505"/>
                  </a:lnTo>
                  <a:lnTo>
                    <a:pt x="610111" y="36505"/>
                  </a:lnTo>
                  <a:lnTo>
                    <a:pt x="607786" y="33492"/>
                  </a:lnTo>
                  <a:lnTo>
                    <a:pt x="604930" y="31174"/>
                  </a:lnTo>
                  <a:lnTo>
                    <a:pt x="601328" y="29436"/>
                  </a:lnTo>
                  <a:lnTo>
                    <a:pt x="597851" y="27582"/>
                  </a:lnTo>
                  <a:lnTo>
                    <a:pt x="593877" y="26771"/>
                  </a:lnTo>
                  <a:close/>
                </a:path>
                <a:path w="1471295" h="100329">
                  <a:moveTo>
                    <a:pt x="622689" y="89468"/>
                  </a:moveTo>
                  <a:lnTo>
                    <a:pt x="610891" y="89468"/>
                  </a:lnTo>
                  <a:lnTo>
                    <a:pt x="610891" y="98392"/>
                  </a:lnTo>
                  <a:lnTo>
                    <a:pt x="622689" y="98392"/>
                  </a:lnTo>
                  <a:lnTo>
                    <a:pt x="622689" y="89468"/>
                  </a:lnTo>
                  <a:close/>
                </a:path>
                <a:path w="1471295" h="100329">
                  <a:moveTo>
                    <a:pt x="622689" y="1738"/>
                  </a:moveTo>
                  <a:lnTo>
                    <a:pt x="610021" y="1738"/>
                  </a:lnTo>
                  <a:lnTo>
                    <a:pt x="610021" y="36505"/>
                  </a:lnTo>
                  <a:lnTo>
                    <a:pt x="596236" y="36505"/>
                  </a:lnTo>
                  <a:lnTo>
                    <a:pt x="601204" y="38823"/>
                  </a:lnTo>
                  <a:lnTo>
                    <a:pt x="605178" y="43227"/>
                  </a:lnTo>
                  <a:lnTo>
                    <a:pt x="609028" y="47747"/>
                  </a:lnTo>
                  <a:lnTo>
                    <a:pt x="611015" y="54816"/>
                  </a:lnTo>
                  <a:lnTo>
                    <a:pt x="611015" y="73127"/>
                  </a:lnTo>
                  <a:lnTo>
                    <a:pt x="609152" y="79501"/>
                  </a:lnTo>
                  <a:lnTo>
                    <a:pt x="605178" y="83789"/>
                  </a:lnTo>
                  <a:lnTo>
                    <a:pt x="601328" y="88077"/>
                  </a:lnTo>
                  <a:lnTo>
                    <a:pt x="596609" y="90163"/>
                  </a:lnTo>
                  <a:lnTo>
                    <a:pt x="610406" y="90163"/>
                  </a:lnTo>
                  <a:lnTo>
                    <a:pt x="610891" y="89468"/>
                  </a:lnTo>
                  <a:lnTo>
                    <a:pt x="622689" y="89468"/>
                  </a:lnTo>
                  <a:lnTo>
                    <a:pt x="622689" y="1738"/>
                  </a:lnTo>
                  <a:close/>
                </a:path>
                <a:path w="1471295" h="100329">
                  <a:moveTo>
                    <a:pt x="660070" y="37548"/>
                  </a:moveTo>
                  <a:lnTo>
                    <a:pt x="647403" y="37548"/>
                  </a:lnTo>
                  <a:lnTo>
                    <a:pt x="647514" y="85991"/>
                  </a:lnTo>
                  <a:lnTo>
                    <a:pt x="660443" y="99203"/>
                  </a:lnTo>
                  <a:lnTo>
                    <a:pt x="667894" y="99203"/>
                  </a:lnTo>
                  <a:lnTo>
                    <a:pt x="670999" y="98855"/>
                  </a:lnTo>
                  <a:lnTo>
                    <a:pt x="674600" y="98160"/>
                  </a:lnTo>
                  <a:lnTo>
                    <a:pt x="672939" y="88193"/>
                  </a:lnTo>
                  <a:lnTo>
                    <a:pt x="665286" y="88193"/>
                  </a:lnTo>
                  <a:lnTo>
                    <a:pt x="663920" y="87845"/>
                  </a:lnTo>
                  <a:lnTo>
                    <a:pt x="660194" y="84021"/>
                  </a:lnTo>
                  <a:lnTo>
                    <a:pt x="660070" y="37548"/>
                  </a:lnTo>
                  <a:close/>
                </a:path>
                <a:path w="1471295" h="100329">
                  <a:moveTo>
                    <a:pt x="672881" y="87845"/>
                  </a:moveTo>
                  <a:lnTo>
                    <a:pt x="672075" y="87845"/>
                  </a:lnTo>
                  <a:lnTo>
                    <a:pt x="669715" y="88193"/>
                  </a:lnTo>
                  <a:lnTo>
                    <a:pt x="672939" y="88193"/>
                  </a:lnTo>
                  <a:lnTo>
                    <a:pt x="672881" y="87845"/>
                  </a:lnTo>
                  <a:close/>
                </a:path>
                <a:path w="1471295" h="100329">
                  <a:moveTo>
                    <a:pt x="672862" y="28277"/>
                  </a:moveTo>
                  <a:lnTo>
                    <a:pt x="638088" y="28277"/>
                  </a:lnTo>
                  <a:lnTo>
                    <a:pt x="638088" y="37548"/>
                  </a:lnTo>
                  <a:lnTo>
                    <a:pt x="672862" y="37548"/>
                  </a:lnTo>
                  <a:lnTo>
                    <a:pt x="672862" y="28277"/>
                  </a:lnTo>
                  <a:close/>
                </a:path>
                <a:path w="1471295" h="100329">
                  <a:moveTo>
                    <a:pt x="660070" y="3824"/>
                  </a:moveTo>
                  <a:lnTo>
                    <a:pt x="647403" y="11009"/>
                  </a:lnTo>
                  <a:lnTo>
                    <a:pt x="647403" y="28277"/>
                  </a:lnTo>
                  <a:lnTo>
                    <a:pt x="660070" y="28277"/>
                  </a:lnTo>
                  <a:lnTo>
                    <a:pt x="660070" y="3824"/>
                  </a:lnTo>
                  <a:close/>
                </a:path>
                <a:path w="1471295" h="100329">
                  <a:moveTo>
                    <a:pt x="699190" y="1738"/>
                  </a:moveTo>
                  <a:lnTo>
                    <a:pt x="686398" y="1738"/>
                  </a:lnTo>
                  <a:lnTo>
                    <a:pt x="686398" y="98392"/>
                  </a:lnTo>
                  <a:lnTo>
                    <a:pt x="699190" y="98392"/>
                  </a:lnTo>
                  <a:lnTo>
                    <a:pt x="699190" y="54585"/>
                  </a:lnTo>
                  <a:lnTo>
                    <a:pt x="699811" y="50181"/>
                  </a:lnTo>
                  <a:lnTo>
                    <a:pt x="701301" y="47052"/>
                  </a:lnTo>
                  <a:lnTo>
                    <a:pt x="702667" y="44038"/>
                  </a:lnTo>
                  <a:lnTo>
                    <a:pt x="705027" y="41489"/>
                  </a:lnTo>
                  <a:lnTo>
                    <a:pt x="708380" y="39634"/>
                  </a:lnTo>
                  <a:lnTo>
                    <a:pt x="711733" y="37896"/>
                  </a:lnTo>
                  <a:lnTo>
                    <a:pt x="715210" y="36969"/>
                  </a:lnTo>
                  <a:lnTo>
                    <a:pt x="744275" y="36969"/>
                  </a:lnTo>
                  <a:lnTo>
                    <a:pt x="743994" y="36390"/>
                  </a:lnTo>
                  <a:lnTo>
                    <a:pt x="699190" y="36390"/>
                  </a:lnTo>
                  <a:lnTo>
                    <a:pt x="699190" y="1738"/>
                  </a:lnTo>
                  <a:close/>
                </a:path>
                <a:path w="1471295" h="100329">
                  <a:moveTo>
                    <a:pt x="744275" y="36969"/>
                  </a:moveTo>
                  <a:lnTo>
                    <a:pt x="724028" y="36969"/>
                  </a:lnTo>
                  <a:lnTo>
                    <a:pt x="728002" y="38360"/>
                  </a:lnTo>
                  <a:lnTo>
                    <a:pt x="733466" y="43691"/>
                  </a:lnTo>
                  <a:lnTo>
                    <a:pt x="734832" y="47979"/>
                  </a:lnTo>
                  <a:lnTo>
                    <a:pt x="734832" y="98392"/>
                  </a:lnTo>
                  <a:lnTo>
                    <a:pt x="747500" y="98392"/>
                  </a:lnTo>
                  <a:lnTo>
                    <a:pt x="747500" y="47052"/>
                  </a:lnTo>
                  <a:lnTo>
                    <a:pt x="746631" y="41836"/>
                  </a:lnTo>
                  <a:lnTo>
                    <a:pt x="744275" y="36969"/>
                  </a:lnTo>
                  <a:close/>
                </a:path>
                <a:path w="1471295" h="100329">
                  <a:moveTo>
                    <a:pt x="727133" y="26771"/>
                  </a:moveTo>
                  <a:lnTo>
                    <a:pt x="712602" y="26771"/>
                  </a:lnTo>
                  <a:lnTo>
                    <a:pt x="705027" y="29900"/>
                  </a:lnTo>
                  <a:lnTo>
                    <a:pt x="699190" y="36390"/>
                  </a:lnTo>
                  <a:lnTo>
                    <a:pt x="743994" y="36390"/>
                  </a:lnTo>
                  <a:lnTo>
                    <a:pt x="727133" y="26771"/>
                  </a:lnTo>
                  <a:close/>
                </a:path>
                <a:path w="1471295" h="100329">
                  <a:moveTo>
                    <a:pt x="877651" y="30479"/>
                  </a:moveTo>
                  <a:lnTo>
                    <a:pt x="809222" y="30479"/>
                  </a:lnTo>
                  <a:lnTo>
                    <a:pt x="809222" y="41489"/>
                  </a:lnTo>
                  <a:lnTo>
                    <a:pt x="877651" y="41489"/>
                  </a:lnTo>
                  <a:lnTo>
                    <a:pt x="877651" y="30479"/>
                  </a:lnTo>
                  <a:close/>
                </a:path>
                <a:path w="1471295" h="100329">
                  <a:moveTo>
                    <a:pt x="877651" y="59800"/>
                  </a:moveTo>
                  <a:lnTo>
                    <a:pt x="809222" y="59800"/>
                  </a:lnTo>
                  <a:lnTo>
                    <a:pt x="809222" y="70809"/>
                  </a:lnTo>
                  <a:lnTo>
                    <a:pt x="877651" y="70809"/>
                  </a:lnTo>
                  <a:lnTo>
                    <a:pt x="877651" y="59800"/>
                  </a:lnTo>
                  <a:close/>
                </a:path>
                <a:path w="1471295" h="100329">
                  <a:moveTo>
                    <a:pt x="983461" y="22714"/>
                  </a:moveTo>
                  <a:lnTo>
                    <a:pt x="970794" y="22714"/>
                  </a:lnTo>
                  <a:lnTo>
                    <a:pt x="970794" y="98392"/>
                  </a:lnTo>
                  <a:lnTo>
                    <a:pt x="983461" y="98392"/>
                  </a:lnTo>
                  <a:lnTo>
                    <a:pt x="983461" y="22714"/>
                  </a:lnTo>
                  <a:close/>
                </a:path>
                <a:path w="1471295" h="100329">
                  <a:moveTo>
                    <a:pt x="983461" y="1274"/>
                  </a:moveTo>
                  <a:lnTo>
                    <a:pt x="975265" y="1274"/>
                  </a:lnTo>
                  <a:lnTo>
                    <a:pt x="973153" y="5446"/>
                  </a:lnTo>
                  <a:lnTo>
                    <a:pt x="969303" y="9734"/>
                  </a:lnTo>
                  <a:lnTo>
                    <a:pt x="958747" y="18658"/>
                  </a:lnTo>
                  <a:lnTo>
                    <a:pt x="952414" y="22483"/>
                  </a:lnTo>
                  <a:lnTo>
                    <a:pt x="945335" y="25496"/>
                  </a:lnTo>
                  <a:lnTo>
                    <a:pt x="945335" y="36969"/>
                  </a:lnTo>
                  <a:lnTo>
                    <a:pt x="970794" y="22714"/>
                  </a:lnTo>
                  <a:lnTo>
                    <a:pt x="983461" y="22714"/>
                  </a:lnTo>
                  <a:lnTo>
                    <a:pt x="983461" y="1274"/>
                  </a:lnTo>
                  <a:close/>
                </a:path>
                <a:path w="1471295" h="100329">
                  <a:moveTo>
                    <a:pt x="1031895" y="71968"/>
                  </a:moveTo>
                  <a:lnTo>
                    <a:pt x="1018483" y="73011"/>
                  </a:lnTo>
                  <a:lnTo>
                    <a:pt x="1019352" y="81124"/>
                  </a:lnTo>
                  <a:lnTo>
                    <a:pt x="1022705" y="87730"/>
                  </a:lnTo>
                  <a:lnTo>
                    <a:pt x="1034627" y="97465"/>
                  </a:lnTo>
                  <a:lnTo>
                    <a:pt x="1042327" y="100014"/>
                  </a:lnTo>
                  <a:lnTo>
                    <a:pt x="1051766" y="100014"/>
                  </a:lnTo>
                  <a:lnTo>
                    <a:pt x="1059892" y="99275"/>
                  </a:lnTo>
                  <a:lnTo>
                    <a:pt x="1067134" y="97059"/>
                  </a:lnTo>
                  <a:lnTo>
                    <a:pt x="1073491" y="93365"/>
                  </a:lnTo>
                  <a:lnTo>
                    <a:pt x="1076756" y="90279"/>
                  </a:lnTo>
                  <a:lnTo>
                    <a:pt x="1046674" y="90279"/>
                  </a:lnTo>
                  <a:lnTo>
                    <a:pt x="1042327" y="88657"/>
                  </a:lnTo>
                  <a:lnTo>
                    <a:pt x="1035124" y="82630"/>
                  </a:lnTo>
                  <a:lnTo>
                    <a:pt x="1032765" y="77995"/>
                  </a:lnTo>
                  <a:lnTo>
                    <a:pt x="1031895" y="71968"/>
                  </a:lnTo>
                  <a:close/>
                </a:path>
                <a:path w="1471295" h="100329">
                  <a:moveTo>
                    <a:pt x="1079672" y="44734"/>
                  </a:moveTo>
                  <a:lnTo>
                    <a:pt x="1058099" y="44734"/>
                  </a:lnTo>
                  <a:lnTo>
                    <a:pt x="1063440" y="46704"/>
                  </a:lnTo>
                  <a:lnTo>
                    <a:pt x="1067538" y="50644"/>
                  </a:lnTo>
                  <a:lnTo>
                    <a:pt x="1071636" y="54469"/>
                  </a:lnTo>
                  <a:lnTo>
                    <a:pt x="1073623" y="59800"/>
                  </a:lnTo>
                  <a:lnTo>
                    <a:pt x="1073623" y="73707"/>
                  </a:lnTo>
                  <a:lnTo>
                    <a:pt x="1071512" y="79501"/>
                  </a:lnTo>
                  <a:lnTo>
                    <a:pt x="1062953" y="88193"/>
                  </a:lnTo>
                  <a:lnTo>
                    <a:pt x="1062792" y="88193"/>
                  </a:lnTo>
                  <a:lnTo>
                    <a:pt x="1057851" y="90279"/>
                  </a:lnTo>
                  <a:lnTo>
                    <a:pt x="1076756" y="90279"/>
                  </a:lnTo>
                  <a:lnTo>
                    <a:pt x="1078963" y="88193"/>
                  </a:lnTo>
                  <a:lnTo>
                    <a:pt x="1084428" y="81819"/>
                  </a:lnTo>
                  <a:lnTo>
                    <a:pt x="1087160" y="74286"/>
                  </a:lnTo>
                  <a:lnTo>
                    <a:pt x="1087160" y="56439"/>
                  </a:lnTo>
                  <a:lnTo>
                    <a:pt x="1084103" y="49022"/>
                  </a:lnTo>
                  <a:lnTo>
                    <a:pt x="1082350" y="47283"/>
                  </a:lnTo>
                  <a:lnTo>
                    <a:pt x="1079672" y="44734"/>
                  </a:lnTo>
                  <a:close/>
                </a:path>
                <a:path w="1471295" h="100329">
                  <a:moveTo>
                    <a:pt x="1082316" y="3013"/>
                  </a:moveTo>
                  <a:lnTo>
                    <a:pt x="1030777" y="3013"/>
                  </a:lnTo>
                  <a:lnTo>
                    <a:pt x="1020718" y="52614"/>
                  </a:lnTo>
                  <a:lnTo>
                    <a:pt x="1032640" y="54121"/>
                  </a:lnTo>
                  <a:lnTo>
                    <a:pt x="1034627" y="51340"/>
                  </a:lnTo>
                  <a:lnTo>
                    <a:pt x="1037111" y="49022"/>
                  </a:lnTo>
                  <a:lnTo>
                    <a:pt x="1040464" y="47283"/>
                  </a:lnTo>
                  <a:lnTo>
                    <a:pt x="1043693" y="45661"/>
                  </a:lnTo>
                  <a:lnTo>
                    <a:pt x="1047419" y="44734"/>
                  </a:lnTo>
                  <a:lnTo>
                    <a:pt x="1079672" y="44734"/>
                  </a:lnTo>
                  <a:lnTo>
                    <a:pt x="1077846" y="42995"/>
                  </a:lnTo>
                  <a:lnTo>
                    <a:pt x="1074989" y="40330"/>
                  </a:lnTo>
                  <a:lnTo>
                    <a:pt x="1035373" y="40330"/>
                  </a:lnTo>
                  <a:lnTo>
                    <a:pt x="1040961" y="14370"/>
                  </a:lnTo>
                  <a:lnTo>
                    <a:pt x="1082316" y="14370"/>
                  </a:lnTo>
                  <a:lnTo>
                    <a:pt x="1082316" y="3013"/>
                  </a:lnTo>
                  <a:close/>
                </a:path>
                <a:path w="1471295" h="100329">
                  <a:moveTo>
                    <a:pt x="1063936" y="34303"/>
                  </a:moveTo>
                  <a:lnTo>
                    <a:pt x="1048164" y="34303"/>
                  </a:lnTo>
                  <a:lnTo>
                    <a:pt x="1041582" y="36274"/>
                  </a:lnTo>
                  <a:lnTo>
                    <a:pt x="1035373" y="40330"/>
                  </a:lnTo>
                  <a:lnTo>
                    <a:pt x="1074989" y="40330"/>
                  </a:lnTo>
                  <a:lnTo>
                    <a:pt x="1071636" y="37201"/>
                  </a:lnTo>
                  <a:lnTo>
                    <a:pt x="1063936" y="34303"/>
                  </a:lnTo>
                  <a:close/>
                </a:path>
                <a:path w="1471295" h="100329">
                  <a:moveTo>
                    <a:pt x="1140686" y="1274"/>
                  </a:moveTo>
                  <a:lnTo>
                    <a:pt x="1127646" y="1274"/>
                  </a:lnTo>
                  <a:lnTo>
                    <a:pt x="1121312" y="3129"/>
                  </a:lnTo>
                  <a:lnTo>
                    <a:pt x="1101552" y="42521"/>
                  </a:lnTo>
                  <a:lnTo>
                    <a:pt x="1101317" y="50644"/>
                  </a:lnTo>
                  <a:lnTo>
                    <a:pt x="1101876" y="61554"/>
                  </a:lnTo>
                  <a:lnTo>
                    <a:pt x="1101968" y="63334"/>
                  </a:lnTo>
                  <a:lnTo>
                    <a:pt x="1121778" y="97493"/>
                  </a:lnTo>
                  <a:lnTo>
                    <a:pt x="1135097" y="100014"/>
                  </a:lnTo>
                  <a:lnTo>
                    <a:pt x="1142673" y="100014"/>
                  </a:lnTo>
                  <a:lnTo>
                    <a:pt x="1149006" y="98044"/>
                  </a:lnTo>
                  <a:lnTo>
                    <a:pt x="1153964" y="94343"/>
                  </a:lnTo>
                  <a:lnTo>
                    <a:pt x="1158942" y="90511"/>
                  </a:lnTo>
                  <a:lnTo>
                    <a:pt x="1159100" y="90279"/>
                  </a:lnTo>
                  <a:lnTo>
                    <a:pt x="1129260" y="90279"/>
                  </a:lnTo>
                  <a:lnTo>
                    <a:pt x="1124417" y="87614"/>
                  </a:lnTo>
                  <a:lnTo>
                    <a:pt x="1114482" y="50644"/>
                  </a:lnTo>
                  <a:lnTo>
                    <a:pt x="1114776" y="42521"/>
                  </a:lnTo>
                  <a:lnTo>
                    <a:pt x="1129136" y="11125"/>
                  </a:lnTo>
                  <a:lnTo>
                    <a:pt x="1158576" y="11125"/>
                  </a:lnTo>
                  <a:lnTo>
                    <a:pt x="1157451" y="9503"/>
                  </a:lnTo>
                  <a:lnTo>
                    <a:pt x="1153974" y="6489"/>
                  </a:lnTo>
                  <a:lnTo>
                    <a:pt x="1145529" y="2317"/>
                  </a:lnTo>
                  <a:lnTo>
                    <a:pt x="1140686" y="1274"/>
                  </a:lnTo>
                  <a:close/>
                </a:path>
                <a:path w="1471295" h="100329">
                  <a:moveTo>
                    <a:pt x="1158576" y="11125"/>
                  </a:moveTo>
                  <a:lnTo>
                    <a:pt x="1140934" y="11125"/>
                  </a:lnTo>
                  <a:lnTo>
                    <a:pt x="1145902" y="13675"/>
                  </a:lnTo>
                  <a:lnTo>
                    <a:pt x="1149876" y="19006"/>
                  </a:lnTo>
                  <a:lnTo>
                    <a:pt x="1155837" y="50644"/>
                  </a:lnTo>
                  <a:lnTo>
                    <a:pt x="1155560" y="58749"/>
                  </a:lnTo>
                  <a:lnTo>
                    <a:pt x="1140934" y="90279"/>
                  </a:lnTo>
                  <a:lnTo>
                    <a:pt x="1159100" y="90279"/>
                  </a:lnTo>
                  <a:lnTo>
                    <a:pt x="1168877" y="50644"/>
                  </a:lnTo>
                  <a:lnTo>
                    <a:pt x="1168877" y="41141"/>
                  </a:lnTo>
                  <a:lnTo>
                    <a:pt x="1168132" y="33492"/>
                  </a:lnTo>
                  <a:lnTo>
                    <a:pt x="1166517" y="27814"/>
                  </a:lnTo>
                  <a:lnTo>
                    <a:pt x="1165027" y="22135"/>
                  </a:lnTo>
                  <a:lnTo>
                    <a:pt x="1162916" y="17383"/>
                  </a:lnTo>
                  <a:lnTo>
                    <a:pt x="1158576" y="11125"/>
                  </a:lnTo>
                  <a:close/>
                </a:path>
                <a:path w="1471295" h="100329">
                  <a:moveTo>
                    <a:pt x="1245254" y="0"/>
                  </a:moveTo>
                  <a:lnTo>
                    <a:pt x="1237802" y="0"/>
                  </a:lnTo>
                  <a:lnTo>
                    <a:pt x="1230285" y="371"/>
                  </a:lnTo>
                  <a:lnTo>
                    <a:pt x="1195741" y="18412"/>
                  </a:lnTo>
                  <a:lnTo>
                    <a:pt x="1185891" y="50528"/>
                  </a:lnTo>
                  <a:lnTo>
                    <a:pt x="1186287" y="57433"/>
                  </a:lnTo>
                  <a:lnTo>
                    <a:pt x="1205253" y="90484"/>
                  </a:lnTo>
                  <a:lnTo>
                    <a:pt x="1238796" y="100014"/>
                  </a:lnTo>
                  <a:lnTo>
                    <a:pt x="1246372" y="100014"/>
                  </a:lnTo>
                  <a:lnTo>
                    <a:pt x="1253699" y="98739"/>
                  </a:lnTo>
                  <a:lnTo>
                    <a:pt x="1267981" y="93640"/>
                  </a:lnTo>
                  <a:lnTo>
                    <a:pt x="1274935" y="89932"/>
                  </a:lnTo>
                  <a:lnTo>
                    <a:pt x="1276953" y="88425"/>
                  </a:lnTo>
                  <a:lnTo>
                    <a:pt x="1231220" y="88425"/>
                  </a:lnTo>
                  <a:lnTo>
                    <a:pt x="1224762" y="87034"/>
                  </a:lnTo>
                  <a:lnTo>
                    <a:pt x="1200049" y="58293"/>
                  </a:lnTo>
                  <a:lnTo>
                    <a:pt x="1200049" y="42648"/>
                  </a:lnTo>
                  <a:lnTo>
                    <a:pt x="1201415" y="36158"/>
                  </a:lnTo>
                  <a:lnTo>
                    <a:pt x="1203969" y="30369"/>
                  </a:lnTo>
                  <a:lnTo>
                    <a:pt x="1205414" y="27002"/>
                  </a:lnTo>
                  <a:lnTo>
                    <a:pt x="1221534" y="13675"/>
                  </a:lnTo>
                  <a:lnTo>
                    <a:pt x="1226129" y="11820"/>
                  </a:lnTo>
                  <a:lnTo>
                    <a:pt x="1231593" y="11009"/>
                  </a:lnTo>
                  <a:lnTo>
                    <a:pt x="1270738" y="11009"/>
                  </a:lnTo>
                  <a:lnTo>
                    <a:pt x="1268850" y="8807"/>
                  </a:lnTo>
                  <a:lnTo>
                    <a:pt x="1264131" y="5678"/>
                  </a:lnTo>
                  <a:lnTo>
                    <a:pt x="1258045" y="3476"/>
                  </a:lnTo>
                  <a:lnTo>
                    <a:pt x="1252084" y="1158"/>
                  </a:lnTo>
                  <a:lnTo>
                    <a:pt x="1245254" y="0"/>
                  </a:lnTo>
                  <a:close/>
                </a:path>
                <a:path w="1471295" h="100329">
                  <a:moveTo>
                    <a:pt x="1281766" y="49138"/>
                  </a:moveTo>
                  <a:lnTo>
                    <a:pt x="1237802" y="49138"/>
                  </a:lnTo>
                  <a:lnTo>
                    <a:pt x="1237802" y="60379"/>
                  </a:lnTo>
                  <a:lnTo>
                    <a:pt x="1268353" y="60379"/>
                  </a:lnTo>
                  <a:lnTo>
                    <a:pt x="1268353" y="78458"/>
                  </a:lnTo>
                  <a:lnTo>
                    <a:pt x="1244012" y="88425"/>
                  </a:lnTo>
                  <a:lnTo>
                    <a:pt x="1276953" y="88425"/>
                  </a:lnTo>
                  <a:lnTo>
                    <a:pt x="1281766" y="84832"/>
                  </a:lnTo>
                  <a:lnTo>
                    <a:pt x="1281766" y="49138"/>
                  </a:lnTo>
                  <a:close/>
                </a:path>
                <a:path w="1471295" h="100329">
                  <a:moveTo>
                    <a:pt x="1270738" y="11009"/>
                  </a:moveTo>
                  <a:lnTo>
                    <a:pt x="1243018" y="11009"/>
                  </a:lnTo>
                  <a:lnTo>
                    <a:pt x="1247862" y="11820"/>
                  </a:lnTo>
                  <a:lnTo>
                    <a:pt x="1252395" y="13675"/>
                  </a:lnTo>
                  <a:lnTo>
                    <a:pt x="1267856" y="31870"/>
                  </a:lnTo>
                  <a:lnTo>
                    <a:pt x="1280151" y="28741"/>
                  </a:lnTo>
                  <a:lnTo>
                    <a:pt x="1278413" y="22251"/>
                  </a:lnTo>
                  <a:lnTo>
                    <a:pt x="1275805" y="16920"/>
                  </a:lnTo>
                  <a:lnTo>
                    <a:pt x="1270738" y="11009"/>
                  </a:lnTo>
                  <a:close/>
                </a:path>
                <a:path w="1471295" h="100329">
                  <a:moveTo>
                    <a:pt x="1319395" y="1738"/>
                  </a:moveTo>
                  <a:lnTo>
                    <a:pt x="1305734" y="1738"/>
                  </a:lnTo>
                  <a:lnTo>
                    <a:pt x="1305734" y="98392"/>
                  </a:lnTo>
                  <a:lnTo>
                    <a:pt x="1319395" y="98392"/>
                  </a:lnTo>
                  <a:lnTo>
                    <a:pt x="1319395" y="52730"/>
                  </a:lnTo>
                  <a:lnTo>
                    <a:pt x="1386955" y="52730"/>
                  </a:lnTo>
                  <a:lnTo>
                    <a:pt x="1386955" y="41373"/>
                  </a:lnTo>
                  <a:lnTo>
                    <a:pt x="1319395" y="41373"/>
                  </a:lnTo>
                  <a:lnTo>
                    <a:pt x="1319395" y="1738"/>
                  </a:lnTo>
                  <a:close/>
                </a:path>
                <a:path w="1471295" h="100329">
                  <a:moveTo>
                    <a:pt x="1386955" y="52730"/>
                  </a:moveTo>
                  <a:lnTo>
                    <a:pt x="1373294" y="52730"/>
                  </a:lnTo>
                  <a:lnTo>
                    <a:pt x="1373294" y="98392"/>
                  </a:lnTo>
                  <a:lnTo>
                    <a:pt x="1386955" y="98392"/>
                  </a:lnTo>
                  <a:lnTo>
                    <a:pt x="1386955" y="52730"/>
                  </a:lnTo>
                  <a:close/>
                </a:path>
                <a:path w="1471295" h="100329">
                  <a:moveTo>
                    <a:pt x="1386955" y="1738"/>
                  </a:moveTo>
                  <a:lnTo>
                    <a:pt x="1373294" y="1738"/>
                  </a:lnTo>
                  <a:lnTo>
                    <a:pt x="1373294" y="41373"/>
                  </a:lnTo>
                  <a:lnTo>
                    <a:pt x="1386955" y="41373"/>
                  </a:lnTo>
                  <a:lnTo>
                    <a:pt x="1386955" y="1738"/>
                  </a:lnTo>
                  <a:close/>
                </a:path>
                <a:path w="1471295" h="100329">
                  <a:moveTo>
                    <a:pt x="1467399" y="37548"/>
                  </a:moveTo>
                  <a:lnTo>
                    <a:pt x="1452279" y="37548"/>
                  </a:lnTo>
                  <a:lnTo>
                    <a:pt x="1404590" y="88657"/>
                  </a:lnTo>
                  <a:lnTo>
                    <a:pt x="1404590" y="98392"/>
                  </a:lnTo>
                  <a:lnTo>
                    <a:pt x="1471031" y="98392"/>
                  </a:lnTo>
                  <a:lnTo>
                    <a:pt x="1471031" y="88657"/>
                  </a:lnTo>
                  <a:lnTo>
                    <a:pt x="1420238" y="88657"/>
                  </a:lnTo>
                  <a:lnTo>
                    <a:pt x="1428062" y="80544"/>
                  </a:lnTo>
                  <a:lnTo>
                    <a:pt x="1467399" y="37548"/>
                  </a:lnTo>
                  <a:close/>
                </a:path>
                <a:path w="1471295" h="100329">
                  <a:moveTo>
                    <a:pt x="1471031" y="88077"/>
                  </a:moveTo>
                  <a:lnTo>
                    <a:pt x="1431291" y="88077"/>
                  </a:lnTo>
                  <a:lnTo>
                    <a:pt x="1425950" y="88309"/>
                  </a:lnTo>
                  <a:lnTo>
                    <a:pt x="1420238" y="88657"/>
                  </a:lnTo>
                  <a:lnTo>
                    <a:pt x="1471031" y="88657"/>
                  </a:lnTo>
                  <a:lnTo>
                    <a:pt x="1471031" y="88077"/>
                  </a:lnTo>
                  <a:close/>
                </a:path>
                <a:path w="1471295" h="100329">
                  <a:moveTo>
                    <a:pt x="1468672" y="28277"/>
                  </a:moveTo>
                  <a:lnTo>
                    <a:pt x="1407446" y="28277"/>
                  </a:lnTo>
                  <a:lnTo>
                    <a:pt x="1407446" y="37896"/>
                  </a:lnTo>
                  <a:lnTo>
                    <a:pt x="1444269" y="37896"/>
                  </a:lnTo>
                  <a:lnTo>
                    <a:pt x="1452279" y="37548"/>
                  </a:lnTo>
                  <a:lnTo>
                    <a:pt x="1467399" y="37548"/>
                  </a:lnTo>
                  <a:lnTo>
                    <a:pt x="1468672" y="36158"/>
                  </a:lnTo>
                  <a:lnTo>
                    <a:pt x="1468672" y="282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63" y="6122987"/>
            <a:ext cx="12187555" cy="12700"/>
          </a:xfrm>
          <a:custGeom>
            <a:avLst/>
            <a:gdLst/>
            <a:ahLst/>
            <a:cxnLst/>
            <a:rect l="l" t="t" r="r" b="b"/>
            <a:pathLst>
              <a:path w="12187555" h="12700">
                <a:moveTo>
                  <a:pt x="12187236" y="0"/>
                </a:moveTo>
                <a:lnTo>
                  <a:pt x="0" y="0"/>
                </a:lnTo>
                <a:lnTo>
                  <a:pt x="0" y="12700"/>
                </a:lnTo>
                <a:lnTo>
                  <a:pt x="12187236" y="12700"/>
                </a:lnTo>
                <a:lnTo>
                  <a:pt x="12187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035555" y="1283271"/>
            <a:ext cx="6995159" cy="333502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ct val="150600"/>
              </a:lnSpc>
              <a:spcBef>
                <a:spcPts val="150"/>
              </a:spcBef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Fig.</a:t>
            </a:r>
            <a:r>
              <a:rPr dirty="0" u="sng" sz="1800" spc="-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3: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Figure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shows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constant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Scaling Factors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 constant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User </a:t>
            </a:r>
            <a:r>
              <a:rPr dirty="0" sz="1800">
                <a:latin typeface="Times New Roman"/>
                <a:cs typeface="Times New Roman"/>
              </a:rPr>
              <a:t>Fraction,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if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increases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Width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Spectral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efficiency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decreases, </a:t>
            </a:r>
            <a:r>
              <a:rPr dirty="0" sz="1800">
                <a:latin typeface="Times New Roman"/>
                <a:cs typeface="Times New Roman"/>
              </a:rPr>
              <a:t>here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lower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ring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have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highest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BW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i.e.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150GHz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but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spectral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efficiency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less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compared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100GHz.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 marR="170815">
              <a:lnSpc>
                <a:spcPct val="151200"/>
              </a:lnSpc>
              <a:spcBef>
                <a:spcPts val="5"/>
              </a:spcBef>
            </a:pP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other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hand,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constant Band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Width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 constant</a:t>
            </a:r>
            <a:r>
              <a:rPr dirty="0" sz="1800" spc="4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Fraction,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if </a:t>
            </a:r>
            <a:r>
              <a:rPr dirty="0" sz="1800">
                <a:latin typeface="Times New Roman"/>
                <a:cs typeface="Times New Roman"/>
              </a:rPr>
              <a:t>we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increase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Scaling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Factors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Spectral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Efficiency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(R)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increases,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here </a:t>
            </a:r>
            <a:r>
              <a:rPr dirty="0" sz="1800">
                <a:latin typeface="Times New Roman"/>
                <a:cs typeface="Times New Roman"/>
              </a:rPr>
              <a:t>yellow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line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more</a:t>
            </a:r>
            <a:r>
              <a:rPr dirty="0" sz="1800" spc="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Spectral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Efficiency(R).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0334" y="474731"/>
            <a:ext cx="0" cy="5195570"/>
          </a:xfrm>
          <a:custGeom>
            <a:avLst/>
            <a:gdLst/>
            <a:ahLst/>
            <a:cxnLst/>
            <a:rect l="l" t="t" r="r" b="b"/>
            <a:pathLst>
              <a:path w="0" h="5195570">
                <a:moveTo>
                  <a:pt x="0" y="5195497"/>
                </a:moveTo>
                <a:lnTo>
                  <a:pt x="0" y="0"/>
                </a:lnTo>
              </a:path>
            </a:pathLst>
          </a:custGeom>
          <a:ln w="625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886473" y="474731"/>
            <a:ext cx="0" cy="5195570"/>
          </a:xfrm>
          <a:custGeom>
            <a:avLst/>
            <a:gdLst/>
            <a:ahLst/>
            <a:cxnLst/>
            <a:rect l="l" t="t" r="r" b="b"/>
            <a:pathLst>
              <a:path w="0" h="5195570">
                <a:moveTo>
                  <a:pt x="0" y="5195497"/>
                </a:moveTo>
                <a:lnTo>
                  <a:pt x="0" y="0"/>
                </a:lnTo>
              </a:path>
            </a:pathLst>
          </a:custGeom>
          <a:ln w="625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02613" y="2016169"/>
            <a:ext cx="0" cy="3654425"/>
          </a:xfrm>
          <a:custGeom>
            <a:avLst/>
            <a:gdLst/>
            <a:ahLst/>
            <a:cxnLst/>
            <a:rect l="l" t="t" r="r" b="b"/>
            <a:pathLst>
              <a:path w="0" h="3654425">
                <a:moveTo>
                  <a:pt x="0" y="0"/>
                </a:moveTo>
                <a:lnTo>
                  <a:pt x="0" y="3654058"/>
                </a:lnTo>
              </a:path>
            </a:pathLst>
          </a:custGeom>
          <a:ln w="625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02613" y="474731"/>
            <a:ext cx="0" cy="956944"/>
          </a:xfrm>
          <a:custGeom>
            <a:avLst/>
            <a:gdLst/>
            <a:ahLst/>
            <a:cxnLst/>
            <a:rect l="l" t="t" r="r" b="b"/>
            <a:pathLst>
              <a:path w="0" h="956944">
                <a:moveTo>
                  <a:pt x="0" y="0"/>
                </a:moveTo>
                <a:lnTo>
                  <a:pt x="0" y="956517"/>
                </a:lnTo>
              </a:path>
            </a:pathLst>
          </a:custGeom>
          <a:ln w="625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118752" y="2016169"/>
            <a:ext cx="0" cy="3654425"/>
          </a:xfrm>
          <a:custGeom>
            <a:avLst/>
            <a:gdLst/>
            <a:ahLst/>
            <a:cxnLst/>
            <a:rect l="l" t="t" r="r" b="b"/>
            <a:pathLst>
              <a:path w="0" h="3654425">
                <a:moveTo>
                  <a:pt x="0" y="0"/>
                </a:moveTo>
                <a:lnTo>
                  <a:pt x="0" y="3654058"/>
                </a:lnTo>
              </a:path>
            </a:pathLst>
          </a:custGeom>
          <a:ln w="625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118752" y="474731"/>
            <a:ext cx="0" cy="956944"/>
          </a:xfrm>
          <a:custGeom>
            <a:avLst/>
            <a:gdLst/>
            <a:ahLst/>
            <a:cxnLst/>
            <a:rect l="l" t="t" r="r" b="b"/>
            <a:pathLst>
              <a:path w="0" h="956944">
                <a:moveTo>
                  <a:pt x="0" y="0"/>
                </a:moveTo>
                <a:lnTo>
                  <a:pt x="0" y="956517"/>
                </a:lnTo>
              </a:path>
            </a:pathLst>
          </a:custGeom>
          <a:ln w="625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34892" y="474731"/>
            <a:ext cx="0" cy="5195570"/>
          </a:xfrm>
          <a:custGeom>
            <a:avLst/>
            <a:gdLst/>
            <a:ahLst/>
            <a:cxnLst/>
            <a:rect l="l" t="t" r="r" b="b"/>
            <a:pathLst>
              <a:path w="0" h="5195570">
                <a:moveTo>
                  <a:pt x="0" y="5195497"/>
                </a:moveTo>
                <a:lnTo>
                  <a:pt x="0" y="0"/>
                </a:lnTo>
              </a:path>
            </a:pathLst>
          </a:custGeom>
          <a:ln w="625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351031" y="474731"/>
            <a:ext cx="0" cy="5195570"/>
          </a:xfrm>
          <a:custGeom>
            <a:avLst/>
            <a:gdLst/>
            <a:ahLst/>
            <a:cxnLst/>
            <a:rect l="l" t="t" r="r" b="b"/>
            <a:pathLst>
              <a:path w="0" h="5195570">
                <a:moveTo>
                  <a:pt x="0" y="5195497"/>
                </a:moveTo>
                <a:lnTo>
                  <a:pt x="0" y="0"/>
                </a:lnTo>
              </a:path>
            </a:pathLst>
          </a:custGeom>
          <a:ln w="625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467171" y="474731"/>
            <a:ext cx="0" cy="5195570"/>
          </a:xfrm>
          <a:custGeom>
            <a:avLst/>
            <a:gdLst/>
            <a:ahLst/>
            <a:cxnLst/>
            <a:rect l="l" t="t" r="r" b="b"/>
            <a:pathLst>
              <a:path w="0" h="5195570">
                <a:moveTo>
                  <a:pt x="0" y="5195497"/>
                </a:moveTo>
                <a:lnTo>
                  <a:pt x="0" y="0"/>
                </a:lnTo>
              </a:path>
            </a:pathLst>
          </a:custGeom>
          <a:ln w="625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583310" y="474731"/>
            <a:ext cx="0" cy="5195570"/>
          </a:xfrm>
          <a:custGeom>
            <a:avLst/>
            <a:gdLst/>
            <a:ahLst/>
            <a:cxnLst/>
            <a:rect l="l" t="t" r="r" b="b"/>
            <a:pathLst>
              <a:path w="0" h="5195570">
                <a:moveTo>
                  <a:pt x="0" y="5195497"/>
                </a:moveTo>
                <a:lnTo>
                  <a:pt x="0" y="0"/>
                </a:lnTo>
              </a:path>
            </a:pathLst>
          </a:custGeom>
          <a:ln w="625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699450" y="474731"/>
            <a:ext cx="0" cy="5195570"/>
          </a:xfrm>
          <a:custGeom>
            <a:avLst/>
            <a:gdLst/>
            <a:ahLst/>
            <a:cxnLst/>
            <a:rect l="l" t="t" r="r" b="b"/>
            <a:pathLst>
              <a:path w="0" h="5195570">
                <a:moveTo>
                  <a:pt x="0" y="5195497"/>
                </a:moveTo>
                <a:lnTo>
                  <a:pt x="0" y="0"/>
                </a:lnTo>
              </a:path>
            </a:pathLst>
          </a:custGeom>
          <a:ln w="625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815590" y="474731"/>
            <a:ext cx="0" cy="5195570"/>
          </a:xfrm>
          <a:custGeom>
            <a:avLst/>
            <a:gdLst/>
            <a:ahLst/>
            <a:cxnLst/>
            <a:rect l="l" t="t" r="r" b="b"/>
            <a:pathLst>
              <a:path w="0" h="5195570">
                <a:moveTo>
                  <a:pt x="0" y="5195497"/>
                </a:moveTo>
                <a:lnTo>
                  <a:pt x="0" y="0"/>
                </a:lnTo>
              </a:path>
            </a:pathLst>
          </a:custGeom>
          <a:ln w="625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" name="object 14"/>
          <p:cNvGrpSpPr/>
          <p:nvPr/>
        </p:nvGrpSpPr>
        <p:grpSpPr>
          <a:xfrm>
            <a:off x="767208" y="471863"/>
            <a:ext cx="11167745" cy="5201285"/>
            <a:chOff x="767208" y="471863"/>
            <a:chExt cx="11167745" cy="5201285"/>
          </a:xfrm>
        </p:grpSpPr>
        <p:sp>
          <p:nvSpPr>
            <p:cNvPr id="15" name="object 15"/>
            <p:cNvSpPr/>
            <p:nvPr/>
          </p:nvSpPr>
          <p:spPr>
            <a:xfrm>
              <a:off x="770334" y="474731"/>
              <a:ext cx="11161395" cy="5195570"/>
            </a:xfrm>
            <a:custGeom>
              <a:avLst/>
              <a:gdLst/>
              <a:ahLst/>
              <a:cxnLst/>
              <a:rect l="l" t="t" r="r" b="b"/>
              <a:pathLst>
                <a:path w="11161395" h="5195570">
                  <a:moveTo>
                    <a:pt x="11161394" y="5195497"/>
                  </a:moveTo>
                  <a:lnTo>
                    <a:pt x="11161394" y="0"/>
                  </a:lnTo>
                </a:path>
                <a:path w="11161395" h="5195570">
                  <a:moveTo>
                    <a:pt x="11161394" y="5195497"/>
                  </a:moveTo>
                  <a:lnTo>
                    <a:pt x="0" y="5195497"/>
                  </a:lnTo>
                </a:path>
                <a:path w="11161395" h="5195570">
                  <a:moveTo>
                    <a:pt x="11161394" y="4329561"/>
                  </a:moveTo>
                  <a:lnTo>
                    <a:pt x="0" y="4329561"/>
                  </a:lnTo>
                </a:path>
                <a:path w="11161395" h="5195570">
                  <a:moveTo>
                    <a:pt x="11161394" y="3463649"/>
                  </a:moveTo>
                  <a:lnTo>
                    <a:pt x="0" y="3463649"/>
                  </a:lnTo>
                </a:path>
                <a:path w="11161395" h="5195570">
                  <a:moveTo>
                    <a:pt x="11161394" y="2597737"/>
                  </a:moveTo>
                  <a:lnTo>
                    <a:pt x="0" y="2597737"/>
                  </a:lnTo>
                </a:path>
                <a:path w="11161395" h="5195570">
                  <a:moveTo>
                    <a:pt x="11161394" y="1731824"/>
                  </a:moveTo>
                  <a:lnTo>
                    <a:pt x="0" y="1731824"/>
                  </a:lnTo>
                </a:path>
                <a:path w="11161395" h="5195570">
                  <a:moveTo>
                    <a:pt x="11161394" y="865912"/>
                  </a:moveTo>
                  <a:lnTo>
                    <a:pt x="0" y="865912"/>
                  </a:lnTo>
                </a:path>
                <a:path w="11161395" h="5195570">
                  <a:moveTo>
                    <a:pt x="11161394" y="0"/>
                  </a:moveTo>
                  <a:lnTo>
                    <a:pt x="0" y="0"/>
                  </a:lnTo>
                </a:path>
              </a:pathLst>
            </a:custGeom>
            <a:ln w="5992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67207" y="5564962"/>
              <a:ext cx="11167745" cy="108585"/>
            </a:xfrm>
            <a:custGeom>
              <a:avLst/>
              <a:gdLst/>
              <a:ahLst/>
              <a:cxnLst/>
              <a:rect l="l" t="t" r="r" b="b"/>
              <a:pathLst>
                <a:path w="11167745" h="108585">
                  <a:moveTo>
                    <a:pt x="11167643" y="0"/>
                  </a:moveTo>
                  <a:lnTo>
                    <a:pt x="11161395" y="0"/>
                  </a:lnTo>
                  <a:lnTo>
                    <a:pt x="11161395" y="102387"/>
                  </a:lnTo>
                  <a:lnTo>
                    <a:pt x="10051504" y="102387"/>
                  </a:lnTo>
                  <a:lnTo>
                    <a:pt x="10051504" y="0"/>
                  </a:lnTo>
                  <a:lnTo>
                    <a:pt x="10045255" y="0"/>
                  </a:lnTo>
                  <a:lnTo>
                    <a:pt x="10045255" y="102387"/>
                  </a:lnTo>
                  <a:lnTo>
                    <a:pt x="8935364" y="102387"/>
                  </a:lnTo>
                  <a:lnTo>
                    <a:pt x="8935364" y="0"/>
                  </a:lnTo>
                  <a:lnTo>
                    <a:pt x="8929116" y="0"/>
                  </a:lnTo>
                  <a:lnTo>
                    <a:pt x="8929116" y="102387"/>
                  </a:lnTo>
                  <a:lnTo>
                    <a:pt x="7819225" y="102387"/>
                  </a:lnTo>
                  <a:lnTo>
                    <a:pt x="7819225" y="0"/>
                  </a:lnTo>
                  <a:lnTo>
                    <a:pt x="7812976" y="0"/>
                  </a:lnTo>
                  <a:lnTo>
                    <a:pt x="7812976" y="102387"/>
                  </a:lnTo>
                  <a:lnTo>
                    <a:pt x="6703085" y="102387"/>
                  </a:lnTo>
                  <a:lnTo>
                    <a:pt x="6703085" y="0"/>
                  </a:lnTo>
                  <a:lnTo>
                    <a:pt x="6696837" y="0"/>
                  </a:lnTo>
                  <a:lnTo>
                    <a:pt x="6696837" y="102387"/>
                  </a:lnTo>
                  <a:lnTo>
                    <a:pt x="5586946" y="102387"/>
                  </a:lnTo>
                  <a:lnTo>
                    <a:pt x="5586946" y="0"/>
                  </a:lnTo>
                  <a:lnTo>
                    <a:pt x="5580697" y="0"/>
                  </a:lnTo>
                  <a:lnTo>
                    <a:pt x="5580697" y="102387"/>
                  </a:lnTo>
                  <a:lnTo>
                    <a:pt x="4470806" y="102387"/>
                  </a:lnTo>
                  <a:lnTo>
                    <a:pt x="4470806" y="0"/>
                  </a:lnTo>
                  <a:lnTo>
                    <a:pt x="4464558" y="0"/>
                  </a:lnTo>
                  <a:lnTo>
                    <a:pt x="4464558" y="102387"/>
                  </a:lnTo>
                  <a:lnTo>
                    <a:pt x="3354667" y="102387"/>
                  </a:lnTo>
                  <a:lnTo>
                    <a:pt x="3354667" y="0"/>
                  </a:lnTo>
                  <a:lnTo>
                    <a:pt x="3348418" y="0"/>
                  </a:lnTo>
                  <a:lnTo>
                    <a:pt x="3348418" y="102387"/>
                  </a:lnTo>
                  <a:lnTo>
                    <a:pt x="2238527" y="102387"/>
                  </a:lnTo>
                  <a:lnTo>
                    <a:pt x="2238527" y="0"/>
                  </a:lnTo>
                  <a:lnTo>
                    <a:pt x="2232279" y="0"/>
                  </a:lnTo>
                  <a:lnTo>
                    <a:pt x="2232279" y="102387"/>
                  </a:lnTo>
                  <a:lnTo>
                    <a:pt x="1122387" y="102387"/>
                  </a:lnTo>
                  <a:lnTo>
                    <a:pt x="1122387" y="0"/>
                  </a:lnTo>
                  <a:lnTo>
                    <a:pt x="1116139" y="0"/>
                  </a:lnTo>
                  <a:lnTo>
                    <a:pt x="1116139" y="102387"/>
                  </a:lnTo>
                  <a:lnTo>
                    <a:pt x="6248" y="102387"/>
                  </a:lnTo>
                  <a:lnTo>
                    <a:pt x="6248" y="0"/>
                  </a:lnTo>
                  <a:lnTo>
                    <a:pt x="0" y="0"/>
                  </a:lnTo>
                  <a:lnTo>
                    <a:pt x="0" y="105257"/>
                  </a:lnTo>
                  <a:lnTo>
                    <a:pt x="3124" y="105257"/>
                  </a:lnTo>
                  <a:lnTo>
                    <a:pt x="3124" y="108127"/>
                  </a:lnTo>
                  <a:lnTo>
                    <a:pt x="11167643" y="108127"/>
                  </a:lnTo>
                  <a:lnTo>
                    <a:pt x="11167643" y="105257"/>
                  </a:lnTo>
                  <a:lnTo>
                    <a:pt x="11167643" y="102387"/>
                  </a:lnTo>
                  <a:lnTo>
                    <a:pt x="11167643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/>
          <p:nvPr/>
        </p:nvSpPr>
        <p:spPr>
          <a:xfrm>
            <a:off x="737830" y="5750029"/>
            <a:ext cx="57150" cy="81915"/>
          </a:xfrm>
          <a:custGeom>
            <a:avLst/>
            <a:gdLst/>
            <a:ahLst/>
            <a:cxnLst/>
            <a:rect l="l" t="t" r="r" b="b"/>
            <a:pathLst>
              <a:path w="57150" h="81914">
                <a:moveTo>
                  <a:pt x="33004" y="0"/>
                </a:moveTo>
                <a:lnTo>
                  <a:pt x="22002" y="0"/>
                </a:lnTo>
                <a:lnTo>
                  <a:pt x="16752" y="1559"/>
                </a:lnTo>
                <a:lnTo>
                  <a:pt x="8501" y="7787"/>
                </a:lnTo>
                <a:lnTo>
                  <a:pt x="5250" y="12225"/>
                </a:lnTo>
                <a:lnTo>
                  <a:pt x="3250" y="17960"/>
                </a:lnTo>
                <a:lnTo>
                  <a:pt x="1125" y="23706"/>
                </a:lnTo>
                <a:lnTo>
                  <a:pt x="0" y="31299"/>
                </a:lnTo>
                <a:lnTo>
                  <a:pt x="0" y="40715"/>
                </a:lnTo>
                <a:lnTo>
                  <a:pt x="464" y="49710"/>
                </a:lnTo>
                <a:lnTo>
                  <a:pt x="539" y="51164"/>
                </a:lnTo>
                <a:lnTo>
                  <a:pt x="20002" y="81384"/>
                </a:lnTo>
                <a:lnTo>
                  <a:pt x="34754" y="81384"/>
                </a:lnTo>
                <a:lnTo>
                  <a:pt x="40005" y="79824"/>
                </a:lnTo>
                <a:lnTo>
                  <a:pt x="48256" y="73550"/>
                </a:lnTo>
                <a:lnTo>
                  <a:pt x="48401" y="73344"/>
                </a:lnTo>
                <a:lnTo>
                  <a:pt x="23502" y="73344"/>
                </a:lnTo>
                <a:lnTo>
                  <a:pt x="19377" y="71176"/>
                </a:lnTo>
                <a:lnTo>
                  <a:pt x="11001" y="40715"/>
                </a:lnTo>
                <a:lnTo>
                  <a:pt x="11306" y="32812"/>
                </a:lnTo>
                <a:lnTo>
                  <a:pt x="11402" y="31299"/>
                </a:lnTo>
                <a:lnTo>
                  <a:pt x="12369" y="24337"/>
                </a:lnTo>
                <a:lnTo>
                  <a:pt x="12392" y="24173"/>
                </a:lnTo>
                <a:lnTo>
                  <a:pt x="23377" y="8097"/>
                </a:lnTo>
                <a:lnTo>
                  <a:pt x="47971" y="8097"/>
                </a:lnTo>
                <a:lnTo>
                  <a:pt x="47005" y="6778"/>
                </a:lnTo>
                <a:lnTo>
                  <a:pt x="44130" y="4300"/>
                </a:lnTo>
                <a:lnTo>
                  <a:pt x="37129" y="860"/>
                </a:lnTo>
                <a:lnTo>
                  <a:pt x="33004" y="0"/>
                </a:lnTo>
                <a:close/>
              </a:path>
              <a:path w="57150" h="81914">
                <a:moveTo>
                  <a:pt x="47971" y="8097"/>
                </a:moveTo>
                <a:lnTo>
                  <a:pt x="33254" y="8097"/>
                </a:lnTo>
                <a:lnTo>
                  <a:pt x="37379" y="10253"/>
                </a:lnTo>
                <a:lnTo>
                  <a:pt x="40755" y="14565"/>
                </a:lnTo>
                <a:lnTo>
                  <a:pt x="45755" y="40715"/>
                </a:lnTo>
                <a:lnTo>
                  <a:pt x="45428" y="49710"/>
                </a:lnTo>
                <a:lnTo>
                  <a:pt x="33254" y="73344"/>
                </a:lnTo>
                <a:lnTo>
                  <a:pt x="48401" y="73344"/>
                </a:lnTo>
                <a:lnTo>
                  <a:pt x="51381" y="69112"/>
                </a:lnTo>
                <a:lnTo>
                  <a:pt x="55631" y="57620"/>
                </a:lnTo>
                <a:lnTo>
                  <a:pt x="56632" y="50073"/>
                </a:lnTo>
                <a:lnTo>
                  <a:pt x="56521" y="31700"/>
                </a:lnTo>
                <a:lnTo>
                  <a:pt x="49381" y="10023"/>
                </a:lnTo>
                <a:lnTo>
                  <a:pt x="47971" y="8097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1463" y="5750029"/>
            <a:ext cx="144393" cy="8138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17602" y="5750029"/>
            <a:ext cx="160270" cy="8138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33742" y="5750029"/>
            <a:ext cx="161270" cy="8144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49882" y="5750029"/>
            <a:ext cx="160895" cy="8138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66021" y="5750029"/>
            <a:ext cx="161895" cy="8138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82161" y="5750029"/>
            <a:ext cx="161145" cy="8138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98300" y="5750029"/>
            <a:ext cx="161270" cy="8138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614440" y="5750029"/>
            <a:ext cx="161395" cy="8138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730579" y="5750029"/>
            <a:ext cx="161395" cy="81384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11907476" y="5750029"/>
            <a:ext cx="32384" cy="80645"/>
          </a:xfrm>
          <a:custGeom>
            <a:avLst/>
            <a:gdLst/>
            <a:ahLst/>
            <a:cxnLst/>
            <a:rect l="l" t="t" r="r" b="b"/>
            <a:pathLst>
              <a:path w="32384" h="80645">
                <a:moveTo>
                  <a:pt x="32004" y="0"/>
                </a:moveTo>
                <a:lnTo>
                  <a:pt x="25128" y="0"/>
                </a:lnTo>
                <a:lnTo>
                  <a:pt x="23252" y="3440"/>
                </a:lnTo>
                <a:lnTo>
                  <a:pt x="20002" y="6996"/>
                </a:lnTo>
                <a:lnTo>
                  <a:pt x="11126" y="14313"/>
                </a:lnTo>
                <a:lnTo>
                  <a:pt x="5875" y="17432"/>
                </a:lnTo>
                <a:lnTo>
                  <a:pt x="0" y="20002"/>
                </a:lnTo>
                <a:lnTo>
                  <a:pt x="0" y="29463"/>
                </a:lnTo>
                <a:lnTo>
                  <a:pt x="21252" y="17662"/>
                </a:lnTo>
                <a:lnTo>
                  <a:pt x="21252" y="80030"/>
                </a:lnTo>
                <a:lnTo>
                  <a:pt x="32004" y="80030"/>
                </a:lnTo>
                <a:lnTo>
                  <a:pt x="32004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" name="object 28"/>
          <p:cNvGrpSpPr/>
          <p:nvPr/>
        </p:nvGrpSpPr>
        <p:grpSpPr>
          <a:xfrm>
            <a:off x="5506426" y="5943936"/>
            <a:ext cx="154940" cy="150495"/>
            <a:chOff x="5506426" y="5943936"/>
            <a:chExt cx="154940" cy="150495"/>
          </a:xfrm>
        </p:grpSpPr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06426" y="5943936"/>
              <a:ext cx="75134" cy="89171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609689" y="6024070"/>
              <a:ext cx="52069" cy="70485"/>
            </a:xfrm>
            <a:custGeom>
              <a:avLst/>
              <a:gdLst/>
              <a:ahLst/>
              <a:cxnLst/>
              <a:rect l="l" t="t" r="r" b="b"/>
              <a:pathLst>
                <a:path w="52070" h="70485">
                  <a:moveTo>
                    <a:pt x="51631" y="0"/>
                  </a:moveTo>
                  <a:lnTo>
                    <a:pt x="0" y="0"/>
                  </a:lnTo>
                  <a:lnTo>
                    <a:pt x="0" y="70133"/>
                  </a:lnTo>
                  <a:lnTo>
                    <a:pt x="10126" y="70133"/>
                  </a:lnTo>
                  <a:lnTo>
                    <a:pt x="10126" y="38272"/>
                  </a:lnTo>
                  <a:lnTo>
                    <a:pt x="46005" y="38272"/>
                  </a:lnTo>
                  <a:lnTo>
                    <a:pt x="46005" y="29991"/>
                  </a:lnTo>
                  <a:lnTo>
                    <a:pt x="10126" y="29991"/>
                  </a:lnTo>
                  <a:lnTo>
                    <a:pt x="10126" y="8269"/>
                  </a:lnTo>
                  <a:lnTo>
                    <a:pt x="51631" y="8269"/>
                  </a:lnTo>
                  <a:lnTo>
                    <a:pt x="51631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1" name="object 3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714077" y="5899918"/>
            <a:ext cx="1479184" cy="157469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767207" y="471868"/>
            <a:ext cx="118110" cy="5201285"/>
          </a:xfrm>
          <a:custGeom>
            <a:avLst/>
            <a:gdLst/>
            <a:ahLst/>
            <a:cxnLst/>
            <a:rect l="l" t="t" r="r" b="b"/>
            <a:pathLst>
              <a:path w="118109" h="5201285">
                <a:moveTo>
                  <a:pt x="117856" y="0"/>
                </a:moveTo>
                <a:lnTo>
                  <a:pt x="3124" y="0"/>
                </a:lnTo>
                <a:lnTo>
                  <a:pt x="0" y="12"/>
                </a:lnTo>
                <a:lnTo>
                  <a:pt x="0" y="5198351"/>
                </a:lnTo>
                <a:lnTo>
                  <a:pt x="3124" y="5198351"/>
                </a:lnTo>
                <a:lnTo>
                  <a:pt x="3124" y="5201221"/>
                </a:lnTo>
                <a:lnTo>
                  <a:pt x="117856" y="5201221"/>
                </a:lnTo>
                <a:lnTo>
                  <a:pt x="117856" y="5195481"/>
                </a:lnTo>
                <a:lnTo>
                  <a:pt x="6248" y="5195481"/>
                </a:lnTo>
                <a:lnTo>
                  <a:pt x="6248" y="4335297"/>
                </a:lnTo>
                <a:lnTo>
                  <a:pt x="117856" y="4335297"/>
                </a:lnTo>
                <a:lnTo>
                  <a:pt x="117856" y="4329569"/>
                </a:lnTo>
                <a:lnTo>
                  <a:pt x="6248" y="4329569"/>
                </a:lnTo>
                <a:lnTo>
                  <a:pt x="6248" y="3469386"/>
                </a:lnTo>
                <a:lnTo>
                  <a:pt x="117856" y="3469386"/>
                </a:lnTo>
                <a:lnTo>
                  <a:pt x="117856" y="3463645"/>
                </a:lnTo>
                <a:lnTo>
                  <a:pt x="6248" y="3463645"/>
                </a:lnTo>
                <a:lnTo>
                  <a:pt x="6248" y="2603474"/>
                </a:lnTo>
                <a:lnTo>
                  <a:pt x="117856" y="2603474"/>
                </a:lnTo>
                <a:lnTo>
                  <a:pt x="117856" y="2597734"/>
                </a:lnTo>
                <a:lnTo>
                  <a:pt x="6248" y="2597734"/>
                </a:lnTo>
                <a:lnTo>
                  <a:pt x="6248" y="1737563"/>
                </a:lnTo>
                <a:lnTo>
                  <a:pt x="117856" y="1737563"/>
                </a:lnTo>
                <a:lnTo>
                  <a:pt x="117856" y="1731822"/>
                </a:lnTo>
                <a:lnTo>
                  <a:pt x="6248" y="1731822"/>
                </a:lnTo>
                <a:lnTo>
                  <a:pt x="6248" y="871651"/>
                </a:lnTo>
                <a:lnTo>
                  <a:pt x="117856" y="871651"/>
                </a:lnTo>
                <a:lnTo>
                  <a:pt x="117856" y="865911"/>
                </a:lnTo>
                <a:lnTo>
                  <a:pt x="6248" y="865911"/>
                </a:lnTo>
                <a:lnTo>
                  <a:pt x="6248" y="5740"/>
                </a:lnTo>
                <a:lnTo>
                  <a:pt x="117856" y="5740"/>
                </a:lnTo>
                <a:lnTo>
                  <a:pt x="117856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50319" y="5631898"/>
            <a:ext cx="57150" cy="81915"/>
          </a:xfrm>
          <a:custGeom>
            <a:avLst/>
            <a:gdLst/>
            <a:ahLst/>
            <a:cxnLst/>
            <a:rect l="l" t="t" r="r" b="b"/>
            <a:pathLst>
              <a:path w="57150" h="81914">
                <a:moveTo>
                  <a:pt x="33004" y="0"/>
                </a:moveTo>
                <a:lnTo>
                  <a:pt x="22002" y="0"/>
                </a:lnTo>
                <a:lnTo>
                  <a:pt x="16752" y="1559"/>
                </a:lnTo>
                <a:lnTo>
                  <a:pt x="8501" y="7787"/>
                </a:lnTo>
                <a:lnTo>
                  <a:pt x="5250" y="12225"/>
                </a:lnTo>
                <a:lnTo>
                  <a:pt x="3250" y="17960"/>
                </a:lnTo>
                <a:lnTo>
                  <a:pt x="1125" y="23706"/>
                </a:lnTo>
                <a:lnTo>
                  <a:pt x="0" y="31299"/>
                </a:lnTo>
                <a:lnTo>
                  <a:pt x="0" y="40715"/>
                </a:lnTo>
                <a:lnTo>
                  <a:pt x="464" y="49710"/>
                </a:lnTo>
                <a:lnTo>
                  <a:pt x="539" y="51164"/>
                </a:lnTo>
                <a:lnTo>
                  <a:pt x="20002" y="81384"/>
                </a:lnTo>
                <a:lnTo>
                  <a:pt x="34754" y="81384"/>
                </a:lnTo>
                <a:lnTo>
                  <a:pt x="40005" y="79824"/>
                </a:lnTo>
                <a:lnTo>
                  <a:pt x="48256" y="73550"/>
                </a:lnTo>
                <a:lnTo>
                  <a:pt x="48401" y="73344"/>
                </a:lnTo>
                <a:lnTo>
                  <a:pt x="23502" y="73344"/>
                </a:lnTo>
                <a:lnTo>
                  <a:pt x="19377" y="71176"/>
                </a:lnTo>
                <a:lnTo>
                  <a:pt x="11001" y="40715"/>
                </a:lnTo>
                <a:lnTo>
                  <a:pt x="11306" y="32812"/>
                </a:lnTo>
                <a:lnTo>
                  <a:pt x="11402" y="31299"/>
                </a:lnTo>
                <a:lnTo>
                  <a:pt x="12369" y="24337"/>
                </a:lnTo>
                <a:lnTo>
                  <a:pt x="12392" y="24173"/>
                </a:lnTo>
                <a:lnTo>
                  <a:pt x="23377" y="8097"/>
                </a:lnTo>
                <a:lnTo>
                  <a:pt x="47971" y="8097"/>
                </a:lnTo>
                <a:lnTo>
                  <a:pt x="47005" y="6778"/>
                </a:lnTo>
                <a:lnTo>
                  <a:pt x="44130" y="4300"/>
                </a:lnTo>
                <a:lnTo>
                  <a:pt x="37129" y="860"/>
                </a:lnTo>
                <a:lnTo>
                  <a:pt x="33004" y="0"/>
                </a:lnTo>
                <a:close/>
              </a:path>
              <a:path w="57150" h="81914">
                <a:moveTo>
                  <a:pt x="47971" y="8097"/>
                </a:moveTo>
                <a:lnTo>
                  <a:pt x="33254" y="8097"/>
                </a:lnTo>
                <a:lnTo>
                  <a:pt x="37379" y="10253"/>
                </a:lnTo>
                <a:lnTo>
                  <a:pt x="40755" y="14565"/>
                </a:lnTo>
                <a:lnTo>
                  <a:pt x="45755" y="40715"/>
                </a:lnTo>
                <a:lnTo>
                  <a:pt x="45428" y="49710"/>
                </a:lnTo>
                <a:lnTo>
                  <a:pt x="33254" y="73344"/>
                </a:lnTo>
                <a:lnTo>
                  <a:pt x="48401" y="73344"/>
                </a:lnTo>
                <a:lnTo>
                  <a:pt x="51381" y="69112"/>
                </a:lnTo>
                <a:lnTo>
                  <a:pt x="55631" y="57620"/>
                </a:lnTo>
                <a:lnTo>
                  <a:pt x="56632" y="50073"/>
                </a:lnTo>
                <a:lnTo>
                  <a:pt x="56521" y="31700"/>
                </a:lnTo>
                <a:lnTo>
                  <a:pt x="49381" y="10023"/>
                </a:lnTo>
                <a:lnTo>
                  <a:pt x="47971" y="8097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4" name="object 3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45306" y="4765986"/>
            <a:ext cx="161895" cy="81430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658570" y="3900073"/>
            <a:ext cx="32384" cy="80645"/>
          </a:xfrm>
          <a:custGeom>
            <a:avLst/>
            <a:gdLst/>
            <a:ahLst/>
            <a:cxnLst/>
            <a:rect l="l" t="t" r="r" b="b"/>
            <a:pathLst>
              <a:path w="32384" h="80645">
                <a:moveTo>
                  <a:pt x="32003" y="0"/>
                </a:moveTo>
                <a:lnTo>
                  <a:pt x="25128" y="0"/>
                </a:lnTo>
                <a:lnTo>
                  <a:pt x="23252" y="3440"/>
                </a:lnTo>
                <a:lnTo>
                  <a:pt x="20002" y="6996"/>
                </a:lnTo>
                <a:lnTo>
                  <a:pt x="11126" y="14336"/>
                </a:lnTo>
                <a:lnTo>
                  <a:pt x="5875" y="17432"/>
                </a:lnTo>
                <a:lnTo>
                  <a:pt x="0" y="19956"/>
                </a:lnTo>
                <a:lnTo>
                  <a:pt x="0" y="29475"/>
                </a:lnTo>
                <a:lnTo>
                  <a:pt x="21252" y="17662"/>
                </a:lnTo>
                <a:lnTo>
                  <a:pt x="21252" y="80053"/>
                </a:lnTo>
                <a:lnTo>
                  <a:pt x="32003" y="80053"/>
                </a:lnTo>
                <a:lnTo>
                  <a:pt x="32003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6" name="object 3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53557" y="3034161"/>
            <a:ext cx="153644" cy="81430"/>
          </a:xfrm>
          <a:prstGeom prst="rect">
            <a:avLst/>
          </a:prstGeom>
        </p:spPr>
      </p:pic>
      <p:sp>
        <p:nvSpPr>
          <p:cNvPr id="37" name="object 37"/>
          <p:cNvSpPr/>
          <p:nvPr/>
        </p:nvSpPr>
        <p:spPr>
          <a:xfrm>
            <a:off x="648944" y="2168249"/>
            <a:ext cx="57785" cy="80645"/>
          </a:xfrm>
          <a:custGeom>
            <a:avLst/>
            <a:gdLst/>
            <a:ahLst/>
            <a:cxnLst/>
            <a:rect l="l" t="t" r="r" b="b"/>
            <a:pathLst>
              <a:path w="57784" h="80644">
                <a:moveTo>
                  <a:pt x="38629" y="0"/>
                </a:moveTo>
                <a:lnTo>
                  <a:pt x="22002" y="0"/>
                </a:lnTo>
                <a:lnTo>
                  <a:pt x="15376" y="1949"/>
                </a:lnTo>
                <a:lnTo>
                  <a:pt x="5625" y="9863"/>
                </a:lnTo>
                <a:lnTo>
                  <a:pt x="2750" y="15597"/>
                </a:lnTo>
                <a:lnTo>
                  <a:pt x="2000" y="23052"/>
                </a:lnTo>
                <a:lnTo>
                  <a:pt x="13001" y="24084"/>
                </a:lnTo>
                <a:lnTo>
                  <a:pt x="13001" y="19038"/>
                </a:lnTo>
                <a:lnTo>
                  <a:pt x="14626" y="15139"/>
                </a:lnTo>
                <a:lnTo>
                  <a:pt x="17752" y="12386"/>
                </a:lnTo>
                <a:lnTo>
                  <a:pt x="20752" y="9519"/>
                </a:lnTo>
                <a:lnTo>
                  <a:pt x="24878" y="8143"/>
                </a:lnTo>
                <a:lnTo>
                  <a:pt x="34879" y="8143"/>
                </a:lnTo>
                <a:lnTo>
                  <a:pt x="38879" y="9404"/>
                </a:lnTo>
                <a:lnTo>
                  <a:pt x="44880" y="14795"/>
                </a:lnTo>
                <a:lnTo>
                  <a:pt x="46380" y="18006"/>
                </a:lnTo>
                <a:lnTo>
                  <a:pt x="46380" y="25575"/>
                </a:lnTo>
                <a:lnTo>
                  <a:pt x="16127" y="55166"/>
                </a:lnTo>
                <a:lnTo>
                  <a:pt x="11501" y="59180"/>
                </a:lnTo>
                <a:lnTo>
                  <a:pt x="5125" y="66061"/>
                </a:lnTo>
                <a:lnTo>
                  <a:pt x="2750" y="69617"/>
                </a:lnTo>
                <a:lnTo>
                  <a:pt x="375" y="75351"/>
                </a:lnTo>
                <a:lnTo>
                  <a:pt x="0" y="77645"/>
                </a:lnTo>
                <a:lnTo>
                  <a:pt x="0" y="80053"/>
                </a:lnTo>
                <a:lnTo>
                  <a:pt x="57507" y="80053"/>
                </a:lnTo>
                <a:lnTo>
                  <a:pt x="57507" y="70649"/>
                </a:lnTo>
                <a:lnTo>
                  <a:pt x="14876" y="70649"/>
                </a:lnTo>
                <a:lnTo>
                  <a:pt x="16002" y="68814"/>
                </a:lnTo>
                <a:lnTo>
                  <a:pt x="17502" y="67093"/>
                </a:lnTo>
                <a:lnTo>
                  <a:pt x="19377" y="65373"/>
                </a:lnTo>
                <a:lnTo>
                  <a:pt x="21127" y="63538"/>
                </a:lnTo>
                <a:lnTo>
                  <a:pt x="25253" y="60212"/>
                </a:lnTo>
                <a:lnTo>
                  <a:pt x="39379" y="49316"/>
                </a:lnTo>
                <a:lnTo>
                  <a:pt x="44880" y="44614"/>
                </a:lnTo>
                <a:lnTo>
                  <a:pt x="51381" y="37847"/>
                </a:lnTo>
                <a:lnTo>
                  <a:pt x="53756" y="34636"/>
                </a:lnTo>
                <a:lnTo>
                  <a:pt x="56632" y="28443"/>
                </a:lnTo>
                <a:lnTo>
                  <a:pt x="57382" y="25346"/>
                </a:lnTo>
                <a:lnTo>
                  <a:pt x="57382" y="15827"/>
                </a:lnTo>
                <a:lnTo>
                  <a:pt x="54881" y="10551"/>
                </a:lnTo>
                <a:lnTo>
                  <a:pt x="45130" y="2064"/>
                </a:lnTo>
                <a:lnTo>
                  <a:pt x="3862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8" name="object 3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43931" y="1302336"/>
            <a:ext cx="163270" cy="81430"/>
          </a:xfrm>
          <a:prstGeom prst="rect">
            <a:avLst/>
          </a:prstGeom>
        </p:spPr>
      </p:pic>
      <p:sp>
        <p:nvSpPr>
          <p:cNvPr id="39" name="object 39"/>
          <p:cNvSpPr/>
          <p:nvPr/>
        </p:nvSpPr>
        <p:spPr>
          <a:xfrm>
            <a:off x="650444" y="436424"/>
            <a:ext cx="57150" cy="81915"/>
          </a:xfrm>
          <a:custGeom>
            <a:avLst/>
            <a:gdLst/>
            <a:ahLst/>
            <a:cxnLst/>
            <a:rect l="l" t="t" r="r" b="b"/>
            <a:pathLst>
              <a:path w="57150" h="81915">
                <a:moveTo>
                  <a:pt x="31878" y="0"/>
                </a:moveTo>
                <a:lnTo>
                  <a:pt x="20252" y="0"/>
                </a:lnTo>
                <a:lnTo>
                  <a:pt x="14501" y="1835"/>
                </a:lnTo>
                <a:lnTo>
                  <a:pt x="5250" y="9060"/>
                </a:lnTo>
                <a:lnTo>
                  <a:pt x="2375" y="14106"/>
                </a:lnTo>
                <a:lnTo>
                  <a:pt x="1000" y="20644"/>
                </a:lnTo>
                <a:lnTo>
                  <a:pt x="11626" y="22364"/>
                </a:lnTo>
                <a:lnTo>
                  <a:pt x="12501" y="17662"/>
                </a:lnTo>
                <a:lnTo>
                  <a:pt x="14251" y="13992"/>
                </a:lnTo>
                <a:lnTo>
                  <a:pt x="19752" y="9289"/>
                </a:lnTo>
                <a:lnTo>
                  <a:pt x="23252" y="8028"/>
                </a:lnTo>
                <a:lnTo>
                  <a:pt x="31628" y="8028"/>
                </a:lnTo>
                <a:lnTo>
                  <a:pt x="35004" y="9175"/>
                </a:lnTo>
                <a:lnTo>
                  <a:pt x="40255" y="13877"/>
                </a:lnTo>
                <a:lnTo>
                  <a:pt x="41630" y="16859"/>
                </a:lnTo>
                <a:lnTo>
                  <a:pt x="41630" y="25002"/>
                </a:lnTo>
                <a:lnTo>
                  <a:pt x="39754" y="28328"/>
                </a:lnTo>
                <a:lnTo>
                  <a:pt x="32504" y="32686"/>
                </a:lnTo>
                <a:lnTo>
                  <a:pt x="28378" y="33833"/>
                </a:lnTo>
                <a:lnTo>
                  <a:pt x="23877" y="33833"/>
                </a:lnTo>
                <a:lnTo>
                  <a:pt x="22127" y="33718"/>
                </a:lnTo>
                <a:lnTo>
                  <a:pt x="21002" y="42320"/>
                </a:lnTo>
                <a:lnTo>
                  <a:pt x="24003" y="41517"/>
                </a:lnTo>
                <a:lnTo>
                  <a:pt x="26503" y="41173"/>
                </a:lnTo>
                <a:lnTo>
                  <a:pt x="33504" y="41173"/>
                </a:lnTo>
                <a:lnTo>
                  <a:pt x="37504" y="42664"/>
                </a:lnTo>
                <a:lnTo>
                  <a:pt x="43880" y="48514"/>
                </a:lnTo>
                <a:lnTo>
                  <a:pt x="45505" y="52184"/>
                </a:lnTo>
                <a:lnTo>
                  <a:pt x="45505" y="61359"/>
                </a:lnTo>
                <a:lnTo>
                  <a:pt x="43755" y="65373"/>
                </a:lnTo>
                <a:lnTo>
                  <a:pt x="36879" y="71796"/>
                </a:lnTo>
                <a:lnTo>
                  <a:pt x="32629" y="73287"/>
                </a:lnTo>
                <a:lnTo>
                  <a:pt x="23377" y="73287"/>
                </a:lnTo>
                <a:lnTo>
                  <a:pt x="19877" y="72140"/>
                </a:lnTo>
                <a:lnTo>
                  <a:pt x="13876" y="67208"/>
                </a:lnTo>
                <a:lnTo>
                  <a:pt x="11876" y="63194"/>
                </a:lnTo>
                <a:lnTo>
                  <a:pt x="10626" y="57689"/>
                </a:lnTo>
                <a:lnTo>
                  <a:pt x="0" y="58950"/>
                </a:lnTo>
                <a:lnTo>
                  <a:pt x="625" y="65602"/>
                </a:lnTo>
                <a:lnTo>
                  <a:pt x="3500" y="70993"/>
                </a:lnTo>
                <a:lnTo>
                  <a:pt x="13626" y="79365"/>
                </a:lnTo>
                <a:lnTo>
                  <a:pt x="20002" y="81430"/>
                </a:lnTo>
                <a:lnTo>
                  <a:pt x="36004" y="81430"/>
                </a:lnTo>
                <a:lnTo>
                  <a:pt x="43005" y="79021"/>
                </a:lnTo>
                <a:lnTo>
                  <a:pt x="54131" y="69387"/>
                </a:lnTo>
                <a:lnTo>
                  <a:pt x="56882" y="63423"/>
                </a:lnTo>
                <a:lnTo>
                  <a:pt x="56882" y="51381"/>
                </a:lnTo>
                <a:lnTo>
                  <a:pt x="55381" y="47023"/>
                </a:lnTo>
                <a:lnTo>
                  <a:pt x="49756" y="40256"/>
                </a:lnTo>
                <a:lnTo>
                  <a:pt x="45755" y="37962"/>
                </a:lnTo>
                <a:lnTo>
                  <a:pt x="40630" y="36815"/>
                </a:lnTo>
                <a:lnTo>
                  <a:pt x="44505" y="35209"/>
                </a:lnTo>
                <a:lnTo>
                  <a:pt x="47505" y="32916"/>
                </a:lnTo>
                <a:lnTo>
                  <a:pt x="51631" y="27296"/>
                </a:lnTo>
                <a:lnTo>
                  <a:pt x="52631" y="24199"/>
                </a:lnTo>
                <a:lnTo>
                  <a:pt x="52631" y="17088"/>
                </a:lnTo>
                <a:lnTo>
                  <a:pt x="51506" y="13648"/>
                </a:lnTo>
                <a:lnTo>
                  <a:pt x="47255" y="7225"/>
                </a:lnTo>
                <a:lnTo>
                  <a:pt x="44255" y="4702"/>
                </a:lnTo>
                <a:lnTo>
                  <a:pt x="36254" y="917"/>
                </a:lnTo>
                <a:lnTo>
                  <a:pt x="31878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0" name="object 4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64408" y="2115721"/>
            <a:ext cx="125390" cy="1913952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788836" y="325977"/>
            <a:ext cx="304165" cy="120650"/>
            <a:chOff x="788836" y="325977"/>
            <a:chExt cx="304165" cy="120650"/>
          </a:xfrm>
        </p:grpSpPr>
        <p:sp>
          <p:nvSpPr>
            <p:cNvPr id="42" name="object 42"/>
            <p:cNvSpPr/>
            <p:nvPr/>
          </p:nvSpPr>
          <p:spPr>
            <a:xfrm>
              <a:off x="788836" y="390433"/>
              <a:ext cx="60960" cy="55880"/>
            </a:xfrm>
            <a:custGeom>
              <a:avLst/>
              <a:gdLst/>
              <a:ahLst/>
              <a:cxnLst/>
              <a:rect l="l" t="t" r="r" b="b"/>
              <a:pathLst>
                <a:path w="60959" h="55879">
                  <a:moveTo>
                    <a:pt x="59007" y="0"/>
                  </a:moveTo>
                  <a:lnTo>
                    <a:pt x="57882" y="0"/>
                  </a:lnTo>
                  <a:lnTo>
                    <a:pt x="57257" y="229"/>
                  </a:lnTo>
                  <a:lnTo>
                    <a:pt x="56507" y="688"/>
                  </a:lnTo>
                  <a:lnTo>
                    <a:pt x="30503" y="24658"/>
                  </a:lnTo>
                  <a:lnTo>
                    <a:pt x="4375" y="688"/>
                  </a:lnTo>
                  <a:lnTo>
                    <a:pt x="3750" y="229"/>
                  </a:lnTo>
                  <a:lnTo>
                    <a:pt x="3125" y="0"/>
                  </a:lnTo>
                  <a:lnTo>
                    <a:pt x="1875" y="0"/>
                  </a:lnTo>
                  <a:lnTo>
                    <a:pt x="1250" y="229"/>
                  </a:lnTo>
                  <a:lnTo>
                    <a:pt x="250" y="1146"/>
                  </a:lnTo>
                  <a:lnTo>
                    <a:pt x="0" y="1720"/>
                  </a:lnTo>
                  <a:lnTo>
                    <a:pt x="0" y="2981"/>
                  </a:lnTo>
                  <a:lnTo>
                    <a:pt x="250" y="3440"/>
                  </a:lnTo>
                  <a:lnTo>
                    <a:pt x="26878" y="27869"/>
                  </a:lnTo>
                  <a:lnTo>
                    <a:pt x="625" y="51840"/>
                  </a:lnTo>
                  <a:lnTo>
                    <a:pt x="250" y="52298"/>
                  </a:lnTo>
                  <a:lnTo>
                    <a:pt x="0" y="52872"/>
                  </a:lnTo>
                  <a:lnTo>
                    <a:pt x="0" y="53445"/>
                  </a:lnTo>
                  <a:lnTo>
                    <a:pt x="0" y="54019"/>
                  </a:lnTo>
                  <a:lnTo>
                    <a:pt x="250" y="54477"/>
                  </a:lnTo>
                  <a:lnTo>
                    <a:pt x="1250" y="55510"/>
                  </a:lnTo>
                  <a:lnTo>
                    <a:pt x="1875" y="55739"/>
                  </a:lnTo>
                  <a:lnTo>
                    <a:pt x="3125" y="55739"/>
                  </a:lnTo>
                  <a:lnTo>
                    <a:pt x="3875" y="55510"/>
                  </a:lnTo>
                  <a:lnTo>
                    <a:pt x="4375" y="54936"/>
                  </a:lnTo>
                  <a:lnTo>
                    <a:pt x="30503" y="31081"/>
                  </a:lnTo>
                  <a:lnTo>
                    <a:pt x="57132" y="55510"/>
                  </a:lnTo>
                  <a:lnTo>
                    <a:pt x="57757" y="55739"/>
                  </a:lnTo>
                  <a:lnTo>
                    <a:pt x="59007" y="55739"/>
                  </a:lnTo>
                  <a:lnTo>
                    <a:pt x="59632" y="55510"/>
                  </a:lnTo>
                  <a:lnTo>
                    <a:pt x="60632" y="54592"/>
                  </a:lnTo>
                  <a:lnTo>
                    <a:pt x="60882" y="54133"/>
                  </a:lnTo>
                  <a:lnTo>
                    <a:pt x="60882" y="52872"/>
                  </a:lnTo>
                  <a:lnTo>
                    <a:pt x="60632" y="52298"/>
                  </a:lnTo>
                  <a:lnTo>
                    <a:pt x="60257" y="51840"/>
                  </a:lnTo>
                  <a:lnTo>
                    <a:pt x="34004" y="27869"/>
                  </a:lnTo>
                  <a:lnTo>
                    <a:pt x="60632" y="3440"/>
                  </a:lnTo>
                  <a:lnTo>
                    <a:pt x="60882" y="2981"/>
                  </a:lnTo>
                  <a:lnTo>
                    <a:pt x="60882" y="1720"/>
                  </a:lnTo>
                  <a:lnTo>
                    <a:pt x="60632" y="1146"/>
                  </a:lnTo>
                  <a:lnTo>
                    <a:pt x="59632" y="229"/>
                  </a:lnTo>
                  <a:lnTo>
                    <a:pt x="59007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81098" y="325977"/>
              <a:ext cx="211901" cy="119622"/>
            </a:xfrm>
            <a:prstGeom prst="rect">
              <a:avLst/>
            </a:prstGeom>
          </p:spPr>
        </p:pic>
      </p:grpSp>
      <p:pic>
        <p:nvPicPr>
          <p:cNvPr id="44" name="object 4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919353" y="328959"/>
            <a:ext cx="2859482" cy="114919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729704" y="1305777"/>
            <a:ext cx="11242675" cy="4401820"/>
            <a:chOff x="729704" y="1305777"/>
            <a:chExt cx="11242675" cy="4401820"/>
          </a:xfrm>
        </p:grpSpPr>
        <p:sp>
          <p:nvSpPr>
            <p:cNvPr id="46" name="object 46"/>
            <p:cNvSpPr/>
            <p:nvPr/>
          </p:nvSpPr>
          <p:spPr>
            <a:xfrm>
              <a:off x="770334" y="2339367"/>
              <a:ext cx="11161395" cy="3331210"/>
            </a:xfrm>
            <a:custGeom>
              <a:avLst/>
              <a:gdLst/>
              <a:ahLst/>
              <a:cxnLst/>
              <a:rect l="l" t="t" r="r" b="b"/>
              <a:pathLst>
                <a:path w="11161395" h="3331210">
                  <a:moveTo>
                    <a:pt x="0" y="3330860"/>
                  </a:moveTo>
                  <a:lnTo>
                    <a:pt x="1116139" y="2997742"/>
                  </a:lnTo>
                  <a:lnTo>
                    <a:pt x="2232279" y="2664601"/>
                  </a:lnTo>
                  <a:lnTo>
                    <a:pt x="3348418" y="2331540"/>
                  </a:lnTo>
                  <a:lnTo>
                    <a:pt x="4464558" y="1998479"/>
                  </a:lnTo>
                  <a:lnTo>
                    <a:pt x="5580697" y="1665304"/>
                  </a:lnTo>
                  <a:lnTo>
                    <a:pt x="6696836" y="1332243"/>
                  </a:lnTo>
                  <a:lnTo>
                    <a:pt x="7812976" y="999182"/>
                  </a:lnTo>
                  <a:lnTo>
                    <a:pt x="8929116" y="666121"/>
                  </a:lnTo>
                  <a:lnTo>
                    <a:pt x="10045255" y="333060"/>
                  </a:lnTo>
                  <a:lnTo>
                    <a:pt x="11161394" y="0"/>
                  </a:lnTo>
                </a:path>
              </a:pathLst>
            </a:custGeom>
            <a:ln w="5776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732829" y="2304960"/>
              <a:ext cx="11236960" cy="3399790"/>
            </a:xfrm>
            <a:custGeom>
              <a:avLst/>
              <a:gdLst/>
              <a:ahLst/>
              <a:cxnLst/>
              <a:rect l="l" t="t" r="r" b="b"/>
              <a:pathLst>
                <a:path w="11236960" h="3399790">
                  <a:moveTo>
                    <a:pt x="37504" y="3330849"/>
                  </a:moveTo>
                  <a:lnTo>
                    <a:pt x="37504" y="3399663"/>
                  </a:lnTo>
                </a:path>
                <a:path w="11236960" h="3399790">
                  <a:moveTo>
                    <a:pt x="0" y="3365256"/>
                  </a:moveTo>
                  <a:lnTo>
                    <a:pt x="75009" y="3365256"/>
                  </a:lnTo>
                </a:path>
                <a:path w="11236960" h="3399790">
                  <a:moveTo>
                    <a:pt x="11001" y="3340930"/>
                  </a:moveTo>
                  <a:lnTo>
                    <a:pt x="64007" y="3389593"/>
                  </a:lnTo>
                </a:path>
                <a:path w="11236960" h="3399790">
                  <a:moveTo>
                    <a:pt x="11001" y="3389593"/>
                  </a:moveTo>
                  <a:lnTo>
                    <a:pt x="64007" y="3340930"/>
                  </a:lnTo>
                </a:path>
                <a:path w="11236960" h="3399790">
                  <a:moveTo>
                    <a:pt x="1153644" y="2997742"/>
                  </a:moveTo>
                  <a:lnTo>
                    <a:pt x="1153644" y="3066556"/>
                  </a:lnTo>
                </a:path>
                <a:path w="11236960" h="3399790">
                  <a:moveTo>
                    <a:pt x="1116139" y="3032149"/>
                  </a:moveTo>
                  <a:lnTo>
                    <a:pt x="1191148" y="3032149"/>
                  </a:lnTo>
                </a:path>
                <a:path w="11236960" h="3399790">
                  <a:moveTo>
                    <a:pt x="1127140" y="3007823"/>
                  </a:moveTo>
                  <a:lnTo>
                    <a:pt x="1180147" y="3056487"/>
                  </a:lnTo>
                </a:path>
                <a:path w="11236960" h="3399790">
                  <a:moveTo>
                    <a:pt x="1127140" y="3056487"/>
                  </a:moveTo>
                  <a:lnTo>
                    <a:pt x="1180147" y="3007823"/>
                  </a:lnTo>
                </a:path>
                <a:path w="11236960" h="3399790">
                  <a:moveTo>
                    <a:pt x="2269783" y="2664601"/>
                  </a:moveTo>
                  <a:lnTo>
                    <a:pt x="2269783" y="2733415"/>
                  </a:lnTo>
                </a:path>
                <a:path w="11236960" h="3399790">
                  <a:moveTo>
                    <a:pt x="2232279" y="2699008"/>
                  </a:moveTo>
                  <a:lnTo>
                    <a:pt x="2307288" y="2699008"/>
                  </a:lnTo>
                </a:path>
                <a:path w="11236960" h="3399790">
                  <a:moveTo>
                    <a:pt x="2243280" y="2674694"/>
                  </a:moveTo>
                  <a:lnTo>
                    <a:pt x="2296287" y="2723323"/>
                  </a:lnTo>
                </a:path>
                <a:path w="11236960" h="3399790">
                  <a:moveTo>
                    <a:pt x="2243280" y="2723323"/>
                  </a:moveTo>
                  <a:lnTo>
                    <a:pt x="2296287" y="2674694"/>
                  </a:lnTo>
                </a:path>
                <a:path w="11236960" h="3399790">
                  <a:moveTo>
                    <a:pt x="3385923" y="2331540"/>
                  </a:moveTo>
                  <a:lnTo>
                    <a:pt x="3385923" y="2400354"/>
                  </a:lnTo>
                </a:path>
                <a:path w="11236960" h="3399790">
                  <a:moveTo>
                    <a:pt x="3348418" y="2365947"/>
                  </a:moveTo>
                  <a:lnTo>
                    <a:pt x="3423427" y="2365947"/>
                  </a:lnTo>
                </a:path>
                <a:path w="11236960" h="3399790">
                  <a:moveTo>
                    <a:pt x="3359419" y="2341633"/>
                  </a:moveTo>
                  <a:lnTo>
                    <a:pt x="3412426" y="2390262"/>
                  </a:lnTo>
                </a:path>
                <a:path w="11236960" h="3399790">
                  <a:moveTo>
                    <a:pt x="3359419" y="2390262"/>
                  </a:moveTo>
                  <a:lnTo>
                    <a:pt x="3412426" y="2341633"/>
                  </a:lnTo>
                </a:path>
                <a:path w="11236960" h="3399790">
                  <a:moveTo>
                    <a:pt x="4502062" y="1998479"/>
                  </a:moveTo>
                  <a:lnTo>
                    <a:pt x="4502062" y="2067294"/>
                  </a:lnTo>
                </a:path>
                <a:path w="11236960" h="3399790">
                  <a:moveTo>
                    <a:pt x="4464558" y="2032886"/>
                  </a:moveTo>
                  <a:lnTo>
                    <a:pt x="4539567" y="2032886"/>
                  </a:lnTo>
                </a:path>
                <a:path w="11236960" h="3399790">
                  <a:moveTo>
                    <a:pt x="4475559" y="2008572"/>
                  </a:moveTo>
                  <a:lnTo>
                    <a:pt x="4528566" y="2057201"/>
                  </a:lnTo>
                </a:path>
                <a:path w="11236960" h="3399790">
                  <a:moveTo>
                    <a:pt x="4475559" y="2057201"/>
                  </a:moveTo>
                  <a:lnTo>
                    <a:pt x="4528566" y="2008572"/>
                  </a:lnTo>
                </a:path>
                <a:path w="11236960" h="3399790">
                  <a:moveTo>
                    <a:pt x="5618202" y="1665304"/>
                  </a:moveTo>
                  <a:lnTo>
                    <a:pt x="5618202" y="1734118"/>
                  </a:lnTo>
                </a:path>
                <a:path w="11236960" h="3399790">
                  <a:moveTo>
                    <a:pt x="5580697" y="1699711"/>
                  </a:moveTo>
                  <a:lnTo>
                    <a:pt x="5655706" y="1699711"/>
                  </a:lnTo>
                </a:path>
                <a:path w="11236960" h="3399790">
                  <a:moveTo>
                    <a:pt x="5591698" y="1675397"/>
                  </a:moveTo>
                  <a:lnTo>
                    <a:pt x="5644705" y="1724140"/>
                  </a:lnTo>
                </a:path>
                <a:path w="11236960" h="3399790">
                  <a:moveTo>
                    <a:pt x="5591698" y="1724140"/>
                  </a:moveTo>
                  <a:lnTo>
                    <a:pt x="5644705" y="1675397"/>
                  </a:lnTo>
                </a:path>
                <a:path w="11236960" h="3399790">
                  <a:moveTo>
                    <a:pt x="6734341" y="1332243"/>
                  </a:moveTo>
                  <a:lnTo>
                    <a:pt x="6734341" y="1401057"/>
                  </a:lnTo>
                </a:path>
                <a:path w="11236960" h="3399790">
                  <a:moveTo>
                    <a:pt x="6696836" y="1366650"/>
                  </a:moveTo>
                  <a:lnTo>
                    <a:pt x="6771846" y="1366650"/>
                  </a:lnTo>
                </a:path>
                <a:path w="11236960" h="3399790">
                  <a:moveTo>
                    <a:pt x="6707838" y="1342336"/>
                  </a:moveTo>
                  <a:lnTo>
                    <a:pt x="6760844" y="1390964"/>
                  </a:lnTo>
                </a:path>
                <a:path w="11236960" h="3399790">
                  <a:moveTo>
                    <a:pt x="6707838" y="1390964"/>
                  </a:moveTo>
                  <a:lnTo>
                    <a:pt x="6760844" y="1342336"/>
                  </a:lnTo>
                </a:path>
                <a:path w="11236960" h="3399790">
                  <a:moveTo>
                    <a:pt x="7850481" y="999182"/>
                  </a:moveTo>
                  <a:lnTo>
                    <a:pt x="7850481" y="1067996"/>
                  </a:lnTo>
                </a:path>
                <a:path w="11236960" h="3399790">
                  <a:moveTo>
                    <a:pt x="7812976" y="1033589"/>
                  </a:moveTo>
                  <a:lnTo>
                    <a:pt x="7887985" y="1033589"/>
                  </a:lnTo>
                </a:path>
                <a:path w="11236960" h="3399790">
                  <a:moveTo>
                    <a:pt x="7823977" y="1009275"/>
                  </a:moveTo>
                  <a:lnTo>
                    <a:pt x="7876984" y="1057904"/>
                  </a:lnTo>
                </a:path>
                <a:path w="11236960" h="3399790">
                  <a:moveTo>
                    <a:pt x="7823977" y="1057904"/>
                  </a:moveTo>
                  <a:lnTo>
                    <a:pt x="7876984" y="1009275"/>
                  </a:lnTo>
                </a:path>
                <a:path w="11236960" h="3399790">
                  <a:moveTo>
                    <a:pt x="8966620" y="666121"/>
                  </a:moveTo>
                  <a:lnTo>
                    <a:pt x="8966620" y="734935"/>
                  </a:lnTo>
                </a:path>
                <a:path w="11236960" h="3399790">
                  <a:moveTo>
                    <a:pt x="8929116" y="700528"/>
                  </a:moveTo>
                  <a:lnTo>
                    <a:pt x="9004125" y="700528"/>
                  </a:lnTo>
                </a:path>
                <a:path w="11236960" h="3399790">
                  <a:moveTo>
                    <a:pt x="8940117" y="676214"/>
                  </a:moveTo>
                  <a:lnTo>
                    <a:pt x="8993124" y="724843"/>
                  </a:lnTo>
                </a:path>
                <a:path w="11236960" h="3399790">
                  <a:moveTo>
                    <a:pt x="8940117" y="724843"/>
                  </a:moveTo>
                  <a:lnTo>
                    <a:pt x="8993124" y="676214"/>
                  </a:lnTo>
                </a:path>
                <a:path w="11236960" h="3399790">
                  <a:moveTo>
                    <a:pt x="10082760" y="333060"/>
                  </a:moveTo>
                  <a:lnTo>
                    <a:pt x="10082760" y="401875"/>
                  </a:lnTo>
                </a:path>
                <a:path w="11236960" h="3399790">
                  <a:moveTo>
                    <a:pt x="10045255" y="367467"/>
                  </a:moveTo>
                  <a:lnTo>
                    <a:pt x="10120264" y="367467"/>
                  </a:lnTo>
                </a:path>
                <a:path w="11236960" h="3399790">
                  <a:moveTo>
                    <a:pt x="10056256" y="343153"/>
                  </a:moveTo>
                  <a:lnTo>
                    <a:pt x="10109263" y="391782"/>
                  </a:lnTo>
                </a:path>
                <a:path w="11236960" h="3399790">
                  <a:moveTo>
                    <a:pt x="10056256" y="391782"/>
                  </a:moveTo>
                  <a:lnTo>
                    <a:pt x="10109263" y="343153"/>
                  </a:lnTo>
                </a:path>
                <a:path w="11236960" h="3399790">
                  <a:moveTo>
                    <a:pt x="11198899" y="0"/>
                  </a:moveTo>
                  <a:lnTo>
                    <a:pt x="11198899" y="68814"/>
                  </a:lnTo>
                </a:path>
                <a:path w="11236960" h="3399790">
                  <a:moveTo>
                    <a:pt x="11161394" y="34407"/>
                  </a:moveTo>
                  <a:lnTo>
                    <a:pt x="11236404" y="34407"/>
                  </a:lnTo>
                </a:path>
                <a:path w="11236960" h="3399790">
                  <a:moveTo>
                    <a:pt x="11172396" y="10092"/>
                  </a:moveTo>
                  <a:lnTo>
                    <a:pt x="11225403" y="58721"/>
                  </a:lnTo>
                </a:path>
                <a:path w="11236960" h="3399790">
                  <a:moveTo>
                    <a:pt x="11172396" y="58721"/>
                  </a:moveTo>
                  <a:lnTo>
                    <a:pt x="11225403" y="10092"/>
                  </a:lnTo>
                </a:path>
              </a:pathLst>
            </a:custGeom>
            <a:ln w="599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770334" y="1673245"/>
              <a:ext cx="11161395" cy="3997325"/>
            </a:xfrm>
            <a:custGeom>
              <a:avLst/>
              <a:gdLst/>
              <a:ahLst/>
              <a:cxnLst/>
              <a:rect l="l" t="t" r="r" b="b"/>
              <a:pathLst>
                <a:path w="11161395" h="3997325">
                  <a:moveTo>
                    <a:pt x="0" y="3996982"/>
                  </a:moveTo>
                  <a:lnTo>
                    <a:pt x="1116139" y="3597252"/>
                  </a:lnTo>
                  <a:lnTo>
                    <a:pt x="2232279" y="3197567"/>
                  </a:lnTo>
                  <a:lnTo>
                    <a:pt x="3348418" y="2797757"/>
                  </a:lnTo>
                  <a:lnTo>
                    <a:pt x="4464558" y="2398061"/>
                  </a:lnTo>
                  <a:lnTo>
                    <a:pt x="5580697" y="1998365"/>
                  </a:lnTo>
                  <a:lnTo>
                    <a:pt x="6696836" y="1598669"/>
                  </a:lnTo>
                  <a:lnTo>
                    <a:pt x="7812976" y="1198973"/>
                  </a:lnTo>
                  <a:lnTo>
                    <a:pt x="8929116" y="799277"/>
                  </a:lnTo>
                  <a:lnTo>
                    <a:pt x="10045255" y="399695"/>
                  </a:lnTo>
                  <a:lnTo>
                    <a:pt x="11161394" y="0"/>
                  </a:lnTo>
                </a:path>
              </a:pathLst>
            </a:custGeom>
            <a:ln w="579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29704" y="5632942"/>
              <a:ext cx="81260" cy="7454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961983" y="4833538"/>
              <a:ext cx="81260" cy="74548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845843" y="5233223"/>
              <a:ext cx="81260" cy="7454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078123" y="4433728"/>
              <a:ext cx="81260" cy="7454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194262" y="4034032"/>
              <a:ext cx="81260" cy="7454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310402" y="3634336"/>
              <a:ext cx="81260" cy="7454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426542" y="3234640"/>
              <a:ext cx="81260" cy="74548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542680" y="2834944"/>
              <a:ext cx="81260" cy="7454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774960" y="2035667"/>
              <a:ext cx="81260" cy="745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658820" y="2435248"/>
              <a:ext cx="81260" cy="74548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891099" y="1635971"/>
              <a:ext cx="81260" cy="74548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770334" y="1340184"/>
              <a:ext cx="11161395" cy="4330065"/>
            </a:xfrm>
            <a:custGeom>
              <a:avLst/>
              <a:gdLst/>
              <a:ahLst/>
              <a:cxnLst/>
              <a:rect l="l" t="t" r="r" b="b"/>
              <a:pathLst>
                <a:path w="11161395" h="4330065">
                  <a:moveTo>
                    <a:pt x="0" y="4330043"/>
                  </a:moveTo>
                  <a:lnTo>
                    <a:pt x="1116139" y="3896995"/>
                  </a:lnTo>
                  <a:lnTo>
                    <a:pt x="2232279" y="3463993"/>
                  </a:lnTo>
                  <a:lnTo>
                    <a:pt x="3348418" y="3030922"/>
                  </a:lnTo>
                  <a:lnTo>
                    <a:pt x="4464558" y="2597966"/>
                  </a:lnTo>
                  <a:lnTo>
                    <a:pt x="5580697" y="2164895"/>
                  </a:lnTo>
                  <a:lnTo>
                    <a:pt x="6696836" y="1731939"/>
                  </a:lnTo>
                  <a:lnTo>
                    <a:pt x="7812976" y="1298868"/>
                  </a:lnTo>
                  <a:lnTo>
                    <a:pt x="8929116" y="865912"/>
                  </a:lnTo>
                  <a:lnTo>
                    <a:pt x="10045255" y="432956"/>
                  </a:lnTo>
                  <a:lnTo>
                    <a:pt x="11161394" y="0"/>
                  </a:lnTo>
                </a:path>
              </a:pathLst>
            </a:custGeom>
            <a:ln w="580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732829" y="1305777"/>
              <a:ext cx="11236960" cy="4399280"/>
            </a:xfrm>
            <a:custGeom>
              <a:avLst/>
              <a:gdLst/>
              <a:ahLst/>
              <a:cxnLst/>
              <a:rect l="l" t="t" r="r" b="b"/>
              <a:pathLst>
                <a:path w="11236960" h="4399280">
                  <a:moveTo>
                    <a:pt x="37504" y="4330032"/>
                  </a:moveTo>
                  <a:lnTo>
                    <a:pt x="37504" y="4398846"/>
                  </a:lnTo>
                </a:path>
                <a:path w="11236960" h="4399280">
                  <a:moveTo>
                    <a:pt x="0" y="4364439"/>
                  </a:moveTo>
                  <a:lnTo>
                    <a:pt x="75009" y="4364439"/>
                  </a:lnTo>
                </a:path>
                <a:path w="11236960" h="4399280">
                  <a:moveTo>
                    <a:pt x="1153644" y="3896949"/>
                  </a:moveTo>
                  <a:lnTo>
                    <a:pt x="1153644" y="3965809"/>
                  </a:lnTo>
                </a:path>
                <a:path w="11236960" h="4399280">
                  <a:moveTo>
                    <a:pt x="1116139" y="3931402"/>
                  </a:moveTo>
                  <a:lnTo>
                    <a:pt x="1191148" y="3931402"/>
                  </a:lnTo>
                </a:path>
                <a:path w="11236960" h="4399280">
                  <a:moveTo>
                    <a:pt x="2269783" y="3463993"/>
                  </a:moveTo>
                  <a:lnTo>
                    <a:pt x="2269783" y="3532807"/>
                  </a:lnTo>
                </a:path>
                <a:path w="11236960" h="4399280">
                  <a:moveTo>
                    <a:pt x="2232279" y="3498400"/>
                  </a:moveTo>
                  <a:lnTo>
                    <a:pt x="2307288" y="3498400"/>
                  </a:lnTo>
                </a:path>
                <a:path w="11236960" h="4399280">
                  <a:moveTo>
                    <a:pt x="3385923" y="3030922"/>
                  </a:moveTo>
                  <a:lnTo>
                    <a:pt x="3385923" y="3099736"/>
                  </a:lnTo>
                </a:path>
                <a:path w="11236960" h="4399280">
                  <a:moveTo>
                    <a:pt x="3348418" y="3065329"/>
                  </a:moveTo>
                  <a:lnTo>
                    <a:pt x="3423427" y="3065329"/>
                  </a:lnTo>
                </a:path>
                <a:path w="11236960" h="4399280">
                  <a:moveTo>
                    <a:pt x="4502062" y="2597966"/>
                  </a:moveTo>
                  <a:lnTo>
                    <a:pt x="4502062" y="2666780"/>
                  </a:lnTo>
                </a:path>
                <a:path w="11236960" h="4399280">
                  <a:moveTo>
                    <a:pt x="4464558" y="2632373"/>
                  </a:moveTo>
                  <a:lnTo>
                    <a:pt x="4539567" y="2632373"/>
                  </a:lnTo>
                </a:path>
                <a:path w="11236960" h="4399280">
                  <a:moveTo>
                    <a:pt x="5618202" y="2164895"/>
                  </a:moveTo>
                  <a:lnTo>
                    <a:pt x="5618202" y="2233709"/>
                  </a:lnTo>
                </a:path>
                <a:path w="11236960" h="4399280">
                  <a:moveTo>
                    <a:pt x="5580697" y="2199302"/>
                  </a:moveTo>
                  <a:lnTo>
                    <a:pt x="5655706" y="2199302"/>
                  </a:lnTo>
                </a:path>
                <a:path w="11236960" h="4399280">
                  <a:moveTo>
                    <a:pt x="6734341" y="1731939"/>
                  </a:moveTo>
                  <a:lnTo>
                    <a:pt x="6734341" y="1800753"/>
                  </a:lnTo>
                </a:path>
                <a:path w="11236960" h="4399280">
                  <a:moveTo>
                    <a:pt x="6696836" y="1766346"/>
                  </a:moveTo>
                  <a:lnTo>
                    <a:pt x="6771846" y="1766346"/>
                  </a:lnTo>
                </a:path>
                <a:path w="11236960" h="4399280">
                  <a:moveTo>
                    <a:pt x="7850481" y="1298868"/>
                  </a:moveTo>
                  <a:lnTo>
                    <a:pt x="7850481" y="1367682"/>
                  </a:lnTo>
                </a:path>
                <a:path w="11236960" h="4399280">
                  <a:moveTo>
                    <a:pt x="7812976" y="1333275"/>
                  </a:moveTo>
                  <a:lnTo>
                    <a:pt x="7887985" y="1333275"/>
                  </a:lnTo>
                </a:path>
                <a:path w="11236960" h="4399280">
                  <a:moveTo>
                    <a:pt x="8966620" y="865912"/>
                  </a:moveTo>
                  <a:lnTo>
                    <a:pt x="8966620" y="934726"/>
                  </a:lnTo>
                </a:path>
                <a:path w="11236960" h="4399280">
                  <a:moveTo>
                    <a:pt x="8929116" y="900319"/>
                  </a:moveTo>
                  <a:lnTo>
                    <a:pt x="9004125" y="900319"/>
                  </a:lnTo>
                </a:path>
                <a:path w="11236960" h="4399280">
                  <a:moveTo>
                    <a:pt x="10082760" y="432956"/>
                  </a:moveTo>
                  <a:lnTo>
                    <a:pt x="10082760" y="501770"/>
                  </a:lnTo>
                </a:path>
                <a:path w="11236960" h="4399280">
                  <a:moveTo>
                    <a:pt x="10045255" y="467363"/>
                  </a:moveTo>
                  <a:lnTo>
                    <a:pt x="10120264" y="467363"/>
                  </a:lnTo>
                </a:path>
                <a:path w="11236960" h="4399280">
                  <a:moveTo>
                    <a:pt x="11198899" y="0"/>
                  </a:moveTo>
                  <a:lnTo>
                    <a:pt x="11198899" y="68814"/>
                  </a:lnTo>
                </a:path>
                <a:path w="11236960" h="4399280">
                  <a:moveTo>
                    <a:pt x="11161394" y="34407"/>
                  </a:moveTo>
                  <a:lnTo>
                    <a:pt x="11236404" y="34407"/>
                  </a:lnTo>
                </a:path>
              </a:pathLst>
            </a:custGeom>
            <a:ln w="599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770334" y="3172019"/>
              <a:ext cx="11161395" cy="2498725"/>
            </a:xfrm>
            <a:custGeom>
              <a:avLst/>
              <a:gdLst/>
              <a:ahLst/>
              <a:cxnLst/>
              <a:rect l="l" t="t" r="r" b="b"/>
              <a:pathLst>
                <a:path w="11161395" h="2498725">
                  <a:moveTo>
                    <a:pt x="0" y="2498208"/>
                  </a:moveTo>
                  <a:lnTo>
                    <a:pt x="1116139" y="2248367"/>
                  </a:lnTo>
                  <a:lnTo>
                    <a:pt x="2232279" y="1998479"/>
                  </a:lnTo>
                  <a:lnTo>
                    <a:pt x="3348418" y="1748684"/>
                  </a:lnTo>
                  <a:lnTo>
                    <a:pt x="4464558" y="1498888"/>
                  </a:lnTo>
                  <a:lnTo>
                    <a:pt x="5580697" y="1249092"/>
                  </a:lnTo>
                  <a:lnTo>
                    <a:pt x="6696836" y="999182"/>
                  </a:lnTo>
                  <a:lnTo>
                    <a:pt x="7812976" y="749386"/>
                  </a:lnTo>
                  <a:lnTo>
                    <a:pt x="8929116" y="499591"/>
                  </a:lnTo>
                  <a:lnTo>
                    <a:pt x="10045255" y="249795"/>
                  </a:lnTo>
                  <a:lnTo>
                    <a:pt x="11161394" y="0"/>
                  </a:lnTo>
                </a:path>
              </a:pathLst>
            </a:custGeom>
            <a:ln w="575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732829" y="3137612"/>
              <a:ext cx="11236960" cy="2567305"/>
            </a:xfrm>
            <a:custGeom>
              <a:avLst/>
              <a:gdLst/>
              <a:ahLst/>
              <a:cxnLst/>
              <a:rect l="l" t="t" r="r" b="b"/>
              <a:pathLst>
                <a:path w="11236960" h="2567304">
                  <a:moveTo>
                    <a:pt x="37504" y="2498197"/>
                  </a:moveTo>
                  <a:lnTo>
                    <a:pt x="37504" y="2567011"/>
                  </a:lnTo>
                </a:path>
                <a:path w="11236960" h="2567304">
                  <a:moveTo>
                    <a:pt x="0" y="2532604"/>
                  </a:moveTo>
                  <a:lnTo>
                    <a:pt x="75009" y="2532604"/>
                  </a:lnTo>
                </a:path>
                <a:path w="11236960" h="2567304">
                  <a:moveTo>
                    <a:pt x="11001" y="2508278"/>
                  </a:moveTo>
                  <a:lnTo>
                    <a:pt x="64007" y="2556941"/>
                  </a:lnTo>
                </a:path>
                <a:path w="11236960" h="2567304">
                  <a:moveTo>
                    <a:pt x="11001" y="2556941"/>
                  </a:moveTo>
                  <a:lnTo>
                    <a:pt x="64007" y="2508278"/>
                  </a:lnTo>
                </a:path>
                <a:path w="11236960" h="2567304">
                  <a:moveTo>
                    <a:pt x="1153644" y="2248367"/>
                  </a:moveTo>
                  <a:lnTo>
                    <a:pt x="1153644" y="2317181"/>
                  </a:lnTo>
                </a:path>
                <a:path w="11236960" h="2567304">
                  <a:moveTo>
                    <a:pt x="1116139" y="2282774"/>
                  </a:moveTo>
                  <a:lnTo>
                    <a:pt x="1191148" y="2282774"/>
                  </a:lnTo>
                </a:path>
                <a:path w="11236960" h="2567304">
                  <a:moveTo>
                    <a:pt x="1127140" y="2258448"/>
                  </a:moveTo>
                  <a:lnTo>
                    <a:pt x="1180147" y="2307100"/>
                  </a:lnTo>
                </a:path>
                <a:path w="11236960" h="2567304">
                  <a:moveTo>
                    <a:pt x="1127140" y="2307100"/>
                  </a:moveTo>
                  <a:lnTo>
                    <a:pt x="1180147" y="2258448"/>
                  </a:lnTo>
                </a:path>
                <a:path w="11236960" h="2567304">
                  <a:moveTo>
                    <a:pt x="2269783" y="1998479"/>
                  </a:moveTo>
                  <a:lnTo>
                    <a:pt x="2269783" y="2067294"/>
                  </a:lnTo>
                </a:path>
                <a:path w="11236960" h="2567304">
                  <a:moveTo>
                    <a:pt x="2232279" y="2032886"/>
                  </a:moveTo>
                  <a:lnTo>
                    <a:pt x="2307288" y="2032886"/>
                  </a:lnTo>
                </a:path>
                <a:path w="11236960" h="2567304">
                  <a:moveTo>
                    <a:pt x="2243280" y="2008572"/>
                  </a:moveTo>
                  <a:lnTo>
                    <a:pt x="2296287" y="2057316"/>
                  </a:lnTo>
                </a:path>
                <a:path w="11236960" h="2567304">
                  <a:moveTo>
                    <a:pt x="2243280" y="2057316"/>
                  </a:moveTo>
                  <a:lnTo>
                    <a:pt x="2296287" y="2008572"/>
                  </a:lnTo>
                </a:path>
                <a:path w="11236960" h="2567304">
                  <a:moveTo>
                    <a:pt x="3385923" y="1748684"/>
                  </a:moveTo>
                  <a:lnTo>
                    <a:pt x="3385923" y="1817498"/>
                  </a:lnTo>
                </a:path>
                <a:path w="11236960" h="2567304">
                  <a:moveTo>
                    <a:pt x="3348418" y="1783091"/>
                  </a:moveTo>
                  <a:lnTo>
                    <a:pt x="3423427" y="1783091"/>
                  </a:lnTo>
                </a:path>
                <a:path w="11236960" h="2567304">
                  <a:moveTo>
                    <a:pt x="3359419" y="1758776"/>
                  </a:moveTo>
                  <a:lnTo>
                    <a:pt x="3412426" y="1807405"/>
                  </a:lnTo>
                </a:path>
                <a:path w="11236960" h="2567304">
                  <a:moveTo>
                    <a:pt x="3359419" y="1807405"/>
                  </a:moveTo>
                  <a:lnTo>
                    <a:pt x="3412426" y="1758776"/>
                  </a:lnTo>
                </a:path>
                <a:path w="11236960" h="2567304">
                  <a:moveTo>
                    <a:pt x="4502062" y="1498888"/>
                  </a:moveTo>
                  <a:lnTo>
                    <a:pt x="4502062" y="1567702"/>
                  </a:lnTo>
                </a:path>
                <a:path w="11236960" h="2567304">
                  <a:moveTo>
                    <a:pt x="4464558" y="1533295"/>
                  </a:moveTo>
                  <a:lnTo>
                    <a:pt x="4539567" y="1533295"/>
                  </a:lnTo>
                </a:path>
                <a:path w="11236960" h="2567304">
                  <a:moveTo>
                    <a:pt x="4475559" y="1508981"/>
                  </a:moveTo>
                  <a:lnTo>
                    <a:pt x="4528566" y="1557610"/>
                  </a:lnTo>
                </a:path>
                <a:path w="11236960" h="2567304">
                  <a:moveTo>
                    <a:pt x="4475559" y="1557610"/>
                  </a:moveTo>
                  <a:lnTo>
                    <a:pt x="4528566" y="1508981"/>
                  </a:lnTo>
                </a:path>
                <a:path w="11236960" h="2567304">
                  <a:moveTo>
                    <a:pt x="5618202" y="1249092"/>
                  </a:moveTo>
                  <a:lnTo>
                    <a:pt x="5618202" y="1317907"/>
                  </a:lnTo>
                </a:path>
                <a:path w="11236960" h="2567304">
                  <a:moveTo>
                    <a:pt x="5580697" y="1283500"/>
                  </a:moveTo>
                  <a:lnTo>
                    <a:pt x="5655706" y="1283500"/>
                  </a:lnTo>
                </a:path>
                <a:path w="11236960" h="2567304">
                  <a:moveTo>
                    <a:pt x="5591698" y="1259070"/>
                  </a:moveTo>
                  <a:lnTo>
                    <a:pt x="5644705" y="1307814"/>
                  </a:lnTo>
                </a:path>
                <a:path w="11236960" h="2567304">
                  <a:moveTo>
                    <a:pt x="5591698" y="1307814"/>
                  </a:moveTo>
                  <a:lnTo>
                    <a:pt x="5644705" y="1259070"/>
                  </a:lnTo>
                </a:path>
                <a:path w="11236960" h="2567304">
                  <a:moveTo>
                    <a:pt x="6734341" y="999182"/>
                  </a:moveTo>
                  <a:lnTo>
                    <a:pt x="6734341" y="1067996"/>
                  </a:lnTo>
                </a:path>
                <a:path w="11236960" h="2567304">
                  <a:moveTo>
                    <a:pt x="6696836" y="1033589"/>
                  </a:moveTo>
                  <a:lnTo>
                    <a:pt x="6771846" y="1033589"/>
                  </a:lnTo>
                </a:path>
                <a:path w="11236960" h="2567304">
                  <a:moveTo>
                    <a:pt x="6707838" y="1009275"/>
                  </a:moveTo>
                  <a:lnTo>
                    <a:pt x="6760844" y="1058018"/>
                  </a:lnTo>
                </a:path>
                <a:path w="11236960" h="2567304">
                  <a:moveTo>
                    <a:pt x="6707838" y="1058018"/>
                  </a:moveTo>
                  <a:lnTo>
                    <a:pt x="6760844" y="1009275"/>
                  </a:lnTo>
                </a:path>
                <a:path w="11236960" h="2567304">
                  <a:moveTo>
                    <a:pt x="7850481" y="749386"/>
                  </a:moveTo>
                  <a:lnTo>
                    <a:pt x="7850481" y="818201"/>
                  </a:lnTo>
                </a:path>
                <a:path w="11236960" h="2567304">
                  <a:moveTo>
                    <a:pt x="7812976" y="783794"/>
                  </a:moveTo>
                  <a:lnTo>
                    <a:pt x="7887985" y="783794"/>
                  </a:lnTo>
                </a:path>
                <a:path w="11236960" h="2567304">
                  <a:moveTo>
                    <a:pt x="7823977" y="759479"/>
                  </a:moveTo>
                  <a:lnTo>
                    <a:pt x="7876984" y="808108"/>
                  </a:lnTo>
                </a:path>
                <a:path w="11236960" h="2567304">
                  <a:moveTo>
                    <a:pt x="7823977" y="808108"/>
                  </a:moveTo>
                  <a:lnTo>
                    <a:pt x="7876984" y="759479"/>
                  </a:lnTo>
                </a:path>
                <a:path w="11236960" h="2567304">
                  <a:moveTo>
                    <a:pt x="8966620" y="499591"/>
                  </a:moveTo>
                  <a:lnTo>
                    <a:pt x="8966620" y="568405"/>
                  </a:lnTo>
                </a:path>
                <a:path w="11236960" h="2567304">
                  <a:moveTo>
                    <a:pt x="8929116" y="533998"/>
                  </a:moveTo>
                  <a:lnTo>
                    <a:pt x="9004125" y="533998"/>
                  </a:lnTo>
                </a:path>
                <a:path w="11236960" h="2567304">
                  <a:moveTo>
                    <a:pt x="8940117" y="509684"/>
                  </a:moveTo>
                  <a:lnTo>
                    <a:pt x="8993124" y="558312"/>
                  </a:lnTo>
                </a:path>
                <a:path w="11236960" h="2567304">
                  <a:moveTo>
                    <a:pt x="8940117" y="558312"/>
                  </a:moveTo>
                  <a:lnTo>
                    <a:pt x="8993124" y="509684"/>
                  </a:lnTo>
                </a:path>
                <a:path w="11236960" h="2567304">
                  <a:moveTo>
                    <a:pt x="10082760" y="249795"/>
                  </a:moveTo>
                  <a:lnTo>
                    <a:pt x="10082760" y="318609"/>
                  </a:lnTo>
                </a:path>
                <a:path w="11236960" h="2567304">
                  <a:moveTo>
                    <a:pt x="10045255" y="284202"/>
                  </a:moveTo>
                  <a:lnTo>
                    <a:pt x="10120264" y="284202"/>
                  </a:lnTo>
                </a:path>
                <a:path w="11236960" h="2567304">
                  <a:moveTo>
                    <a:pt x="10056256" y="259888"/>
                  </a:moveTo>
                  <a:lnTo>
                    <a:pt x="10109263" y="308517"/>
                  </a:lnTo>
                </a:path>
                <a:path w="11236960" h="2567304">
                  <a:moveTo>
                    <a:pt x="10056256" y="308517"/>
                  </a:moveTo>
                  <a:lnTo>
                    <a:pt x="10109263" y="259888"/>
                  </a:lnTo>
                </a:path>
                <a:path w="11236960" h="2567304">
                  <a:moveTo>
                    <a:pt x="11198899" y="0"/>
                  </a:moveTo>
                  <a:lnTo>
                    <a:pt x="11198899" y="68814"/>
                  </a:lnTo>
                </a:path>
                <a:path w="11236960" h="2567304">
                  <a:moveTo>
                    <a:pt x="11161394" y="34407"/>
                  </a:moveTo>
                  <a:lnTo>
                    <a:pt x="11236404" y="34407"/>
                  </a:lnTo>
                </a:path>
                <a:path w="11236960" h="2567304">
                  <a:moveTo>
                    <a:pt x="11172396" y="9978"/>
                  </a:moveTo>
                  <a:lnTo>
                    <a:pt x="11225403" y="58721"/>
                  </a:lnTo>
                </a:path>
                <a:path w="11236960" h="2567304">
                  <a:moveTo>
                    <a:pt x="11172396" y="58721"/>
                  </a:moveTo>
                  <a:lnTo>
                    <a:pt x="11225403" y="9978"/>
                  </a:lnTo>
                </a:path>
              </a:pathLst>
            </a:custGeom>
            <a:ln w="599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770334" y="2672313"/>
              <a:ext cx="11161395" cy="2998470"/>
            </a:xfrm>
            <a:custGeom>
              <a:avLst/>
              <a:gdLst/>
              <a:ahLst/>
              <a:cxnLst/>
              <a:rect l="l" t="t" r="r" b="b"/>
              <a:pathLst>
                <a:path w="11161395" h="2998470">
                  <a:moveTo>
                    <a:pt x="0" y="2997914"/>
                  </a:moveTo>
                  <a:lnTo>
                    <a:pt x="1116139" y="2698102"/>
                  </a:lnTo>
                  <a:lnTo>
                    <a:pt x="2232279" y="2398290"/>
                  </a:lnTo>
                  <a:lnTo>
                    <a:pt x="3348418" y="2098489"/>
                  </a:lnTo>
                  <a:lnTo>
                    <a:pt x="4464558" y="1798689"/>
                  </a:lnTo>
                  <a:lnTo>
                    <a:pt x="5580697" y="1498888"/>
                  </a:lnTo>
                  <a:lnTo>
                    <a:pt x="6696836" y="1199202"/>
                  </a:lnTo>
                  <a:lnTo>
                    <a:pt x="7812976" y="899401"/>
                  </a:lnTo>
                  <a:lnTo>
                    <a:pt x="8929116" y="599601"/>
                  </a:lnTo>
                  <a:lnTo>
                    <a:pt x="10045255" y="299800"/>
                  </a:lnTo>
                  <a:lnTo>
                    <a:pt x="11161394" y="0"/>
                  </a:lnTo>
                </a:path>
              </a:pathLst>
            </a:custGeom>
            <a:ln w="576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29704" y="5632942"/>
              <a:ext cx="81260" cy="74548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845843" y="5333141"/>
              <a:ext cx="81260" cy="74548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961983" y="5033329"/>
              <a:ext cx="81260" cy="74548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078123" y="4733528"/>
              <a:ext cx="81260" cy="74548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194262" y="4433728"/>
              <a:ext cx="81260" cy="74548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310402" y="4133927"/>
              <a:ext cx="81260" cy="74548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426542" y="3834241"/>
              <a:ext cx="81260" cy="74548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542680" y="3534441"/>
              <a:ext cx="81260" cy="74548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658820" y="3234640"/>
              <a:ext cx="81260" cy="74548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0774960" y="2934839"/>
              <a:ext cx="81260" cy="74548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891099" y="2635039"/>
              <a:ext cx="81260" cy="74548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770334" y="2422517"/>
              <a:ext cx="11161395" cy="3248025"/>
            </a:xfrm>
            <a:custGeom>
              <a:avLst/>
              <a:gdLst/>
              <a:ahLst/>
              <a:cxnLst/>
              <a:rect l="l" t="t" r="r" b="b"/>
              <a:pathLst>
                <a:path w="11161395" h="3248025">
                  <a:moveTo>
                    <a:pt x="0" y="3247710"/>
                  </a:moveTo>
                  <a:lnTo>
                    <a:pt x="1116139" y="2922918"/>
                  </a:lnTo>
                  <a:lnTo>
                    <a:pt x="2232279" y="2598081"/>
                  </a:lnTo>
                  <a:lnTo>
                    <a:pt x="3348418" y="2273392"/>
                  </a:lnTo>
                  <a:lnTo>
                    <a:pt x="4464558" y="1948589"/>
                  </a:lnTo>
                  <a:lnTo>
                    <a:pt x="5580697" y="1623786"/>
                  </a:lnTo>
                  <a:lnTo>
                    <a:pt x="6696836" y="1299097"/>
                  </a:lnTo>
                  <a:lnTo>
                    <a:pt x="7812976" y="974294"/>
                  </a:lnTo>
                  <a:lnTo>
                    <a:pt x="8929116" y="649491"/>
                  </a:lnTo>
                  <a:lnTo>
                    <a:pt x="10045255" y="324803"/>
                  </a:lnTo>
                  <a:lnTo>
                    <a:pt x="11161394" y="0"/>
                  </a:lnTo>
                </a:path>
              </a:pathLst>
            </a:custGeom>
            <a:ln w="5774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732829" y="2388110"/>
              <a:ext cx="11236960" cy="3316604"/>
            </a:xfrm>
            <a:custGeom>
              <a:avLst/>
              <a:gdLst/>
              <a:ahLst/>
              <a:cxnLst/>
              <a:rect l="l" t="t" r="r" b="b"/>
              <a:pathLst>
                <a:path w="11236960" h="3316604">
                  <a:moveTo>
                    <a:pt x="37504" y="3247698"/>
                  </a:moveTo>
                  <a:lnTo>
                    <a:pt x="37504" y="3316513"/>
                  </a:lnTo>
                </a:path>
                <a:path w="11236960" h="3316604">
                  <a:moveTo>
                    <a:pt x="0" y="3282106"/>
                  </a:moveTo>
                  <a:lnTo>
                    <a:pt x="75009" y="3282106"/>
                  </a:lnTo>
                </a:path>
                <a:path w="11236960" h="3316604">
                  <a:moveTo>
                    <a:pt x="1153644" y="2922918"/>
                  </a:moveTo>
                  <a:lnTo>
                    <a:pt x="1153644" y="2991732"/>
                  </a:lnTo>
                </a:path>
                <a:path w="11236960" h="3316604">
                  <a:moveTo>
                    <a:pt x="1116139" y="2957325"/>
                  </a:moveTo>
                  <a:lnTo>
                    <a:pt x="1191148" y="2957325"/>
                  </a:lnTo>
                </a:path>
                <a:path w="11236960" h="3316604">
                  <a:moveTo>
                    <a:pt x="2269783" y="2598081"/>
                  </a:moveTo>
                  <a:lnTo>
                    <a:pt x="2269783" y="2666895"/>
                  </a:lnTo>
                </a:path>
                <a:path w="11236960" h="3316604">
                  <a:moveTo>
                    <a:pt x="2232279" y="2632488"/>
                  </a:moveTo>
                  <a:lnTo>
                    <a:pt x="2307288" y="2632488"/>
                  </a:lnTo>
                </a:path>
                <a:path w="11236960" h="3316604">
                  <a:moveTo>
                    <a:pt x="3385923" y="2273392"/>
                  </a:moveTo>
                  <a:lnTo>
                    <a:pt x="3385923" y="2342206"/>
                  </a:lnTo>
                </a:path>
                <a:path w="11236960" h="3316604">
                  <a:moveTo>
                    <a:pt x="3348418" y="2307799"/>
                  </a:moveTo>
                  <a:lnTo>
                    <a:pt x="3423427" y="2307799"/>
                  </a:lnTo>
                </a:path>
                <a:path w="11236960" h="3316604">
                  <a:moveTo>
                    <a:pt x="4502062" y="1948589"/>
                  </a:moveTo>
                  <a:lnTo>
                    <a:pt x="4502062" y="2017403"/>
                  </a:lnTo>
                </a:path>
                <a:path w="11236960" h="3316604">
                  <a:moveTo>
                    <a:pt x="4464558" y="1982996"/>
                  </a:moveTo>
                  <a:lnTo>
                    <a:pt x="4539567" y="1982996"/>
                  </a:lnTo>
                </a:path>
                <a:path w="11236960" h="3316604">
                  <a:moveTo>
                    <a:pt x="5618202" y="1623786"/>
                  </a:moveTo>
                  <a:lnTo>
                    <a:pt x="5618202" y="1692600"/>
                  </a:lnTo>
                </a:path>
                <a:path w="11236960" h="3316604">
                  <a:moveTo>
                    <a:pt x="5580697" y="1658193"/>
                  </a:moveTo>
                  <a:lnTo>
                    <a:pt x="5655706" y="1658193"/>
                  </a:lnTo>
                </a:path>
                <a:path w="11236960" h="3316604">
                  <a:moveTo>
                    <a:pt x="6734341" y="1299097"/>
                  </a:moveTo>
                  <a:lnTo>
                    <a:pt x="6734341" y="1367912"/>
                  </a:lnTo>
                </a:path>
                <a:path w="11236960" h="3316604">
                  <a:moveTo>
                    <a:pt x="6696836" y="1333505"/>
                  </a:moveTo>
                  <a:lnTo>
                    <a:pt x="6771846" y="1333505"/>
                  </a:lnTo>
                </a:path>
                <a:path w="11236960" h="3316604">
                  <a:moveTo>
                    <a:pt x="7850481" y="974294"/>
                  </a:moveTo>
                  <a:lnTo>
                    <a:pt x="7850481" y="1043108"/>
                  </a:lnTo>
                </a:path>
                <a:path w="11236960" h="3316604">
                  <a:moveTo>
                    <a:pt x="7812976" y="1008701"/>
                  </a:moveTo>
                  <a:lnTo>
                    <a:pt x="7887985" y="1008701"/>
                  </a:lnTo>
                </a:path>
                <a:path w="11236960" h="3316604">
                  <a:moveTo>
                    <a:pt x="8966620" y="649491"/>
                  </a:moveTo>
                  <a:lnTo>
                    <a:pt x="8966620" y="718305"/>
                  </a:lnTo>
                </a:path>
                <a:path w="11236960" h="3316604">
                  <a:moveTo>
                    <a:pt x="8929116" y="683898"/>
                  </a:moveTo>
                  <a:lnTo>
                    <a:pt x="9004125" y="683898"/>
                  </a:lnTo>
                </a:path>
                <a:path w="11236960" h="3316604">
                  <a:moveTo>
                    <a:pt x="10082760" y="324803"/>
                  </a:moveTo>
                  <a:lnTo>
                    <a:pt x="10082760" y="393617"/>
                  </a:lnTo>
                </a:path>
                <a:path w="11236960" h="3316604">
                  <a:moveTo>
                    <a:pt x="10045255" y="359210"/>
                  </a:moveTo>
                  <a:lnTo>
                    <a:pt x="10120264" y="359210"/>
                  </a:lnTo>
                </a:path>
                <a:path w="11236960" h="3316604">
                  <a:moveTo>
                    <a:pt x="11198899" y="0"/>
                  </a:moveTo>
                  <a:lnTo>
                    <a:pt x="11198899" y="68814"/>
                  </a:lnTo>
                </a:path>
                <a:path w="11236960" h="3316604">
                  <a:moveTo>
                    <a:pt x="11161394" y="34407"/>
                  </a:moveTo>
                  <a:lnTo>
                    <a:pt x="11236404" y="34407"/>
                  </a:lnTo>
                </a:path>
              </a:pathLst>
            </a:custGeom>
            <a:ln w="599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2540555" y="1431248"/>
              <a:ext cx="1898014" cy="585470"/>
            </a:xfrm>
            <a:custGeom>
              <a:avLst/>
              <a:gdLst/>
              <a:ahLst/>
              <a:cxnLst/>
              <a:rect l="l" t="t" r="r" b="b"/>
              <a:pathLst>
                <a:path w="1898014" h="585469">
                  <a:moveTo>
                    <a:pt x="1897737" y="0"/>
                  </a:moveTo>
                  <a:lnTo>
                    <a:pt x="0" y="0"/>
                  </a:lnTo>
                  <a:lnTo>
                    <a:pt x="0" y="584920"/>
                  </a:lnTo>
                  <a:lnTo>
                    <a:pt x="1897737" y="584920"/>
                  </a:lnTo>
                  <a:lnTo>
                    <a:pt x="18977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2986486" y="1493067"/>
              <a:ext cx="1405890" cy="125730"/>
            </a:xfrm>
            <a:custGeom>
              <a:avLst/>
              <a:gdLst/>
              <a:ahLst/>
              <a:cxnLst/>
              <a:rect l="l" t="t" r="r" b="b"/>
              <a:pathLst>
                <a:path w="1405889" h="125730">
                  <a:moveTo>
                    <a:pt x="13016" y="65602"/>
                  </a:moveTo>
                  <a:lnTo>
                    <a:pt x="11557" y="65602"/>
                  </a:lnTo>
                  <a:lnTo>
                    <a:pt x="0" y="66520"/>
                  </a:lnTo>
                  <a:lnTo>
                    <a:pt x="27128" y="97601"/>
                  </a:lnTo>
                  <a:lnTo>
                    <a:pt x="35004" y="98863"/>
                  </a:lnTo>
                  <a:lnTo>
                    <a:pt x="51881" y="98863"/>
                  </a:lnTo>
                  <a:lnTo>
                    <a:pt x="58507" y="97601"/>
                  </a:lnTo>
                  <a:lnTo>
                    <a:pt x="70508" y="92555"/>
                  </a:lnTo>
                  <a:lnTo>
                    <a:pt x="75009" y="89114"/>
                  </a:lnTo>
                  <a:lnTo>
                    <a:pt x="76131" y="87508"/>
                  </a:lnTo>
                  <a:lnTo>
                    <a:pt x="37879" y="87508"/>
                  </a:lnTo>
                  <a:lnTo>
                    <a:pt x="32504" y="86591"/>
                  </a:lnTo>
                  <a:lnTo>
                    <a:pt x="27753" y="84641"/>
                  </a:lnTo>
                  <a:lnTo>
                    <a:pt x="23002" y="82806"/>
                  </a:lnTo>
                  <a:lnTo>
                    <a:pt x="19502" y="80283"/>
                  </a:lnTo>
                  <a:lnTo>
                    <a:pt x="17252" y="77186"/>
                  </a:lnTo>
                  <a:lnTo>
                    <a:pt x="15001" y="74204"/>
                  </a:lnTo>
                  <a:lnTo>
                    <a:pt x="13626" y="70190"/>
                  </a:lnTo>
                  <a:lnTo>
                    <a:pt x="13138" y="66520"/>
                  </a:lnTo>
                  <a:lnTo>
                    <a:pt x="13016" y="65602"/>
                  </a:lnTo>
                  <a:close/>
                </a:path>
                <a:path w="1405889" h="125730">
                  <a:moveTo>
                    <a:pt x="48381" y="0"/>
                  </a:moveTo>
                  <a:lnTo>
                    <a:pt x="33629" y="0"/>
                  </a:lnTo>
                  <a:lnTo>
                    <a:pt x="26544" y="1146"/>
                  </a:lnTo>
                  <a:lnTo>
                    <a:pt x="26950" y="1146"/>
                  </a:lnTo>
                  <a:lnTo>
                    <a:pt x="15751" y="5390"/>
                  </a:lnTo>
                  <a:lnTo>
                    <a:pt x="4000" y="21561"/>
                  </a:lnTo>
                  <a:lnTo>
                    <a:pt x="4000" y="30737"/>
                  </a:lnTo>
                  <a:lnTo>
                    <a:pt x="5125" y="34636"/>
                  </a:lnTo>
                  <a:lnTo>
                    <a:pt x="7625" y="38191"/>
                  </a:lnTo>
                  <a:lnTo>
                    <a:pt x="10001" y="41747"/>
                  </a:lnTo>
                  <a:lnTo>
                    <a:pt x="13751" y="44729"/>
                  </a:lnTo>
                  <a:lnTo>
                    <a:pt x="22627" y="48972"/>
                  </a:lnTo>
                  <a:lnTo>
                    <a:pt x="29253" y="51037"/>
                  </a:lnTo>
                  <a:lnTo>
                    <a:pt x="48506" y="55166"/>
                  </a:lnTo>
                  <a:lnTo>
                    <a:pt x="54631" y="56771"/>
                  </a:lnTo>
                  <a:lnTo>
                    <a:pt x="57382" y="57803"/>
                  </a:lnTo>
                  <a:lnTo>
                    <a:pt x="61757" y="59294"/>
                  </a:lnTo>
                  <a:lnTo>
                    <a:pt x="64883" y="61129"/>
                  </a:lnTo>
                  <a:lnTo>
                    <a:pt x="66758" y="63423"/>
                  </a:lnTo>
                  <a:lnTo>
                    <a:pt x="68758" y="65602"/>
                  </a:lnTo>
                  <a:lnTo>
                    <a:pt x="69633" y="68240"/>
                  </a:lnTo>
                  <a:lnTo>
                    <a:pt x="69633" y="74204"/>
                  </a:lnTo>
                  <a:lnTo>
                    <a:pt x="68633" y="76957"/>
                  </a:lnTo>
                  <a:lnTo>
                    <a:pt x="66758" y="79480"/>
                  </a:lnTo>
                  <a:lnTo>
                    <a:pt x="64758" y="82003"/>
                  </a:lnTo>
                  <a:lnTo>
                    <a:pt x="61757" y="83953"/>
                  </a:lnTo>
                  <a:lnTo>
                    <a:pt x="57757" y="85329"/>
                  </a:lnTo>
                  <a:lnTo>
                    <a:pt x="53631" y="86820"/>
                  </a:lnTo>
                  <a:lnTo>
                    <a:pt x="49006" y="87508"/>
                  </a:lnTo>
                  <a:lnTo>
                    <a:pt x="76131" y="87508"/>
                  </a:lnTo>
                  <a:lnTo>
                    <a:pt x="78134" y="84641"/>
                  </a:lnTo>
                  <a:lnTo>
                    <a:pt x="81385" y="80053"/>
                  </a:lnTo>
                  <a:lnTo>
                    <a:pt x="83010" y="75351"/>
                  </a:lnTo>
                  <a:lnTo>
                    <a:pt x="83010" y="65144"/>
                  </a:lnTo>
                  <a:lnTo>
                    <a:pt x="81510" y="60556"/>
                  </a:lnTo>
                  <a:lnTo>
                    <a:pt x="78719" y="56771"/>
                  </a:lnTo>
                  <a:lnTo>
                    <a:pt x="75759" y="52642"/>
                  </a:lnTo>
                  <a:lnTo>
                    <a:pt x="71258" y="49431"/>
                  </a:lnTo>
                  <a:lnTo>
                    <a:pt x="65133" y="46908"/>
                  </a:lnTo>
                  <a:lnTo>
                    <a:pt x="61007" y="45073"/>
                  </a:lnTo>
                  <a:lnTo>
                    <a:pt x="53256" y="43123"/>
                  </a:lnTo>
                  <a:lnTo>
                    <a:pt x="42130" y="40715"/>
                  </a:lnTo>
                  <a:lnTo>
                    <a:pt x="30878" y="38421"/>
                  </a:lnTo>
                  <a:lnTo>
                    <a:pt x="24003" y="36127"/>
                  </a:lnTo>
                  <a:lnTo>
                    <a:pt x="21252" y="33948"/>
                  </a:lnTo>
                  <a:lnTo>
                    <a:pt x="18627" y="31769"/>
                  </a:lnTo>
                  <a:lnTo>
                    <a:pt x="17252" y="28901"/>
                  </a:lnTo>
                  <a:lnTo>
                    <a:pt x="17252" y="21561"/>
                  </a:lnTo>
                  <a:lnTo>
                    <a:pt x="19127" y="18121"/>
                  </a:lnTo>
                  <a:lnTo>
                    <a:pt x="23002" y="15368"/>
                  </a:lnTo>
                  <a:lnTo>
                    <a:pt x="26453" y="12730"/>
                  </a:lnTo>
                  <a:lnTo>
                    <a:pt x="25732" y="12730"/>
                  </a:lnTo>
                  <a:lnTo>
                    <a:pt x="32879" y="11124"/>
                  </a:lnTo>
                  <a:lnTo>
                    <a:pt x="73048" y="11124"/>
                  </a:lnTo>
                  <a:lnTo>
                    <a:pt x="71508" y="9060"/>
                  </a:lnTo>
                  <a:lnTo>
                    <a:pt x="67008" y="5619"/>
                  </a:lnTo>
                  <a:lnTo>
                    <a:pt x="61132" y="3326"/>
                  </a:lnTo>
                  <a:lnTo>
                    <a:pt x="55131" y="1146"/>
                  </a:lnTo>
                  <a:lnTo>
                    <a:pt x="48381" y="0"/>
                  </a:lnTo>
                  <a:close/>
                </a:path>
                <a:path w="1405889" h="125730">
                  <a:moveTo>
                    <a:pt x="73048" y="11124"/>
                  </a:moveTo>
                  <a:lnTo>
                    <a:pt x="49256" y="11124"/>
                  </a:lnTo>
                  <a:lnTo>
                    <a:pt x="55718" y="12730"/>
                  </a:lnTo>
                  <a:lnTo>
                    <a:pt x="55409" y="12730"/>
                  </a:lnTo>
                  <a:lnTo>
                    <a:pt x="63507" y="18809"/>
                  </a:lnTo>
                  <a:lnTo>
                    <a:pt x="65883" y="23396"/>
                  </a:lnTo>
                  <a:lnTo>
                    <a:pt x="66520" y="28557"/>
                  </a:lnTo>
                  <a:lnTo>
                    <a:pt x="66633" y="29475"/>
                  </a:lnTo>
                  <a:lnTo>
                    <a:pt x="79884" y="28557"/>
                  </a:lnTo>
                  <a:lnTo>
                    <a:pt x="79655" y="23396"/>
                  </a:lnTo>
                  <a:lnTo>
                    <a:pt x="79634" y="22938"/>
                  </a:lnTo>
                  <a:lnTo>
                    <a:pt x="77964" y="18121"/>
                  </a:lnTo>
                  <a:lnTo>
                    <a:pt x="77884" y="17891"/>
                  </a:lnTo>
                  <a:lnTo>
                    <a:pt x="74759" y="13418"/>
                  </a:lnTo>
                  <a:lnTo>
                    <a:pt x="73048" y="11124"/>
                  </a:lnTo>
                  <a:close/>
                </a:path>
                <a:path w="1405889" h="125730">
                  <a:moveTo>
                    <a:pt x="141767" y="26378"/>
                  </a:moveTo>
                  <a:lnTo>
                    <a:pt x="127140" y="26378"/>
                  </a:lnTo>
                  <a:lnTo>
                    <a:pt x="121140" y="27755"/>
                  </a:lnTo>
                  <a:lnTo>
                    <a:pt x="110013" y="33374"/>
                  </a:lnTo>
                  <a:lnTo>
                    <a:pt x="105888" y="37618"/>
                  </a:lnTo>
                  <a:lnTo>
                    <a:pt x="103262" y="43238"/>
                  </a:lnTo>
                  <a:lnTo>
                    <a:pt x="100512" y="48858"/>
                  </a:lnTo>
                  <a:lnTo>
                    <a:pt x="99137" y="55395"/>
                  </a:lnTo>
                  <a:lnTo>
                    <a:pt x="99137" y="62850"/>
                  </a:lnTo>
                  <a:lnTo>
                    <a:pt x="99725" y="71023"/>
                  </a:lnTo>
                  <a:lnTo>
                    <a:pt x="101394" y="77760"/>
                  </a:lnTo>
                  <a:lnTo>
                    <a:pt x="101497" y="78175"/>
                  </a:lnTo>
                  <a:lnTo>
                    <a:pt x="133516" y="98748"/>
                  </a:lnTo>
                  <a:lnTo>
                    <a:pt x="141767" y="98748"/>
                  </a:lnTo>
                  <a:lnTo>
                    <a:pt x="148768" y="96569"/>
                  </a:lnTo>
                  <a:lnTo>
                    <a:pt x="154394" y="92096"/>
                  </a:lnTo>
                  <a:lnTo>
                    <a:pt x="158051" y="89114"/>
                  </a:lnTo>
                  <a:lnTo>
                    <a:pt x="127140" y="89114"/>
                  </a:lnTo>
                  <a:lnTo>
                    <a:pt x="122015" y="87049"/>
                  </a:lnTo>
                  <a:lnTo>
                    <a:pt x="114264" y="78562"/>
                  </a:lnTo>
                  <a:lnTo>
                    <a:pt x="112389" y="71796"/>
                  </a:lnTo>
                  <a:lnTo>
                    <a:pt x="112389" y="53331"/>
                  </a:lnTo>
                  <a:lnTo>
                    <a:pt x="114389" y="46678"/>
                  </a:lnTo>
                  <a:lnTo>
                    <a:pt x="122390" y="38191"/>
                  </a:lnTo>
                  <a:lnTo>
                    <a:pt x="127640" y="36012"/>
                  </a:lnTo>
                  <a:lnTo>
                    <a:pt x="159050" y="36012"/>
                  </a:lnTo>
                  <a:lnTo>
                    <a:pt x="153769" y="32113"/>
                  </a:lnTo>
                  <a:lnTo>
                    <a:pt x="148518" y="28328"/>
                  </a:lnTo>
                  <a:lnTo>
                    <a:pt x="141767" y="26378"/>
                  </a:lnTo>
                  <a:close/>
                </a:path>
                <a:path w="1405889" h="125730">
                  <a:moveTo>
                    <a:pt x="152394" y="71796"/>
                  </a:moveTo>
                  <a:lnTo>
                    <a:pt x="151518" y="77760"/>
                  </a:lnTo>
                  <a:lnTo>
                    <a:pt x="149393" y="82118"/>
                  </a:lnTo>
                  <a:lnTo>
                    <a:pt x="146018" y="84870"/>
                  </a:lnTo>
                  <a:lnTo>
                    <a:pt x="142642" y="87738"/>
                  </a:lnTo>
                  <a:lnTo>
                    <a:pt x="138392" y="89114"/>
                  </a:lnTo>
                  <a:lnTo>
                    <a:pt x="158051" y="89114"/>
                  </a:lnTo>
                  <a:lnTo>
                    <a:pt x="160020" y="87508"/>
                  </a:lnTo>
                  <a:lnTo>
                    <a:pt x="163645" y="81315"/>
                  </a:lnTo>
                  <a:lnTo>
                    <a:pt x="165020" y="73401"/>
                  </a:lnTo>
                  <a:lnTo>
                    <a:pt x="152394" y="71796"/>
                  </a:lnTo>
                  <a:close/>
                </a:path>
                <a:path w="1405889" h="125730">
                  <a:moveTo>
                    <a:pt x="158966" y="36012"/>
                  </a:moveTo>
                  <a:lnTo>
                    <a:pt x="138392" y="36012"/>
                  </a:lnTo>
                  <a:lnTo>
                    <a:pt x="142017" y="37159"/>
                  </a:lnTo>
                  <a:lnTo>
                    <a:pt x="145018" y="39568"/>
                  </a:lnTo>
                  <a:lnTo>
                    <a:pt x="148018" y="41861"/>
                  </a:lnTo>
                  <a:lnTo>
                    <a:pt x="150143" y="45417"/>
                  </a:lnTo>
                  <a:lnTo>
                    <a:pt x="151268" y="50005"/>
                  </a:lnTo>
                  <a:lnTo>
                    <a:pt x="163770" y="48284"/>
                  </a:lnTo>
                  <a:lnTo>
                    <a:pt x="162393" y="41861"/>
                  </a:lnTo>
                  <a:lnTo>
                    <a:pt x="162270" y="41288"/>
                  </a:lnTo>
                  <a:lnTo>
                    <a:pt x="158966" y="36012"/>
                  </a:lnTo>
                  <a:close/>
                </a:path>
                <a:path w="1405889" h="125730">
                  <a:moveTo>
                    <a:pt x="236701" y="36127"/>
                  </a:moveTo>
                  <a:lnTo>
                    <a:pt x="214651" y="36127"/>
                  </a:lnTo>
                  <a:lnTo>
                    <a:pt x="219527" y="37389"/>
                  </a:lnTo>
                  <a:lnTo>
                    <a:pt x="222777" y="40026"/>
                  </a:lnTo>
                  <a:lnTo>
                    <a:pt x="225153" y="42091"/>
                  </a:lnTo>
                  <a:lnTo>
                    <a:pt x="226403" y="45417"/>
                  </a:lnTo>
                  <a:lnTo>
                    <a:pt x="226278" y="53216"/>
                  </a:lnTo>
                  <a:lnTo>
                    <a:pt x="221402" y="54821"/>
                  </a:lnTo>
                  <a:lnTo>
                    <a:pt x="213901" y="56198"/>
                  </a:lnTo>
                  <a:lnTo>
                    <a:pt x="198399" y="57918"/>
                  </a:lnTo>
                  <a:lnTo>
                    <a:pt x="194649" y="58492"/>
                  </a:lnTo>
                  <a:lnTo>
                    <a:pt x="192149" y="59065"/>
                  </a:lnTo>
                  <a:lnTo>
                    <a:pt x="188773" y="59983"/>
                  </a:lnTo>
                  <a:lnTo>
                    <a:pt x="185648" y="61244"/>
                  </a:lnTo>
                  <a:lnTo>
                    <a:pt x="182897" y="62965"/>
                  </a:lnTo>
                  <a:lnTo>
                    <a:pt x="180147" y="64570"/>
                  </a:lnTo>
                  <a:lnTo>
                    <a:pt x="178022" y="66864"/>
                  </a:lnTo>
                  <a:lnTo>
                    <a:pt x="176272" y="69617"/>
                  </a:lnTo>
                  <a:lnTo>
                    <a:pt x="174646" y="72484"/>
                  </a:lnTo>
                  <a:lnTo>
                    <a:pt x="173771" y="75580"/>
                  </a:lnTo>
                  <a:lnTo>
                    <a:pt x="173771" y="84756"/>
                  </a:lnTo>
                  <a:lnTo>
                    <a:pt x="175637" y="88655"/>
                  </a:lnTo>
                  <a:lnTo>
                    <a:pt x="175747" y="88885"/>
                  </a:lnTo>
                  <a:lnTo>
                    <a:pt x="176158" y="89573"/>
                  </a:lnTo>
                  <a:lnTo>
                    <a:pt x="184898" y="96913"/>
                  </a:lnTo>
                  <a:lnTo>
                    <a:pt x="191273" y="98748"/>
                  </a:lnTo>
                  <a:lnTo>
                    <a:pt x="204650" y="98748"/>
                  </a:lnTo>
                  <a:lnTo>
                    <a:pt x="226251" y="89573"/>
                  </a:lnTo>
                  <a:lnTo>
                    <a:pt x="197649" y="89573"/>
                  </a:lnTo>
                  <a:lnTo>
                    <a:pt x="194315" y="88655"/>
                  </a:lnTo>
                  <a:lnTo>
                    <a:pt x="194045" y="88655"/>
                  </a:lnTo>
                  <a:lnTo>
                    <a:pt x="191419" y="86591"/>
                  </a:lnTo>
                  <a:lnTo>
                    <a:pt x="188773" y="84412"/>
                  </a:lnTo>
                  <a:lnTo>
                    <a:pt x="187458" y="81888"/>
                  </a:lnTo>
                  <a:lnTo>
                    <a:pt x="187398" y="76613"/>
                  </a:lnTo>
                  <a:lnTo>
                    <a:pt x="188023" y="74778"/>
                  </a:lnTo>
                  <a:lnTo>
                    <a:pt x="189148" y="73057"/>
                  </a:lnTo>
                  <a:lnTo>
                    <a:pt x="190398" y="71337"/>
                  </a:lnTo>
                  <a:lnTo>
                    <a:pt x="192024" y="70075"/>
                  </a:lnTo>
                  <a:lnTo>
                    <a:pt x="194274" y="69272"/>
                  </a:lnTo>
                  <a:lnTo>
                    <a:pt x="196399" y="68355"/>
                  </a:lnTo>
                  <a:lnTo>
                    <a:pt x="200150" y="67552"/>
                  </a:lnTo>
                  <a:lnTo>
                    <a:pt x="214776" y="65717"/>
                  </a:lnTo>
                  <a:lnTo>
                    <a:pt x="221652" y="64226"/>
                  </a:lnTo>
                  <a:lnTo>
                    <a:pt x="226278" y="62506"/>
                  </a:lnTo>
                  <a:lnTo>
                    <a:pt x="239279" y="62506"/>
                  </a:lnTo>
                  <a:lnTo>
                    <a:pt x="239279" y="47367"/>
                  </a:lnTo>
                  <a:lnTo>
                    <a:pt x="239147" y="45417"/>
                  </a:lnTo>
                  <a:lnTo>
                    <a:pt x="239029" y="43697"/>
                  </a:lnTo>
                  <a:lnTo>
                    <a:pt x="238721" y="42091"/>
                  </a:lnTo>
                  <a:lnTo>
                    <a:pt x="237985" y="38880"/>
                  </a:lnTo>
                  <a:lnTo>
                    <a:pt x="237904" y="38535"/>
                  </a:lnTo>
                  <a:lnTo>
                    <a:pt x="236701" y="36127"/>
                  </a:lnTo>
                  <a:close/>
                </a:path>
                <a:path w="1405889" h="125730">
                  <a:moveTo>
                    <a:pt x="240105" y="88655"/>
                  </a:moveTo>
                  <a:lnTo>
                    <a:pt x="227403" y="88655"/>
                  </a:lnTo>
                  <a:lnTo>
                    <a:pt x="227752" y="91752"/>
                  </a:lnTo>
                  <a:lnTo>
                    <a:pt x="227778" y="91981"/>
                  </a:lnTo>
                  <a:lnTo>
                    <a:pt x="228583" y="94619"/>
                  </a:lnTo>
                  <a:lnTo>
                    <a:pt x="228713" y="94963"/>
                  </a:lnTo>
                  <a:lnTo>
                    <a:pt x="229903" y="97257"/>
                  </a:lnTo>
                  <a:lnTo>
                    <a:pt x="243280" y="97257"/>
                  </a:lnTo>
                  <a:lnTo>
                    <a:pt x="241780" y="94619"/>
                  </a:lnTo>
                  <a:lnTo>
                    <a:pt x="240745" y="91981"/>
                  </a:lnTo>
                  <a:lnTo>
                    <a:pt x="240655" y="91752"/>
                  </a:lnTo>
                  <a:lnTo>
                    <a:pt x="240275" y="89573"/>
                  </a:lnTo>
                  <a:lnTo>
                    <a:pt x="240155" y="88885"/>
                  </a:lnTo>
                  <a:lnTo>
                    <a:pt x="240105" y="88655"/>
                  </a:lnTo>
                  <a:close/>
                </a:path>
                <a:path w="1405889" h="125730">
                  <a:moveTo>
                    <a:pt x="239279" y="62506"/>
                  </a:moveTo>
                  <a:lnTo>
                    <a:pt x="226278" y="62506"/>
                  </a:lnTo>
                  <a:lnTo>
                    <a:pt x="226186" y="72484"/>
                  </a:lnTo>
                  <a:lnTo>
                    <a:pt x="225689" y="75580"/>
                  </a:lnTo>
                  <a:lnTo>
                    <a:pt x="215776" y="86591"/>
                  </a:lnTo>
                  <a:lnTo>
                    <a:pt x="212026" y="88655"/>
                  </a:lnTo>
                  <a:lnTo>
                    <a:pt x="207525" y="89573"/>
                  </a:lnTo>
                  <a:lnTo>
                    <a:pt x="226251" y="89573"/>
                  </a:lnTo>
                  <a:lnTo>
                    <a:pt x="227403" y="88655"/>
                  </a:lnTo>
                  <a:lnTo>
                    <a:pt x="240105" y="88655"/>
                  </a:lnTo>
                  <a:lnTo>
                    <a:pt x="239654" y="86591"/>
                  </a:lnTo>
                  <a:lnTo>
                    <a:pt x="239529" y="86017"/>
                  </a:lnTo>
                  <a:lnTo>
                    <a:pt x="239471" y="84412"/>
                  </a:lnTo>
                  <a:lnTo>
                    <a:pt x="239379" y="81888"/>
                  </a:lnTo>
                  <a:lnTo>
                    <a:pt x="239279" y="62506"/>
                  </a:lnTo>
                  <a:close/>
                </a:path>
                <a:path w="1405889" h="125730">
                  <a:moveTo>
                    <a:pt x="216527" y="26378"/>
                  </a:moveTo>
                  <a:lnTo>
                    <a:pt x="203525" y="26378"/>
                  </a:lnTo>
                  <a:lnTo>
                    <a:pt x="197899" y="27181"/>
                  </a:lnTo>
                  <a:lnTo>
                    <a:pt x="176100" y="47367"/>
                  </a:lnTo>
                  <a:lnTo>
                    <a:pt x="176022" y="47711"/>
                  </a:lnTo>
                  <a:lnTo>
                    <a:pt x="188523" y="49316"/>
                  </a:lnTo>
                  <a:lnTo>
                    <a:pt x="189898" y="44385"/>
                  </a:lnTo>
                  <a:lnTo>
                    <a:pt x="192024" y="40944"/>
                  </a:lnTo>
                  <a:lnTo>
                    <a:pt x="197774" y="37044"/>
                  </a:lnTo>
                  <a:lnTo>
                    <a:pt x="202150" y="36127"/>
                  </a:lnTo>
                  <a:lnTo>
                    <a:pt x="236701" y="36127"/>
                  </a:lnTo>
                  <a:lnTo>
                    <a:pt x="236529" y="35783"/>
                  </a:lnTo>
                  <a:lnTo>
                    <a:pt x="232779" y="31654"/>
                  </a:lnTo>
                  <a:lnTo>
                    <a:pt x="229778" y="29819"/>
                  </a:lnTo>
                  <a:lnTo>
                    <a:pt x="222111" y="27181"/>
                  </a:lnTo>
                  <a:lnTo>
                    <a:pt x="222652" y="27181"/>
                  </a:lnTo>
                  <a:lnTo>
                    <a:pt x="216527" y="26378"/>
                  </a:lnTo>
                  <a:close/>
                </a:path>
                <a:path w="1405889" h="125730">
                  <a:moveTo>
                    <a:pt x="274034" y="1605"/>
                  </a:moveTo>
                  <a:lnTo>
                    <a:pt x="261282" y="1605"/>
                  </a:lnTo>
                  <a:lnTo>
                    <a:pt x="261282" y="97257"/>
                  </a:lnTo>
                  <a:lnTo>
                    <a:pt x="274034" y="97257"/>
                  </a:lnTo>
                  <a:lnTo>
                    <a:pt x="274034" y="1605"/>
                  </a:lnTo>
                  <a:close/>
                </a:path>
                <a:path w="1405889" h="125730">
                  <a:moveTo>
                    <a:pt x="307788" y="1605"/>
                  </a:moveTo>
                  <a:lnTo>
                    <a:pt x="294911" y="1605"/>
                  </a:lnTo>
                  <a:lnTo>
                    <a:pt x="294911" y="15139"/>
                  </a:lnTo>
                  <a:lnTo>
                    <a:pt x="307788" y="15139"/>
                  </a:lnTo>
                  <a:lnTo>
                    <a:pt x="307788" y="1605"/>
                  </a:lnTo>
                  <a:close/>
                </a:path>
                <a:path w="1405889" h="125730">
                  <a:moveTo>
                    <a:pt x="307788" y="27984"/>
                  </a:moveTo>
                  <a:lnTo>
                    <a:pt x="294911" y="27984"/>
                  </a:lnTo>
                  <a:lnTo>
                    <a:pt x="294911" y="97257"/>
                  </a:lnTo>
                  <a:lnTo>
                    <a:pt x="307788" y="97257"/>
                  </a:lnTo>
                  <a:lnTo>
                    <a:pt x="307788" y="27984"/>
                  </a:lnTo>
                  <a:close/>
                </a:path>
                <a:path w="1405889" h="125730">
                  <a:moveTo>
                    <a:pt x="339792" y="27984"/>
                  </a:moveTo>
                  <a:lnTo>
                    <a:pt x="328291" y="27984"/>
                  </a:lnTo>
                  <a:lnTo>
                    <a:pt x="328291" y="97257"/>
                  </a:lnTo>
                  <a:lnTo>
                    <a:pt x="341042" y="97257"/>
                  </a:lnTo>
                  <a:lnTo>
                    <a:pt x="341042" y="50463"/>
                  </a:lnTo>
                  <a:lnTo>
                    <a:pt x="343042" y="44499"/>
                  </a:lnTo>
                  <a:lnTo>
                    <a:pt x="350918" y="38191"/>
                  </a:lnTo>
                  <a:lnTo>
                    <a:pt x="351936" y="37847"/>
                  </a:lnTo>
                  <a:lnTo>
                    <a:pt x="339792" y="37847"/>
                  </a:lnTo>
                  <a:lnTo>
                    <a:pt x="339792" y="27984"/>
                  </a:lnTo>
                  <a:close/>
                </a:path>
                <a:path w="1405889" h="125730">
                  <a:moveTo>
                    <a:pt x="386530" y="36586"/>
                  </a:moveTo>
                  <a:lnTo>
                    <a:pt x="364545" y="36586"/>
                  </a:lnTo>
                  <a:lnTo>
                    <a:pt x="367545" y="37274"/>
                  </a:lnTo>
                  <a:lnTo>
                    <a:pt x="370046" y="38650"/>
                  </a:lnTo>
                  <a:lnTo>
                    <a:pt x="372546" y="40141"/>
                  </a:lnTo>
                  <a:lnTo>
                    <a:pt x="374296" y="41976"/>
                  </a:lnTo>
                  <a:lnTo>
                    <a:pt x="375346" y="44499"/>
                  </a:lnTo>
                  <a:lnTo>
                    <a:pt x="376297" y="46678"/>
                  </a:lnTo>
                  <a:lnTo>
                    <a:pt x="376797" y="50463"/>
                  </a:lnTo>
                  <a:lnTo>
                    <a:pt x="376797" y="97257"/>
                  </a:lnTo>
                  <a:lnTo>
                    <a:pt x="389673" y="97257"/>
                  </a:lnTo>
                  <a:lnTo>
                    <a:pt x="389673" y="49202"/>
                  </a:lnTo>
                  <a:lnTo>
                    <a:pt x="389507" y="46678"/>
                  </a:lnTo>
                  <a:lnTo>
                    <a:pt x="389423" y="45417"/>
                  </a:lnTo>
                  <a:lnTo>
                    <a:pt x="388225" y="40141"/>
                  </a:lnTo>
                  <a:lnTo>
                    <a:pt x="388173" y="39912"/>
                  </a:lnTo>
                  <a:lnTo>
                    <a:pt x="386798" y="36930"/>
                  </a:lnTo>
                  <a:lnTo>
                    <a:pt x="386530" y="36586"/>
                  </a:lnTo>
                  <a:close/>
                </a:path>
                <a:path w="1405889" h="125730">
                  <a:moveTo>
                    <a:pt x="368296" y="26378"/>
                  </a:moveTo>
                  <a:lnTo>
                    <a:pt x="363795" y="26378"/>
                  </a:lnTo>
                  <a:lnTo>
                    <a:pt x="355436" y="27181"/>
                  </a:lnTo>
                  <a:lnTo>
                    <a:pt x="356112" y="27181"/>
                  </a:lnTo>
                  <a:lnTo>
                    <a:pt x="349918" y="29231"/>
                  </a:lnTo>
                  <a:lnTo>
                    <a:pt x="344386" y="32813"/>
                  </a:lnTo>
                  <a:lnTo>
                    <a:pt x="339792" y="37847"/>
                  </a:lnTo>
                  <a:lnTo>
                    <a:pt x="351936" y="37847"/>
                  </a:lnTo>
                  <a:lnTo>
                    <a:pt x="355669" y="36586"/>
                  </a:lnTo>
                  <a:lnTo>
                    <a:pt x="386530" y="36586"/>
                  </a:lnTo>
                  <a:lnTo>
                    <a:pt x="383047" y="32113"/>
                  </a:lnTo>
                  <a:lnTo>
                    <a:pt x="380172" y="30163"/>
                  </a:lnTo>
                  <a:lnTo>
                    <a:pt x="376297" y="28672"/>
                  </a:lnTo>
                  <a:lnTo>
                    <a:pt x="372546" y="27181"/>
                  </a:lnTo>
                  <a:lnTo>
                    <a:pt x="368296" y="26378"/>
                  </a:lnTo>
                  <a:close/>
                </a:path>
                <a:path w="1405889" h="125730">
                  <a:moveTo>
                    <a:pt x="409301" y="102991"/>
                  </a:moveTo>
                  <a:lnTo>
                    <a:pt x="409176" y="110446"/>
                  </a:lnTo>
                  <a:lnTo>
                    <a:pt x="411801" y="116066"/>
                  </a:lnTo>
                  <a:lnTo>
                    <a:pt x="422927" y="123521"/>
                  </a:lnTo>
                  <a:lnTo>
                    <a:pt x="430178" y="125356"/>
                  </a:lnTo>
                  <a:lnTo>
                    <a:pt x="446805" y="125356"/>
                  </a:lnTo>
                  <a:lnTo>
                    <a:pt x="453181" y="124094"/>
                  </a:lnTo>
                  <a:lnTo>
                    <a:pt x="458307" y="121457"/>
                  </a:lnTo>
                  <a:lnTo>
                    <a:pt x="463557" y="118819"/>
                  </a:lnTo>
                  <a:lnTo>
                    <a:pt x="466945" y="115607"/>
                  </a:lnTo>
                  <a:lnTo>
                    <a:pt x="433679" y="115607"/>
                  </a:lnTo>
                  <a:lnTo>
                    <a:pt x="429303" y="114575"/>
                  </a:lnTo>
                  <a:lnTo>
                    <a:pt x="423677" y="110790"/>
                  </a:lnTo>
                  <a:lnTo>
                    <a:pt x="422302" y="108153"/>
                  </a:lnTo>
                  <a:lnTo>
                    <a:pt x="421802" y="104712"/>
                  </a:lnTo>
                  <a:lnTo>
                    <a:pt x="409301" y="102991"/>
                  </a:lnTo>
                  <a:close/>
                </a:path>
                <a:path w="1405889" h="125730">
                  <a:moveTo>
                    <a:pt x="473309" y="88196"/>
                  </a:moveTo>
                  <a:lnTo>
                    <a:pt x="460307" y="88196"/>
                  </a:lnTo>
                  <a:lnTo>
                    <a:pt x="460265" y="96612"/>
                  </a:lnTo>
                  <a:lnTo>
                    <a:pt x="460165" y="98633"/>
                  </a:lnTo>
                  <a:lnTo>
                    <a:pt x="452806" y="112396"/>
                  </a:lnTo>
                  <a:lnTo>
                    <a:pt x="449681" y="114575"/>
                  </a:lnTo>
                  <a:lnTo>
                    <a:pt x="445055" y="115607"/>
                  </a:lnTo>
                  <a:lnTo>
                    <a:pt x="466945" y="115607"/>
                  </a:lnTo>
                  <a:lnTo>
                    <a:pt x="467308" y="115263"/>
                  </a:lnTo>
                  <a:lnTo>
                    <a:pt x="469683" y="110790"/>
                  </a:lnTo>
                  <a:lnTo>
                    <a:pt x="472184" y="106317"/>
                  </a:lnTo>
                  <a:lnTo>
                    <a:pt x="473309" y="98633"/>
                  </a:lnTo>
                  <a:lnTo>
                    <a:pt x="473309" y="88196"/>
                  </a:lnTo>
                  <a:close/>
                </a:path>
                <a:path w="1405889" h="125730">
                  <a:moveTo>
                    <a:pt x="448431" y="26378"/>
                  </a:moveTo>
                  <a:lnTo>
                    <a:pt x="432804" y="26378"/>
                  </a:lnTo>
                  <a:lnTo>
                    <a:pt x="426476" y="27984"/>
                  </a:lnTo>
                  <a:lnTo>
                    <a:pt x="426747" y="27984"/>
                  </a:lnTo>
                  <a:lnTo>
                    <a:pt x="422052" y="30966"/>
                  </a:lnTo>
                  <a:lnTo>
                    <a:pt x="417052" y="33948"/>
                  </a:lnTo>
                  <a:lnTo>
                    <a:pt x="413301" y="38306"/>
                  </a:lnTo>
                  <a:lnTo>
                    <a:pt x="410676" y="43926"/>
                  </a:lnTo>
                  <a:lnTo>
                    <a:pt x="408051" y="49431"/>
                  </a:lnTo>
                  <a:lnTo>
                    <a:pt x="406800" y="55624"/>
                  </a:lnTo>
                  <a:lnTo>
                    <a:pt x="406800" y="62162"/>
                  </a:lnTo>
                  <a:lnTo>
                    <a:pt x="432073" y="96612"/>
                  </a:lnTo>
                  <a:lnTo>
                    <a:pt x="439429" y="97257"/>
                  </a:lnTo>
                  <a:lnTo>
                    <a:pt x="447805" y="97257"/>
                  </a:lnTo>
                  <a:lnTo>
                    <a:pt x="454681" y="94160"/>
                  </a:lnTo>
                  <a:lnTo>
                    <a:pt x="460307" y="88196"/>
                  </a:lnTo>
                  <a:lnTo>
                    <a:pt x="473309" y="88196"/>
                  </a:lnTo>
                  <a:lnTo>
                    <a:pt x="473309" y="87508"/>
                  </a:lnTo>
                  <a:lnTo>
                    <a:pt x="434679" y="87508"/>
                  </a:lnTo>
                  <a:lnTo>
                    <a:pt x="429803" y="85444"/>
                  </a:lnTo>
                  <a:lnTo>
                    <a:pt x="421927" y="77071"/>
                  </a:lnTo>
                  <a:lnTo>
                    <a:pt x="419996" y="70649"/>
                  </a:lnTo>
                  <a:lnTo>
                    <a:pt x="419927" y="52986"/>
                  </a:lnTo>
                  <a:lnTo>
                    <a:pt x="421855" y="46908"/>
                  </a:lnTo>
                  <a:lnTo>
                    <a:pt x="421927" y="46678"/>
                  </a:lnTo>
                  <a:lnTo>
                    <a:pt x="429820" y="38306"/>
                  </a:lnTo>
                  <a:lnTo>
                    <a:pt x="429664" y="38306"/>
                  </a:lnTo>
                  <a:lnTo>
                    <a:pt x="434415" y="36242"/>
                  </a:lnTo>
                  <a:lnTo>
                    <a:pt x="461557" y="36242"/>
                  </a:lnTo>
                  <a:lnTo>
                    <a:pt x="455681" y="29704"/>
                  </a:lnTo>
                  <a:lnTo>
                    <a:pt x="448431" y="26378"/>
                  </a:lnTo>
                  <a:close/>
                </a:path>
                <a:path w="1405889" h="125730">
                  <a:moveTo>
                    <a:pt x="473309" y="27984"/>
                  </a:moveTo>
                  <a:lnTo>
                    <a:pt x="461557" y="27984"/>
                  </a:lnTo>
                  <a:lnTo>
                    <a:pt x="461557" y="36242"/>
                  </a:lnTo>
                  <a:lnTo>
                    <a:pt x="446443" y="36242"/>
                  </a:lnTo>
                  <a:lnTo>
                    <a:pt x="451181" y="38306"/>
                  </a:lnTo>
                  <a:lnTo>
                    <a:pt x="459307" y="46908"/>
                  </a:lnTo>
                  <a:lnTo>
                    <a:pt x="461355" y="52986"/>
                  </a:lnTo>
                  <a:lnTo>
                    <a:pt x="461432" y="70649"/>
                  </a:lnTo>
                  <a:lnTo>
                    <a:pt x="459432" y="77071"/>
                  </a:lnTo>
                  <a:lnTo>
                    <a:pt x="455431" y="81315"/>
                  </a:lnTo>
                  <a:lnTo>
                    <a:pt x="451431" y="85444"/>
                  </a:lnTo>
                  <a:lnTo>
                    <a:pt x="446430" y="87508"/>
                  </a:lnTo>
                  <a:lnTo>
                    <a:pt x="473309" y="87508"/>
                  </a:lnTo>
                  <a:lnTo>
                    <a:pt x="473309" y="27984"/>
                  </a:lnTo>
                  <a:close/>
                </a:path>
                <a:path w="1405889" h="125730">
                  <a:moveTo>
                    <a:pt x="609451" y="1605"/>
                  </a:moveTo>
                  <a:lnTo>
                    <a:pt x="539067" y="1605"/>
                  </a:lnTo>
                  <a:lnTo>
                    <a:pt x="539067" y="97257"/>
                  </a:lnTo>
                  <a:lnTo>
                    <a:pt x="552944" y="97257"/>
                  </a:lnTo>
                  <a:lnTo>
                    <a:pt x="552944" y="53789"/>
                  </a:lnTo>
                  <a:lnTo>
                    <a:pt x="601825" y="53789"/>
                  </a:lnTo>
                  <a:lnTo>
                    <a:pt x="601825" y="42550"/>
                  </a:lnTo>
                  <a:lnTo>
                    <a:pt x="552944" y="42550"/>
                  </a:lnTo>
                  <a:lnTo>
                    <a:pt x="552944" y="12845"/>
                  </a:lnTo>
                  <a:lnTo>
                    <a:pt x="609451" y="12845"/>
                  </a:lnTo>
                  <a:lnTo>
                    <a:pt x="609451" y="1605"/>
                  </a:lnTo>
                  <a:close/>
                </a:path>
                <a:path w="1405889" h="125730">
                  <a:moveTo>
                    <a:pt x="687007" y="36127"/>
                  </a:moveTo>
                  <a:lnTo>
                    <a:pt x="664958" y="36127"/>
                  </a:lnTo>
                  <a:lnTo>
                    <a:pt x="669833" y="37389"/>
                  </a:lnTo>
                  <a:lnTo>
                    <a:pt x="673084" y="40026"/>
                  </a:lnTo>
                  <a:lnTo>
                    <a:pt x="675459" y="42091"/>
                  </a:lnTo>
                  <a:lnTo>
                    <a:pt x="676709" y="45417"/>
                  </a:lnTo>
                  <a:lnTo>
                    <a:pt x="676709" y="53216"/>
                  </a:lnTo>
                  <a:lnTo>
                    <a:pt x="671708" y="54821"/>
                  </a:lnTo>
                  <a:lnTo>
                    <a:pt x="664208" y="56198"/>
                  </a:lnTo>
                  <a:lnTo>
                    <a:pt x="648706" y="57918"/>
                  </a:lnTo>
                  <a:lnTo>
                    <a:pt x="644955" y="58492"/>
                  </a:lnTo>
                  <a:lnTo>
                    <a:pt x="642455" y="59065"/>
                  </a:lnTo>
                  <a:lnTo>
                    <a:pt x="639079" y="59983"/>
                  </a:lnTo>
                  <a:lnTo>
                    <a:pt x="635954" y="61244"/>
                  </a:lnTo>
                  <a:lnTo>
                    <a:pt x="633204" y="62965"/>
                  </a:lnTo>
                  <a:lnTo>
                    <a:pt x="630453" y="64570"/>
                  </a:lnTo>
                  <a:lnTo>
                    <a:pt x="628328" y="66864"/>
                  </a:lnTo>
                  <a:lnTo>
                    <a:pt x="626578" y="69617"/>
                  </a:lnTo>
                  <a:lnTo>
                    <a:pt x="624953" y="72484"/>
                  </a:lnTo>
                  <a:lnTo>
                    <a:pt x="624078" y="75580"/>
                  </a:lnTo>
                  <a:lnTo>
                    <a:pt x="624078" y="84756"/>
                  </a:lnTo>
                  <a:lnTo>
                    <a:pt x="625944" y="88655"/>
                  </a:lnTo>
                  <a:lnTo>
                    <a:pt x="626053" y="88885"/>
                  </a:lnTo>
                  <a:lnTo>
                    <a:pt x="626464" y="89573"/>
                  </a:lnTo>
                  <a:lnTo>
                    <a:pt x="635204" y="96913"/>
                  </a:lnTo>
                  <a:lnTo>
                    <a:pt x="641580" y="98748"/>
                  </a:lnTo>
                  <a:lnTo>
                    <a:pt x="654956" y="98748"/>
                  </a:lnTo>
                  <a:lnTo>
                    <a:pt x="676558" y="89573"/>
                  </a:lnTo>
                  <a:lnTo>
                    <a:pt x="647956" y="89573"/>
                  </a:lnTo>
                  <a:lnTo>
                    <a:pt x="644622" y="88655"/>
                  </a:lnTo>
                  <a:lnTo>
                    <a:pt x="644351" y="88655"/>
                  </a:lnTo>
                  <a:lnTo>
                    <a:pt x="641726" y="86591"/>
                  </a:lnTo>
                  <a:lnTo>
                    <a:pt x="639079" y="84412"/>
                  </a:lnTo>
                  <a:lnTo>
                    <a:pt x="637764" y="81888"/>
                  </a:lnTo>
                  <a:lnTo>
                    <a:pt x="637704" y="76613"/>
                  </a:lnTo>
                  <a:lnTo>
                    <a:pt x="638329" y="74778"/>
                  </a:lnTo>
                  <a:lnTo>
                    <a:pt x="639579" y="73057"/>
                  </a:lnTo>
                  <a:lnTo>
                    <a:pt x="640705" y="71337"/>
                  </a:lnTo>
                  <a:lnTo>
                    <a:pt x="642455" y="70075"/>
                  </a:lnTo>
                  <a:lnTo>
                    <a:pt x="644580" y="69272"/>
                  </a:lnTo>
                  <a:lnTo>
                    <a:pt x="646705" y="68355"/>
                  </a:lnTo>
                  <a:lnTo>
                    <a:pt x="650456" y="67552"/>
                  </a:lnTo>
                  <a:lnTo>
                    <a:pt x="665083" y="65717"/>
                  </a:lnTo>
                  <a:lnTo>
                    <a:pt x="671959" y="64226"/>
                  </a:lnTo>
                  <a:lnTo>
                    <a:pt x="676709" y="62506"/>
                  </a:lnTo>
                  <a:lnTo>
                    <a:pt x="689586" y="62506"/>
                  </a:lnTo>
                  <a:lnTo>
                    <a:pt x="689586" y="47367"/>
                  </a:lnTo>
                  <a:lnTo>
                    <a:pt x="688211" y="38535"/>
                  </a:lnTo>
                  <a:lnTo>
                    <a:pt x="687007" y="36127"/>
                  </a:lnTo>
                  <a:close/>
                </a:path>
                <a:path w="1405889" h="125730">
                  <a:moveTo>
                    <a:pt x="690411" y="88655"/>
                  </a:moveTo>
                  <a:lnTo>
                    <a:pt x="677709" y="88655"/>
                  </a:lnTo>
                  <a:lnTo>
                    <a:pt x="678058" y="91752"/>
                  </a:lnTo>
                  <a:lnTo>
                    <a:pt x="678084" y="91981"/>
                  </a:lnTo>
                  <a:lnTo>
                    <a:pt x="678889" y="94619"/>
                  </a:lnTo>
                  <a:lnTo>
                    <a:pt x="679025" y="94963"/>
                  </a:lnTo>
                  <a:lnTo>
                    <a:pt x="680335" y="97257"/>
                  </a:lnTo>
                  <a:lnTo>
                    <a:pt x="693586" y="97257"/>
                  </a:lnTo>
                  <a:lnTo>
                    <a:pt x="692086" y="94619"/>
                  </a:lnTo>
                  <a:lnTo>
                    <a:pt x="691051" y="91981"/>
                  </a:lnTo>
                  <a:lnTo>
                    <a:pt x="690961" y="91752"/>
                  </a:lnTo>
                  <a:lnTo>
                    <a:pt x="690581" y="89573"/>
                  </a:lnTo>
                  <a:lnTo>
                    <a:pt x="690461" y="88885"/>
                  </a:lnTo>
                  <a:lnTo>
                    <a:pt x="690411" y="88655"/>
                  </a:lnTo>
                  <a:close/>
                </a:path>
                <a:path w="1405889" h="125730">
                  <a:moveTo>
                    <a:pt x="689586" y="62506"/>
                  </a:moveTo>
                  <a:lnTo>
                    <a:pt x="676709" y="62506"/>
                  </a:lnTo>
                  <a:lnTo>
                    <a:pt x="676599" y="72484"/>
                  </a:lnTo>
                  <a:lnTo>
                    <a:pt x="676003" y="75580"/>
                  </a:lnTo>
                  <a:lnTo>
                    <a:pt x="666083" y="86591"/>
                  </a:lnTo>
                  <a:lnTo>
                    <a:pt x="662332" y="88655"/>
                  </a:lnTo>
                  <a:lnTo>
                    <a:pt x="657957" y="89573"/>
                  </a:lnTo>
                  <a:lnTo>
                    <a:pt x="676558" y="89573"/>
                  </a:lnTo>
                  <a:lnTo>
                    <a:pt x="677709" y="88655"/>
                  </a:lnTo>
                  <a:lnTo>
                    <a:pt x="690411" y="88655"/>
                  </a:lnTo>
                  <a:lnTo>
                    <a:pt x="689961" y="86591"/>
                  </a:lnTo>
                  <a:lnTo>
                    <a:pt x="689836" y="86017"/>
                  </a:lnTo>
                  <a:lnTo>
                    <a:pt x="689777" y="84412"/>
                  </a:lnTo>
                  <a:lnTo>
                    <a:pt x="689686" y="81888"/>
                  </a:lnTo>
                  <a:lnTo>
                    <a:pt x="689586" y="62506"/>
                  </a:lnTo>
                  <a:close/>
                </a:path>
                <a:path w="1405889" h="125730">
                  <a:moveTo>
                    <a:pt x="666833" y="26378"/>
                  </a:moveTo>
                  <a:lnTo>
                    <a:pt x="653831" y="26378"/>
                  </a:lnTo>
                  <a:lnTo>
                    <a:pt x="648206" y="27181"/>
                  </a:lnTo>
                  <a:lnTo>
                    <a:pt x="626406" y="47367"/>
                  </a:lnTo>
                  <a:lnTo>
                    <a:pt x="626328" y="47711"/>
                  </a:lnTo>
                  <a:lnTo>
                    <a:pt x="638829" y="49316"/>
                  </a:lnTo>
                  <a:lnTo>
                    <a:pt x="640205" y="44385"/>
                  </a:lnTo>
                  <a:lnTo>
                    <a:pt x="642330" y="40944"/>
                  </a:lnTo>
                  <a:lnTo>
                    <a:pt x="648081" y="37044"/>
                  </a:lnTo>
                  <a:lnTo>
                    <a:pt x="652456" y="36127"/>
                  </a:lnTo>
                  <a:lnTo>
                    <a:pt x="687007" y="36127"/>
                  </a:lnTo>
                  <a:lnTo>
                    <a:pt x="686835" y="35783"/>
                  </a:lnTo>
                  <a:lnTo>
                    <a:pt x="683085" y="31654"/>
                  </a:lnTo>
                  <a:lnTo>
                    <a:pt x="680085" y="29819"/>
                  </a:lnTo>
                  <a:lnTo>
                    <a:pt x="672417" y="27181"/>
                  </a:lnTo>
                  <a:lnTo>
                    <a:pt x="672959" y="27181"/>
                  </a:lnTo>
                  <a:lnTo>
                    <a:pt x="666833" y="26378"/>
                  </a:lnTo>
                  <a:close/>
                </a:path>
                <a:path w="1405889" h="125730">
                  <a:moveTo>
                    <a:pt x="750593" y="26378"/>
                  </a:moveTo>
                  <a:lnTo>
                    <a:pt x="735842" y="26378"/>
                  </a:lnTo>
                  <a:lnTo>
                    <a:pt x="729841" y="27755"/>
                  </a:lnTo>
                  <a:lnTo>
                    <a:pt x="724340" y="30622"/>
                  </a:lnTo>
                  <a:lnTo>
                    <a:pt x="718839" y="33374"/>
                  </a:lnTo>
                  <a:lnTo>
                    <a:pt x="714714" y="37618"/>
                  </a:lnTo>
                  <a:lnTo>
                    <a:pt x="711964" y="43238"/>
                  </a:lnTo>
                  <a:lnTo>
                    <a:pt x="709338" y="48858"/>
                  </a:lnTo>
                  <a:lnTo>
                    <a:pt x="707963" y="55395"/>
                  </a:lnTo>
                  <a:lnTo>
                    <a:pt x="707963" y="62850"/>
                  </a:lnTo>
                  <a:lnTo>
                    <a:pt x="708549" y="71023"/>
                  </a:lnTo>
                  <a:lnTo>
                    <a:pt x="710205" y="77760"/>
                  </a:lnTo>
                  <a:lnTo>
                    <a:pt x="710307" y="78175"/>
                  </a:lnTo>
                  <a:lnTo>
                    <a:pt x="742342" y="98748"/>
                  </a:lnTo>
                  <a:lnTo>
                    <a:pt x="750593" y="98748"/>
                  </a:lnTo>
                  <a:lnTo>
                    <a:pt x="757469" y="96569"/>
                  </a:lnTo>
                  <a:lnTo>
                    <a:pt x="763220" y="92096"/>
                  </a:lnTo>
                  <a:lnTo>
                    <a:pt x="766877" y="89114"/>
                  </a:lnTo>
                  <a:lnTo>
                    <a:pt x="735842" y="89114"/>
                  </a:lnTo>
                  <a:lnTo>
                    <a:pt x="730841" y="87049"/>
                  </a:lnTo>
                  <a:lnTo>
                    <a:pt x="723090" y="78562"/>
                  </a:lnTo>
                  <a:lnTo>
                    <a:pt x="721090" y="71796"/>
                  </a:lnTo>
                  <a:lnTo>
                    <a:pt x="721090" y="53331"/>
                  </a:lnTo>
                  <a:lnTo>
                    <a:pt x="723090" y="46678"/>
                  </a:lnTo>
                  <a:lnTo>
                    <a:pt x="727090" y="42435"/>
                  </a:lnTo>
                  <a:lnTo>
                    <a:pt x="731216" y="38191"/>
                  </a:lnTo>
                  <a:lnTo>
                    <a:pt x="736467" y="36012"/>
                  </a:lnTo>
                  <a:lnTo>
                    <a:pt x="767880" y="36012"/>
                  </a:lnTo>
                  <a:lnTo>
                    <a:pt x="757219" y="28328"/>
                  </a:lnTo>
                  <a:lnTo>
                    <a:pt x="750593" y="26378"/>
                  </a:lnTo>
                  <a:close/>
                </a:path>
                <a:path w="1405889" h="125730">
                  <a:moveTo>
                    <a:pt x="761095" y="71796"/>
                  </a:moveTo>
                  <a:lnTo>
                    <a:pt x="760220" y="77760"/>
                  </a:lnTo>
                  <a:lnTo>
                    <a:pt x="758094" y="82118"/>
                  </a:lnTo>
                  <a:lnTo>
                    <a:pt x="754719" y="84870"/>
                  </a:lnTo>
                  <a:lnTo>
                    <a:pt x="751343" y="87738"/>
                  </a:lnTo>
                  <a:lnTo>
                    <a:pt x="747218" y="89114"/>
                  </a:lnTo>
                  <a:lnTo>
                    <a:pt x="766877" y="89114"/>
                  </a:lnTo>
                  <a:lnTo>
                    <a:pt x="768846" y="87508"/>
                  </a:lnTo>
                  <a:lnTo>
                    <a:pt x="772346" y="81315"/>
                  </a:lnTo>
                  <a:lnTo>
                    <a:pt x="773721" y="73401"/>
                  </a:lnTo>
                  <a:lnTo>
                    <a:pt x="761095" y="71796"/>
                  </a:lnTo>
                  <a:close/>
                </a:path>
                <a:path w="1405889" h="125730">
                  <a:moveTo>
                    <a:pt x="767792" y="36012"/>
                  </a:moveTo>
                  <a:lnTo>
                    <a:pt x="747093" y="36012"/>
                  </a:lnTo>
                  <a:lnTo>
                    <a:pt x="750718" y="37159"/>
                  </a:lnTo>
                  <a:lnTo>
                    <a:pt x="753719" y="39568"/>
                  </a:lnTo>
                  <a:lnTo>
                    <a:pt x="756844" y="41861"/>
                  </a:lnTo>
                  <a:lnTo>
                    <a:pt x="758844" y="45417"/>
                  </a:lnTo>
                  <a:lnTo>
                    <a:pt x="760095" y="50005"/>
                  </a:lnTo>
                  <a:lnTo>
                    <a:pt x="772471" y="48284"/>
                  </a:lnTo>
                  <a:lnTo>
                    <a:pt x="771321" y="42435"/>
                  </a:lnTo>
                  <a:lnTo>
                    <a:pt x="771209" y="41861"/>
                  </a:lnTo>
                  <a:lnTo>
                    <a:pt x="771096" y="41288"/>
                  </a:lnTo>
                  <a:lnTo>
                    <a:pt x="767792" y="36012"/>
                  </a:lnTo>
                  <a:close/>
                </a:path>
                <a:path w="1405889" h="125730">
                  <a:moveTo>
                    <a:pt x="801975" y="37044"/>
                  </a:moveTo>
                  <a:lnTo>
                    <a:pt x="789223" y="37044"/>
                  </a:lnTo>
                  <a:lnTo>
                    <a:pt x="789333" y="84985"/>
                  </a:lnTo>
                  <a:lnTo>
                    <a:pt x="789723" y="88655"/>
                  </a:lnTo>
                  <a:lnTo>
                    <a:pt x="790848" y="90834"/>
                  </a:lnTo>
                  <a:lnTo>
                    <a:pt x="791849" y="93013"/>
                  </a:lnTo>
                  <a:lnTo>
                    <a:pt x="793599" y="94734"/>
                  </a:lnTo>
                  <a:lnTo>
                    <a:pt x="796224" y="96110"/>
                  </a:lnTo>
                  <a:lnTo>
                    <a:pt x="798724" y="97486"/>
                  </a:lnTo>
                  <a:lnTo>
                    <a:pt x="802350" y="98174"/>
                  </a:lnTo>
                  <a:lnTo>
                    <a:pt x="809851" y="98174"/>
                  </a:lnTo>
                  <a:lnTo>
                    <a:pt x="813101" y="97830"/>
                  </a:lnTo>
                  <a:lnTo>
                    <a:pt x="816727" y="97142"/>
                  </a:lnTo>
                  <a:lnTo>
                    <a:pt x="814913" y="87049"/>
                  </a:lnTo>
                  <a:lnTo>
                    <a:pt x="806050" y="87049"/>
                  </a:lnTo>
                  <a:lnTo>
                    <a:pt x="803850" y="85788"/>
                  </a:lnTo>
                  <a:lnTo>
                    <a:pt x="803100" y="84985"/>
                  </a:lnTo>
                  <a:lnTo>
                    <a:pt x="802600" y="84068"/>
                  </a:lnTo>
                  <a:lnTo>
                    <a:pt x="802225" y="83150"/>
                  </a:lnTo>
                  <a:lnTo>
                    <a:pt x="801975" y="80971"/>
                  </a:lnTo>
                  <a:lnTo>
                    <a:pt x="801975" y="37044"/>
                  </a:lnTo>
                  <a:close/>
                </a:path>
                <a:path w="1405889" h="125730">
                  <a:moveTo>
                    <a:pt x="814851" y="86705"/>
                  </a:moveTo>
                  <a:lnTo>
                    <a:pt x="812476" y="87049"/>
                  </a:lnTo>
                  <a:lnTo>
                    <a:pt x="814913" y="87049"/>
                  </a:lnTo>
                  <a:lnTo>
                    <a:pt x="814851" y="86705"/>
                  </a:lnTo>
                  <a:close/>
                </a:path>
                <a:path w="1405889" h="125730">
                  <a:moveTo>
                    <a:pt x="814851" y="27984"/>
                  </a:moveTo>
                  <a:lnTo>
                    <a:pt x="779847" y="27984"/>
                  </a:lnTo>
                  <a:lnTo>
                    <a:pt x="779847" y="37044"/>
                  </a:lnTo>
                  <a:lnTo>
                    <a:pt x="814851" y="37044"/>
                  </a:lnTo>
                  <a:lnTo>
                    <a:pt x="814851" y="27984"/>
                  </a:lnTo>
                  <a:close/>
                </a:path>
                <a:path w="1405889" h="125730">
                  <a:moveTo>
                    <a:pt x="801975" y="3784"/>
                  </a:moveTo>
                  <a:lnTo>
                    <a:pt x="789223" y="10780"/>
                  </a:lnTo>
                  <a:lnTo>
                    <a:pt x="789223" y="27984"/>
                  </a:lnTo>
                  <a:lnTo>
                    <a:pt x="801975" y="27984"/>
                  </a:lnTo>
                  <a:lnTo>
                    <a:pt x="801975" y="3784"/>
                  </a:lnTo>
                  <a:close/>
                </a:path>
                <a:path w="1405889" h="125730">
                  <a:moveTo>
                    <a:pt x="859232" y="26378"/>
                  </a:moveTo>
                  <a:lnTo>
                    <a:pt x="849856" y="26378"/>
                  </a:lnTo>
                  <a:lnTo>
                    <a:pt x="841980" y="28901"/>
                  </a:lnTo>
                  <a:lnTo>
                    <a:pt x="823853" y="62620"/>
                  </a:lnTo>
                  <a:lnTo>
                    <a:pt x="824437" y="70534"/>
                  </a:lnTo>
                  <a:lnTo>
                    <a:pt x="824462" y="70878"/>
                  </a:lnTo>
                  <a:lnTo>
                    <a:pt x="851659" y="98167"/>
                  </a:lnTo>
                  <a:lnTo>
                    <a:pt x="859232" y="98748"/>
                  </a:lnTo>
                  <a:lnTo>
                    <a:pt x="865858" y="98748"/>
                  </a:lnTo>
                  <a:lnTo>
                    <a:pt x="871859" y="97372"/>
                  </a:lnTo>
                  <a:lnTo>
                    <a:pt x="882985" y="91752"/>
                  </a:lnTo>
                  <a:lnTo>
                    <a:pt x="885778" y="89114"/>
                  </a:lnTo>
                  <a:lnTo>
                    <a:pt x="852856" y="89114"/>
                  </a:lnTo>
                  <a:lnTo>
                    <a:pt x="847480" y="86935"/>
                  </a:lnTo>
                  <a:lnTo>
                    <a:pt x="843342" y="82691"/>
                  </a:lnTo>
                  <a:lnTo>
                    <a:pt x="839104" y="78104"/>
                  </a:lnTo>
                  <a:lnTo>
                    <a:pt x="836979" y="71452"/>
                  </a:lnTo>
                  <a:lnTo>
                    <a:pt x="836979" y="53782"/>
                  </a:lnTo>
                  <a:lnTo>
                    <a:pt x="839104" y="47137"/>
                  </a:lnTo>
                  <a:lnTo>
                    <a:pt x="843230" y="42664"/>
                  </a:lnTo>
                  <a:lnTo>
                    <a:pt x="847480" y="38306"/>
                  </a:lnTo>
                  <a:lnTo>
                    <a:pt x="852856" y="36127"/>
                  </a:lnTo>
                  <a:lnTo>
                    <a:pt x="884904" y="36127"/>
                  </a:lnTo>
                  <a:lnTo>
                    <a:pt x="884610" y="35783"/>
                  </a:lnTo>
                  <a:lnTo>
                    <a:pt x="879361" y="31652"/>
                  </a:lnTo>
                  <a:lnTo>
                    <a:pt x="873374" y="28715"/>
                  </a:lnTo>
                  <a:lnTo>
                    <a:pt x="866661" y="26961"/>
                  </a:lnTo>
                  <a:lnTo>
                    <a:pt x="859232" y="26378"/>
                  </a:lnTo>
                  <a:close/>
                </a:path>
                <a:path w="1405889" h="125730">
                  <a:moveTo>
                    <a:pt x="884904" y="36127"/>
                  </a:moveTo>
                  <a:lnTo>
                    <a:pt x="865483" y="36127"/>
                  </a:lnTo>
                  <a:lnTo>
                    <a:pt x="870733" y="38306"/>
                  </a:lnTo>
                  <a:lnTo>
                    <a:pt x="874984" y="42664"/>
                  </a:lnTo>
                  <a:lnTo>
                    <a:pt x="879234" y="47137"/>
                  </a:lnTo>
                  <a:lnTo>
                    <a:pt x="881360" y="53782"/>
                  </a:lnTo>
                  <a:lnTo>
                    <a:pt x="881324" y="71452"/>
                  </a:lnTo>
                  <a:lnTo>
                    <a:pt x="879234" y="78104"/>
                  </a:lnTo>
                  <a:lnTo>
                    <a:pt x="870858" y="86935"/>
                  </a:lnTo>
                  <a:lnTo>
                    <a:pt x="865608" y="89114"/>
                  </a:lnTo>
                  <a:lnTo>
                    <a:pt x="885778" y="89114"/>
                  </a:lnTo>
                  <a:lnTo>
                    <a:pt x="887235" y="87738"/>
                  </a:lnTo>
                  <a:lnTo>
                    <a:pt x="890236" y="82691"/>
                  </a:lnTo>
                  <a:lnTo>
                    <a:pt x="893111" y="77530"/>
                  </a:lnTo>
                  <a:lnTo>
                    <a:pt x="894415" y="71452"/>
                  </a:lnTo>
                  <a:lnTo>
                    <a:pt x="894538" y="70878"/>
                  </a:lnTo>
                  <a:lnTo>
                    <a:pt x="888968" y="40879"/>
                  </a:lnTo>
                  <a:lnTo>
                    <a:pt x="884904" y="36127"/>
                  </a:lnTo>
                  <a:close/>
                </a:path>
                <a:path w="1405889" h="125730">
                  <a:moveTo>
                    <a:pt x="923365" y="27984"/>
                  </a:moveTo>
                  <a:lnTo>
                    <a:pt x="911864" y="27984"/>
                  </a:lnTo>
                  <a:lnTo>
                    <a:pt x="911864" y="97257"/>
                  </a:lnTo>
                  <a:lnTo>
                    <a:pt x="924615" y="97257"/>
                  </a:lnTo>
                  <a:lnTo>
                    <a:pt x="924615" y="55968"/>
                  </a:lnTo>
                  <a:lnTo>
                    <a:pt x="925365" y="51381"/>
                  </a:lnTo>
                  <a:lnTo>
                    <a:pt x="936242" y="38535"/>
                  </a:lnTo>
                  <a:lnTo>
                    <a:pt x="923365" y="38535"/>
                  </a:lnTo>
                  <a:lnTo>
                    <a:pt x="923365" y="27984"/>
                  </a:lnTo>
                  <a:close/>
                </a:path>
                <a:path w="1405889" h="125730">
                  <a:moveTo>
                    <a:pt x="943993" y="26378"/>
                  </a:moveTo>
                  <a:lnTo>
                    <a:pt x="936742" y="26378"/>
                  </a:lnTo>
                  <a:lnTo>
                    <a:pt x="933991" y="27181"/>
                  </a:lnTo>
                  <a:lnTo>
                    <a:pt x="931491" y="28672"/>
                  </a:lnTo>
                  <a:lnTo>
                    <a:pt x="928991" y="30278"/>
                  </a:lnTo>
                  <a:lnTo>
                    <a:pt x="926240" y="33489"/>
                  </a:lnTo>
                  <a:lnTo>
                    <a:pt x="923298" y="38535"/>
                  </a:lnTo>
                  <a:lnTo>
                    <a:pt x="942242" y="38535"/>
                  </a:lnTo>
                  <a:lnTo>
                    <a:pt x="945368" y="39338"/>
                  </a:lnTo>
                  <a:lnTo>
                    <a:pt x="948493" y="41059"/>
                  </a:lnTo>
                  <a:lnTo>
                    <a:pt x="952823" y="30278"/>
                  </a:lnTo>
                  <a:lnTo>
                    <a:pt x="953073" y="30278"/>
                  </a:lnTo>
                  <a:lnTo>
                    <a:pt x="948368" y="27640"/>
                  </a:lnTo>
                  <a:lnTo>
                    <a:pt x="943993" y="26378"/>
                  </a:lnTo>
                  <a:close/>
                </a:path>
                <a:path w="1405889" h="125730">
                  <a:moveTo>
                    <a:pt x="1070883" y="30048"/>
                  </a:moveTo>
                  <a:lnTo>
                    <a:pt x="1002125" y="30048"/>
                  </a:lnTo>
                  <a:lnTo>
                    <a:pt x="1002125" y="40944"/>
                  </a:lnTo>
                  <a:lnTo>
                    <a:pt x="1070883" y="40944"/>
                  </a:lnTo>
                  <a:lnTo>
                    <a:pt x="1070883" y="30048"/>
                  </a:lnTo>
                  <a:close/>
                </a:path>
                <a:path w="1405889" h="125730">
                  <a:moveTo>
                    <a:pt x="1070883" y="59065"/>
                  </a:moveTo>
                  <a:lnTo>
                    <a:pt x="1002125" y="59065"/>
                  </a:lnTo>
                  <a:lnTo>
                    <a:pt x="1002125" y="70075"/>
                  </a:lnTo>
                  <a:lnTo>
                    <a:pt x="1070883" y="70075"/>
                  </a:lnTo>
                  <a:lnTo>
                    <a:pt x="1070883" y="59065"/>
                  </a:lnTo>
                  <a:close/>
                </a:path>
                <a:path w="1405889" h="125730">
                  <a:moveTo>
                    <a:pt x="1168896" y="1146"/>
                  </a:moveTo>
                  <a:lnTo>
                    <a:pt x="1155769" y="1146"/>
                  </a:lnTo>
                  <a:lnTo>
                    <a:pt x="1149393" y="3096"/>
                  </a:lnTo>
                  <a:lnTo>
                    <a:pt x="1129520" y="41982"/>
                  </a:lnTo>
                  <a:lnTo>
                    <a:pt x="1129266" y="50005"/>
                  </a:lnTo>
                  <a:lnTo>
                    <a:pt x="1129829" y="60818"/>
                  </a:lnTo>
                  <a:lnTo>
                    <a:pt x="1149862" y="96382"/>
                  </a:lnTo>
                  <a:lnTo>
                    <a:pt x="1163270" y="98863"/>
                  </a:lnTo>
                  <a:lnTo>
                    <a:pt x="1170896" y="98863"/>
                  </a:lnTo>
                  <a:lnTo>
                    <a:pt x="1177272" y="97028"/>
                  </a:lnTo>
                  <a:lnTo>
                    <a:pt x="1187273" y="89458"/>
                  </a:lnTo>
                  <a:lnTo>
                    <a:pt x="1187436" y="89229"/>
                  </a:lnTo>
                  <a:lnTo>
                    <a:pt x="1157394" y="89229"/>
                  </a:lnTo>
                  <a:lnTo>
                    <a:pt x="1152519" y="86591"/>
                  </a:lnTo>
                  <a:lnTo>
                    <a:pt x="1142517" y="50005"/>
                  </a:lnTo>
                  <a:lnTo>
                    <a:pt x="1142816" y="41982"/>
                  </a:lnTo>
                  <a:lnTo>
                    <a:pt x="1142920" y="39211"/>
                  </a:lnTo>
                  <a:lnTo>
                    <a:pt x="1157269" y="10895"/>
                  </a:lnTo>
                  <a:lnTo>
                    <a:pt x="1186905" y="10895"/>
                  </a:lnTo>
                  <a:lnTo>
                    <a:pt x="1185773" y="9289"/>
                  </a:lnTo>
                  <a:lnTo>
                    <a:pt x="1182272" y="6307"/>
                  </a:lnTo>
                  <a:lnTo>
                    <a:pt x="1173771" y="2179"/>
                  </a:lnTo>
                  <a:lnTo>
                    <a:pt x="1168896" y="1146"/>
                  </a:lnTo>
                  <a:close/>
                </a:path>
                <a:path w="1405889" h="125730">
                  <a:moveTo>
                    <a:pt x="1186905" y="10895"/>
                  </a:moveTo>
                  <a:lnTo>
                    <a:pt x="1169146" y="10895"/>
                  </a:lnTo>
                  <a:lnTo>
                    <a:pt x="1174146" y="13533"/>
                  </a:lnTo>
                  <a:lnTo>
                    <a:pt x="1178147" y="18694"/>
                  </a:lnTo>
                  <a:lnTo>
                    <a:pt x="1180772" y="23554"/>
                  </a:lnTo>
                  <a:lnTo>
                    <a:pt x="1182604" y="30235"/>
                  </a:lnTo>
                  <a:lnTo>
                    <a:pt x="1182647" y="30392"/>
                  </a:lnTo>
                  <a:lnTo>
                    <a:pt x="1183773" y="39211"/>
                  </a:lnTo>
                  <a:lnTo>
                    <a:pt x="1184148" y="50005"/>
                  </a:lnTo>
                  <a:lnTo>
                    <a:pt x="1183869" y="58026"/>
                  </a:lnTo>
                  <a:lnTo>
                    <a:pt x="1169146" y="89229"/>
                  </a:lnTo>
                  <a:lnTo>
                    <a:pt x="1187436" y="89229"/>
                  </a:lnTo>
                  <a:lnTo>
                    <a:pt x="1197274" y="50005"/>
                  </a:lnTo>
                  <a:lnTo>
                    <a:pt x="1197274" y="40600"/>
                  </a:lnTo>
                  <a:lnTo>
                    <a:pt x="1196524" y="33030"/>
                  </a:lnTo>
                  <a:lnTo>
                    <a:pt x="1194899" y="27410"/>
                  </a:lnTo>
                  <a:lnTo>
                    <a:pt x="1193399" y="21905"/>
                  </a:lnTo>
                  <a:lnTo>
                    <a:pt x="1191273" y="17088"/>
                  </a:lnTo>
                  <a:lnTo>
                    <a:pt x="1186905" y="10895"/>
                  </a:lnTo>
                  <a:close/>
                </a:path>
                <a:path w="1405889" h="125730">
                  <a:moveTo>
                    <a:pt x="1234529" y="83838"/>
                  </a:moveTo>
                  <a:lnTo>
                    <a:pt x="1219902" y="83838"/>
                  </a:lnTo>
                  <a:lnTo>
                    <a:pt x="1219902" y="97257"/>
                  </a:lnTo>
                  <a:lnTo>
                    <a:pt x="1234529" y="97257"/>
                  </a:lnTo>
                  <a:lnTo>
                    <a:pt x="1234529" y="83838"/>
                  </a:lnTo>
                  <a:close/>
                </a:path>
                <a:path w="1405889" h="125730">
                  <a:moveTo>
                    <a:pt x="1302662" y="22364"/>
                  </a:moveTo>
                  <a:lnTo>
                    <a:pt x="1289786" y="22364"/>
                  </a:lnTo>
                  <a:lnTo>
                    <a:pt x="1289786" y="97257"/>
                  </a:lnTo>
                  <a:lnTo>
                    <a:pt x="1302662" y="97257"/>
                  </a:lnTo>
                  <a:lnTo>
                    <a:pt x="1302662" y="22364"/>
                  </a:lnTo>
                  <a:close/>
                </a:path>
                <a:path w="1405889" h="125730">
                  <a:moveTo>
                    <a:pt x="1302662" y="1146"/>
                  </a:moveTo>
                  <a:lnTo>
                    <a:pt x="1294411" y="1146"/>
                  </a:lnTo>
                  <a:lnTo>
                    <a:pt x="1292161" y="5275"/>
                  </a:lnTo>
                  <a:lnTo>
                    <a:pt x="1288411" y="9633"/>
                  </a:lnTo>
                  <a:lnTo>
                    <a:pt x="1277659" y="18350"/>
                  </a:lnTo>
                  <a:lnTo>
                    <a:pt x="1271408" y="22135"/>
                  </a:lnTo>
                  <a:lnTo>
                    <a:pt x="1264283" y="25231"/>
                  </a:lnTo>
                  <a:lnTo>
                    <a:pt x="1264283" y="36586"/>
                  </a:lnTo>
                  <a:lnTo>
                    <a:pt x="1289786" y="22364"/>
                  </a:lnTo>
                  <a:lnTo>
                    <a:pt x="1302662" y="22364"/>
                  </a:lnTo>
                  <a:lnTo>
                    <a:pt x="1302662" y="1146"/>
                  </a:lnTo>
                  <a:close/>
                </a:path>
                <a:path w="1405889" h="125730">
                  <a:moveTo>
                    <a:pt x="1377422" y="1146"/>
                  </a:moveTo>
                  <a:lnTo>
                    <a:pt x="1364295" y="1146"/>
                  </a:lnTo>
                  <a:lnTo>
                    <a:pt x="1357919" y="3096"/>
                  </a:lnTo>
                  <a:lnTo>
                    <a:pt x="1338028" y="41982"/>
                  </a:lnTo>
                  <a:lnTo>
                    <a:pt x="1337792" y="50005"/>
                  </a:lnTo>
                  <a:lnTo>
                    <a:pt x="1338355" y="60818"/>
                  </a:lnTo>
                  <a:lnTo>
                    <a:pt x="1358388" y="96382"/>
                  </a:lnTo>
                  <a:lnTo>
                    <a:pt x="1371796" y="98863"/>
                  </a:lnTo>
                  <a:lnTo>
                    <a:pt x="1379422" y="98863"/>
                  </a:lnTo>
                  <a:lnTo>
                    <a:pt x="1385798" y="97028"/>
                  </a:lnTo>
                  <a:lnTo>
                    <a:pt x="1395799" y="89458"/>
                  </a:lnTo>
                  <a:lnTo>
                    <a:pt x="1395962" y="89229"/>
                  </a:lnTo>
                  <a:lnTo>
                    <a:pt x="1365920" y="89229"/>
                  </a:lnTo>
                  <a:lnTo>
                    <a:pt x="1361045" y="86591"/>
                  </a:lnTo>
                  <a:lnTo>
                    <a:pt x="1351043" y="50005"/>
                  </a:lnTo>
                  <a:lnTo>
                    <a:pt x="1351341" y="41982"/>
                  </a:lnTo>
                  <a:lnTo>
                    <a:pt x="1351444" y="39211"/>
                  </a:lnTo>
                  <a:lnTo>
                    <a:pt x="1365795" y="10895"/>
                  </a:lnTo>
                  <a:lnTo>
                    <a:pt x="1395431" y="10895"/>
                  </a:lnTo>
                  <a:lnTo>
                    <a:pt x="1394299" y="9289"/>
                  </a:lnTo>
                  <a:lnTo>
                    <a:pt x="1390798" y="6307"/>
                  </a:lnTo>
                  <a:lnTo>
                    <a:pt x="1382297" y="2179"/>
                  </a:lnTo>
                  <a:lnTo>
                    <a:pt x="1377422" y="1146"/>
                  </a:lnTo>
                  <a:close/>
                </a:path>
                <a:path w="1405889" h="125730">
                  <a:moveTo>
                    <a:pt x="1395431" y="10895"/>
                  </a:moveTo>
                  <a:lnTo>
                    <a:pt x="1377672" y="10895"/>
                  </a:lnTo>
                  <a:lnTo>
                    <a:pt x="1382672" y="13533"/>
                  </a:lnTo>
                  <a:lnTo>
                    <a:pt x="1386673" y="18694"/>
                  </a:lnTo>
                  <a:lnTo>
                    <a:pt x="1389298" y="23554"/>
                  </a:lnTo>
                  <a:lnTo>
                    <a:pt x="1391130" y="30235"/>
                  </a:lnTo>
                  <a:lnTo>
                    <a:pt x="1391173" y="30392"/>
                  </a:lnTo>
                  <a:lnTo>
                    <a:pt x="1392299" y="39211"/>
                  </a:lnTo>
                  <a:lnTo>
                    <a:pt x="1392674" y="50005"/>
                  </a:lnTo>
                  <a:lnTo>
                    <a:pt x="1392395" y="58026"/>
                  </a:lnTo>
                  <a:lnTo>
                    <a:pt x="1377672" y="89229"/>
                  </a:lnTo>
                  <a:lnTo>
                    <a:pt x="1395962" y="89229"/>
                  </a:lnTo>
                  <a:lnTo>
                    <a:pt x="1405800" y="50005"/>
                  </a:lnTo>
                  <a:lnTo>
                    <a:pt x="1405800" y="40600"/>
                  </a:lnTo>
                  <a:lnTo>
                    <a:pt x="1405050" y="33030"/>
                  </a:lnTo>
                  <a:lnTo>
                    <a:pt x="1403425" y="27410"/>
                  </a:lnTo>
                  <a:lnTo>
                    <a:pt x="1401925" y="21905"/>
                  </a:lnTo>
                  <a:lnTo>
                    <a:pt x="1399800" y="17088"/>
                  </a:lnTo>
                  <a:lnTo>
                    <a:pt x="1395431" y="108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2577935" y="1538828"/>
              <a:ext cx="374015" cy="0"/>
            </a:xfrm>
            <a:custGeom>
              <a:avLst/>
              <a:gdLst/>
              <a:ahLst/>
              <a:cxnLst/>
              <a:rect l="l" t="t" r="r" b="b"/>
              <a:pathLst>
                <a:path w="374014" h="0">
                  <a:moveTo>
                    <a:pt x="0" y="0"/>
                  </a:moveTo>
                  <a:lnTo>
                    <a:pt x="373921" y="0"/>
                  </a:lnTo>
                </a:path>
              </a:pathLst>
            </a:custGeom>
            <a:ln w="573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2727453" y="1504421"/>
              <a:ext cx="75565" cy="69215"/>
            </a:xfrm>
            <a:custGeom>
              <a:avLst/>
              <a:gdLst/>
              <a:ahLst/>
              <a:cxnLst/>
              <a:rect l="l" t="t" r="r" b="b"/>
              <a:pathLst>
                <a:path w="75564" h="69215">
                  <a:moveTo>
                    <a:pt x="37504" y="0"/>
                  </a:moveTo>
                  <a:lnTo>
                    <a:pt x="37504" y="68814"/>
                  </a:lnTo>
                </a:path>
                <a:path w="75564" h="69215">
                  <a:moveTo>
                    <a:pt x="0" y="34407"/>
                  </a:moveTo>
                  <a:lnTo>
                    <a:pt x="75009" y="34407"/>
                  </a:lnTo>
                </a:path>
                <a:path w="75564" h="69215">
                  <a:moveTo>
                    <a:pt x="11001" y="10092"/>
                  </a:moveTo>
                  <a:lnTo>
                    <a:pt x="64008" y="58836"/>
                  </a:lnTo>
                </a:path>
                <a:path w="75564" h="69215">
                  <a:moveTo>
                    <a:pt x="11001" y="58836"/>
                  </a:moveTo>
                  <a:lnTo>
                    <a:pt x="64008" y="10092"/>
                  </a:lnTo>
                </a:path>
              </a:pathLst>
            </a:custGeom>
            <a:ln w="599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2986486" y="1677833"/>
              <a:ext cx="1405255" cy="125730"/>
            </a:xfrm>
            <a:custGeom>
              <a:avLst/>
              <a:gdLst/>
              <a:ahLst/>
              <a:cxnLst/>
              <a:rect l="l" t="t" r="r" b="b"/>
              <a:pathLst>
                <a:path w="1405254" h="125730">
                  <a:moveTo>
                    <a:pt x="13001" y="65488"/>
                  </a:moveTo>
                  <a:lnTo>
                    <a:pt x="0" y="66635"/>
                  </a:lnTo>
                  <a:lnTo>
                    <a:pt x="125" y="72943"/>
                  </a:lnTo>
                  <a:lnTo>
                    <a:pt x="2125" y="78677"/>
                  </a:lnTo>
                  <a:lnTo>
                    <a:pt x="5750" y="83723"/>
                  </a:lnTo>
                  <a:lnTo>
                    <a:pt x="9376" y="88885"/>
                  </a:lnTo>
                  <a:lnTo>
                    <a:pt x="14376" y="92669"/>
                  </a:lnTo>
                  <a:lnTo>
                    <a:pt x="27128" y="97716"/>
                  </a:lnTo>
                  <a:lnTo>
                    <a:pt x="35004" y="98977"/>
                  </a:lnTo>
                  <a:lnTo>
                    <a:pt x="51881" y="98977"/>
                  </a:lnTo>
                  <a:lnTo>
                    <a:pt x="58507" y="97716"/>
                  </a:lnTo>
                  <a:lnTo>
                    <a:pt x="70508" y="92669"/>
                  </a:lnTo>
                  <a:lnTo>
                    <a:pt x="75009" y="89229"/>
                  </a:lnTo>
                  <a:lnTo>
                    <a:pt x="76103" y="87623"/>
                  </a:lnTo>
                  <a:lnTo>
                    <a:pt x="37879" y="87623"/>
                  </a:lnTo>
                  <a:lnTo>
                    <a:pt x="32504" y="86591"/>
                  </a:lnTo>
                  <a:lnTo>
                    <a:pt x="13031" y="65717"/>
                  </a:lnTo>
                  <a:lnTo>
                    <a:pt x="13001" y="65488"/>
                  </a:lnTo>
                  <a:close/>
                </a:path>
                <a:path w="1405254" h="125730">
                  <a:moveTo>
                    <a:pt x="48381" y="0"/>
                  </a:moveTo>
                  <a:lnTo>
                    <a:pt x="33629" y="0"/>
                  </a:lnTo>
                  <a:lnTo>
                    <a:pt x="27253" y="1146"/>
                  </a:lnTo>
                  <a:lnTo>
                    <a:pt x="4000" y="21561"/>
                  </a:lnTo>
                  <a:lnTo>
                    <a:pt x="4000" y="30737"/>
                  </a:lnTo>
                  <a:lnTo>
                    <a:pt x="5125" y="34751"/>
                  </a:lnTo>
                  <a:lnTo>
                    <a:pt x="7625" y="38306"/>
                  </a:lnTo>
                  <a:lnTo>
                    <a:pt x="10001" y="41861"/>
                  </a:lnTo>
                  <a:lnTo>
                    <a:pt x="48506" y="55280"/>
                  </a:lnTo>
                  <a:lnTo>
                    <a:pt x="54631" y="56886"/>
                  </a:lnTo>
                  <a:lnTo>
                    <a:pt x="57382" y="57803"/>
                  </a:lnTo>
                  <a:lnTo>
                    <a:pt x="61757" y="59409"/>
                  </a:lnTo>
                  <a:lnTo>
                    <a:pt x="64883" y="61244"/>
                  </a:lnTo>
                  <a:lnTo>
                    <a:pt x="66758" y="63538"/>
                  </a:lnTo>
                  <a:lnTo>
                    <a:pt x="68758" y="65717"/>
                  </a:lnTo>
                  <a:lnTo>
                    <a:pt x="69633" y="68355"/>
                  </a:lnTo>
                  <a:lnTo>
                    <a:pt x="69633" y="74319"/>
                  </a:lnTo>
                  <a:lnTo>
                    <a:pt x="49006" y="87623"/>
                  </a:lnTo>
                  <a:lnTo>
                    <a:pt x="76103" y="87623"/>
                  </a:lnTo>
                  <a:lnTo>
                    <a:pt x="78134" y="84641"/>
                  </a:lnTo>
                  <a:lnTo>
                    <a:pt x="81385" y="80168"/>
                  </a:lnTo>
                  <a:lnTo>
                    <a:pt x="83010" y="75351"/>
                  </a:lnTo>
                  <a:lnTo>
                    <a:pt x="83010" y="65144"/>
                  </a:lnTo>
                  <a:lnTo>
                    <a:pt x="81510" y="60671"/>
                  </a:lnTo>
                  <a:lnTo>
                    <a:pt x="30878" y="38535"/>
                  </a:lnTo>
                  <a:lnTo>
                    <a:pt x="24003" y="36242"/>
                  </a:lnTo>
                  <a:lnTo>
                    <a:pt x="21252" y="34063"/>
                  </a:lnTo>
                  <a:lnTo>
                    <a:pt x="18627" y="31769"/>
                  </a:lnTo>
                  <a:lnTo>
                    <a:pt x="17252" y="29016"/>
                  </a:lnTo>
                  <a:lnTo>
                    <a:pt x="17252" y="21561"/>
                  </a:lnTo>
                  <a:lnTo>
                    <a:pt x="19127" y="18235"/>
                  </a:lnTo>
                  <a:lnTo>
                    <a:pt x="26442" y="12845"/>
                  </a:lnTo>
                  <a:lnTo>
                    <a:pt x="25732" y="12845"/>
                  </a:lnTo>
                  <a:lnTo>
                    <a:pt x="32879" y="11239"/>
                  </a:lnTo>
                  <a:lnTo>
                    <a:pt x="73092" y="11239"/>
                  </a:lnTo>
                  <a:lnTo>
                    <a:pt x="71508" y="9060"/>
                  </a:lnTo>
                  <a:lnTo>
                    <a:pt x="67008" y="5734"/>
                  </a:lnTo>
                  <a:lnTo>
                    <a:pt x="55131" y="1146"/>
                  </a:lnTo>
                  <a:lnTo>
                    <a:pt x="48381" y="0"/>
                  </a:lnTo>
                  <a:close/>
                </a:path>
                <a:path w="1405254" h="125730">
                  <a:moveTo>
                    <a:pt x="73092" y="11239"/>
                  </a:moveTo>
                  <a:lnTo>
                    <a:pt x="49256" y="11239"/>
                  </a:lnTo>
                  <a:lnTo>
                    <a:pt x="55718" y="12845"/>
                  </a:lnTo>
                  <a:lnTo>
                    <a:pt x="55409" y="12845"/>
                  </a:lnTo>
                  <a:lnTo>
                    <a:pt x="63507" y="18923"/>
                  </a:lnTo>
                  <a:lnTo>
                    <a:pt x="65883" y="23511"/>
                  </a:lnTo>
                  <a:lnTo>
                    <a:pt x="66517" y="28557"/>
                  </a:lnTo>
                  <a:lnTo>
                    <a:pt x="66633" y="29475"/>
                  </a:lnTo>
                  <a:lnTo>
                    <a:pt x="79884" y="28557"/>
                  </a:lnTo>
                  <a:lnTo>
                    <a:pt x="79655" y="23511"/>
                  </a:lnTo>
                  <a:lnTo>
                    <a:pt x="79634" y="23052"/>
                  </a:lnTo>
                  <a:lnTo>
                    <a:pt x="77964" y="18235"/>
                  </a:lnTo>
                  <a:lnTo>
                    <a:pt x="77884" y="18006"/>
                  </a:lnTo>
                  <a:lnTo>
                    <a:pt x="74759" y="13533"/>
                  </a:lnTo>
                  <a:lnTo>
                    <a:pt x="73092" y="11239"/>
                  </a:lnTo>
                  <a:close/>
                </a:path>
                <a:path w="1405254" h="125730">
                  <a:moveTo>
                    <a:pt x="141767" y="26493"/>
                  </a:moveTo>
                  <a:lnTo>
                    <a:pt x="127140" y="26493"/>
                  </a:lnTo>
                  <a:lnTo>
                    <a:pt x="121140" y="27869"/>
                  </a:lnTo>
                  <a:lnTo>
                    <a:pt x="115514" y="30622"/>
                  </a:lnTo>
                  <a:lnTo>
                    <a:pt x="110013" y="33489"/>
                  </a:lnTo>
                  <a:lnTo>
                    <a:pt x="105888" y="37733"/>
                  </a:lnTo>
                  <a:lnTo>
                    <a:pt x="103262" y="43238"/>
                  </a:lnTo>
                  <a:lnTo>
                    <a:pt x="100512" y="48858"/>
                  </a:lnTo>
                  <a:lnTo>
                    <a:pt x="99137" y="55395"/>
                  </a:lnTo>
                  <a:lnTo>
                    <a:pt x="99137" y="62965"/>
                  </a:lnTo>
                  <a:lnTo>
                    <a:pt x="119530" y="96540"/>
                  </a:lnTo>
                  <a:lnTo>
                    <a:pt x="133516" y="98863"/>
                  </a:lnTo>
                  <a:lnTo>
                    <a:pt x="141767" y="98863"/>
                  </a:lnTo>
                  <a:lnTo>
                    <a:pt x="148768" y="96683"/>
                  </a:lnTo>
                  <a:lnTo>
                    <a:pt x="154394" y="92096"/>
                  </a:lnTo>
                  <a:lnTo>
                    <a:pt x="158000" y="89229"/>
                  </a:lnTo>
                  <a:lnTo>
                    <a:pt x="127140" y="89229"/>
                  </a:lnTo>
                  <a:lnTo>
                    <a:pt x="122015" y="87164"/>
                  </a:lnTo>
                  <a:lnTo>
                    <a:pt x="114264" y="78677"/>
                  </a:lnTo>
                  <a:lnTo>
                    <a:pt x="112389" y="71910"/>
                  </a:lnTo>
                  <a:lnTo>
                    <a:pt x="112389" y="53445"/>
                  </a:lnTo>
                  <a:lnTo>
                    <a:pt x="114389" y="46678"/>
                  </a:lnTo>
                  <a:lnTo>
                    <a:pt x="122390" y="38191"/>
                  </a:lnTo>
                  <a:lnTo>
                    <a:pt x="127640" y="36127"/>
                  </a:lnTo>
                  <a:lnTo>
                    <a:pt x="159045" y="36127"/>
                  </a:lnTo>
                  <a:lnTo>
                    <a:pt x="153769" y="32113"/>
                  </a:lnTo>
                  <a:lnTo>
                    <a:pt x="148518" y="28328"/>
                  </a:lnTo>
                  <a:lnTo>
                    <a:pt x="141767" y="26493"/>
                  </a:lnTo>
                  <a:close/>
                </a:path>
                <a:path w="1405254" h="125730">
                  <a:moveTo>
                    <a:pt x="152394" y="71910"/>
                  </a:moveTo>
                  <a:lnTo>
                    <a:pt x="151518" y="77760"/>
                  </a:lnTo>
                  <a:lnTo>
                    <a:pt x="149393" y="82118"/>
                  </a:lnTo>
                  <a:lnTo>
                    <a:pt x="142642" y="87852"/>
                  </a:lnTo>
                  <a:lnTo>
                    <a:pt x="138392" y="89229"/>
                  </a:lnTo>
                  <a:lnTo>
                    <a:pt x="158000" y="89229"/>
                  </a:lnTo>
                  <a:lnTo>
                    <a:pt x="160020" y="87623"/>
                  </a:lnTo>
                  <a:lnTo>
                    <a:pt x="163645" y="81430"/>
                  </a:lnTo>
                  <a:lnTo>
                    <a:pt x="165020" y="73401"/>
                  </a:lnTo>
                  <a:lnTo>
                    <a:pt x="152394" y="71910"/>
                  </a:lnTo>
                  <a:close/>
                </a:path>
                <a:path w="1405254" h="125730">
                  <a:moveTo>
                    <a:pt x="158966" y="36127"/>
                  </a:moveTo>
                  <a:lnTo>
                    <a:pt x="138392" y="36127"/>
                  </a:lnTo>
                  <a:lnTo>
                    <a:pt x="142017" y="37274"/>
                  </a:lnTo>
                  <a:lnTo>
                    <a:pt x="145018" y="39682"/>
                  </a:lnTo>
                  <a:lnTo>
                    <a:pt x="148018" y="41976"/>
                  </a:lnTo>
                  <a:lnTo>
                    <a:pt x="150143" y="45532"/>
                  </a:lnTo>
                  <a:lnTo>
                    <a:pt x="151268" y="50119"/>
                  </a:lnTo>
                  <a:lnTo>
                    <a:pt x="163770" y="48399"/>
                  </a:lnTo>
                  <a:lnTo>
                    <a:pt x="162393" y="41976"/>
                  </a:lnTo>
                  <a:lnTo>
                    <a:pt x="162270" y="41403"/>
                  </a:lnTo>
                  <a:lnTo>
                    <a:pt x="158966" y="36127"/>
                  </a:lnTo>
                  <a:close/>
                </a:path>
                <a:path w="1405254" h="125730">
                  <a:moveTo>
                    <a:pt x="236649" y="36127"/>
                  </a:moveTo>
                  <a:lnTo>
                    <a:pt x="214651" y="36127"/>
                  </a:lnTo>
                  <a:lnTo>
                    <a:pt x="219527" y="37503"/>
                  </a:lnTo>
                  <a:lnTo>
                    <a:pt x="225153" y="42091"/>
                  </a:lnTo>
                  <a:lnTo>
                    <a:pt x="226403" y="45532"/>
                  </a:lnTo>
                  <a:lnTo>
                    <a:pt x="226278" y="53331"/>
                  </a:lnTo>
                  <a:lnTo>
                    <a:pt x="221402" y="54936"/>
                  </a:lnTo>
                  <a:lnTo>
                    <a:pt x="213901" y="56198"/>
                  </a:lnTo>
                  <a:lnTo>
                    <a:pt x="198399" y="57918"/>
                  </a:lnTo>
                  <a:lnTo>
                    <a:pt x="194649" y="58492"/>
                  </a:lnTo>
                  <a:lnTo>
                    <a:pt x="192149" y="59180"/>
                  </a:lnTo>
                  <a:lnTo>
                    <a:pt x="188773" y="59983"/>
                  </a:lnTo>
                  <a:lnTo>
                    <a:pt x="185648" y="61244"/>
                  </a:lnTo>
                  <a:lnTo>
                    <a:pt x="173771" y="75695"/>
                  </a:lnTo>
                  <a:lnTo>
                    <a:pt x="173771" y="84870"/>
                  </a:lnTo>
                  <a:lnTo>
                    <a:pt x="175637" y="88770"/>
                  </a:lnTo>
                  <a:lnTo>
                    <a:pt x="175747" y="88999"/>
                  </a:lnTo>
                  <a:lnTo>
                    <a:pt x="176158" y="89687"/>
                  </a:lnTo>
                  <a:lnTo>
                    <a:pt x="184898" y="97028"/>
                  </a:lnTo>
                  <a:lnTo>
                    <a:pt x="191273" y="98863"/>
                  </a:lnTo>
                  <a:lnTo>
                    <a:pt x="204650" y="98863"/>
                  </a:lnTo>
                  <a:lnTo>
                    <a:pt x="209276" y="98174"/>
                  </a:lnTo>
                  <a:lnTo>
                    <a:pt x="213651" y="96569"/>
                  </a:lnTo>
                  <a:lnTo>
                    <a:pt x="218152" y="95078"/>
                  </a:lnTo>
                  <a:lnTo>
                    <a:pt x="222652" y="92440"/>
                  </a:lnTo>
                  <a:lnTo>
                    <a:pt x="226215" y="89687"/>
                  </a:lnTo>
                  <a:lnTo>
                    <a:pt x="197649" y="89687"/>
                  </a:lnTo>
                  <a:lnTo>
                    <a:pt x="194315" y="88770"/>
                  </a:lnTo>
                  <a:lnTo>
                    <a:pt x="194045" y="88770"/>
                  </a:lnTo>
                  <a:lnTo>
                    <a:pt x="191419" y="86705"/>
                  </a:lnTo>
                  <a:lnTo>
                    <a:pt x="188773" y="84412"/>
                  </a:lnTo>
                  <a:lnTo>
                    <a:pt x="187460" y="82003"/>
                  </a:lnTo>
                  <a:lnTo>
                    <a:pt x="187398" y="76727"/>
                  </a:lnTo>
                  <a:lnTo>
                    <a:pt x="188023" y="74778"/>
                  </a:lnTo>
                  <a:lnTo>
                    <a:pt x="214776" y="65717"/>
                  </a:lnTo>
                  <a:lnTo>
                    <a:pt x="221652" y="64226"/>
                  </a:lnTo>
                  <a:lnTo>
                    <a:pt x="226278" y="62506"/>
                  </a:lnTo>
                  <a:lnTo>
                    <a:pt x="239279" y="62506"/>
                  </a:lnTo>
                  <a:lnTo>
                    <a:pt x="239279" y="47367"/>
                  </a:lnTo>
                  <a:lnTo>
                    <a:pt x="239150" y="45532"/>
                  </a:lnTo>
                  <a:lnTo>
                    <a:pt x="239029" y="43811"/>
                  </a:lnTo>
                  <a:lnTo>
                    <a:pt x="238717" y="42091"/>
                  </a:lnTo>
                  <a:lnTo>
                    <a:pt x="238654" y="41747"/>
                  </a:lnTo>
                  <a:lnTo>
                    <a:pt x="237985" y="38880"/>
                  </a:lnTo>
                  <a:lnTo>
                    <a:pt x="237904" y="38535"/>
                  </a:lnTo>
                  <a:lnTo>
                    <a:pt x="236649" y="36127"/>
                  </a:lnTo>
                  <a:close/>
                </a:path>
                <a:path w="1405254" h="125730">
                  <a:moveTo>
                    <a:pt x="239279" y="62506"/>
                  </a:moveTo>
                  <a:lnTo>
                    <a:pt x="226278" y="62506"/>
                  </a:lnTo>
                  <a:lnTo>
                    <a:pt x="226186" y="72599"/>
                  </a:lnTo>
                  <a:lnTo>
                    <a:pt x="225689" y="75695"/>
                  </a:lnTo>
                  <a:lnTo>
                    <a:pt x="225653" y="75925"/>
                  </a:lnTo>
                  <a:lnTo>
                    <a:pt x="224278" y="78562"/>
                  </a:lnTo>
                  <a:lnTo>
                    <a:pt x="222527" y="82003"/>
                  </a:lnTo>
                  <a:lnTo>
                    <a:pt x="220011" y="84412"/>
                  </a:lnTo>
                  <a:lnTo>
                    <a:pt x="219424" y="84870"/>
                  </a:lnTo>
                  <a:lnTo>
                    <a:pt x="215776" y="86705"/>
                  </a:lnTo>
                  <a:lnTo>
                    <a:pt x="211805" y="88770"/>
                  </a:lnTo>
                  <a:lnTo>
                    <a:pt x="227403" y="88770"/>
                  </a:lnTo>
                  <a:lnTo>
                    <a:pt x="227778" y="91981"/>
                  </a:lnTo>
                  <a:lnTo>
                    <a:pt x="228583" y="94619"/>
                  </a:lnTo>
                  <a:lnTo>
                    <a:pt x="228653" y="94848"/>
                  </a:lnTo>
                  <a:lnTo>
                    <a:pt x="229903" y="97372"/>
                  </a:lnTo>
                  <a:lnTo>
                    <a:pt x="243280" y="97372"/>
                  </a:lnTo>
                  <a:lnTo>
                    <a:pt x="242030" y="95078"/>
                  </a:lnTo>
                  <a:lnTo>
                    <a:pt x="241905" y="94848"/>
                  </a:lnTo>
                  <a:lnTo>
                    <a:pt x="241780" y="94619"/>
                  </a:lnTo>
                  <a:lnTo>
                    <a:pt x="240701" y="91981"/>
                  </a:lnTo>
                  <a:lnTo>
                    <a:pt x="240275" y="89687"/>
                  </a:lnTo>
                  <a:lnTo>
                    <a:pt x="240155" y="88999"/>
                  </a:lnTo>
                  <a:lnTo>
                    <a:pt x="239654" y="86705"/>
                  </a:lnTo>
                  <a:lnTo>
                    <a:pt x="239529" y="86132"/>
                  </a:lnTo>
                  <a:lnTo>
                    <a:pt x="239467" y="84412"/>
                  </a:lnTo>
                  <a:lnTo>
                    <a:pt x="239379" y="82003"/>
                  </a:lnTo>
                  <a:lnTo>
                    <a:pt x="239279" y="62506"/>
                  </a:lnTo>
                  <a:close/>
                </a:path>
                <a:path w="1405254" h="125730">
                  <a:moveTo>
                    <a:pt x="227403" y="88770"/>
                  </a:moveTo>
                  <a:lnTo>
                    <a:pt x="211526" y="88770"/>
                  </a:lnTo>
                  <a:lnTo>
                    <a:pt x="207525" y="89687"/>
                  </a:lnTo>
                  <a:lnTo>
                    <a:pt x="226215" y="89687"/>
                  </a:lnTo>
                  <a:lnTo>
                    <a:pt x="227403" y="88770"/>
                  </a:lnTo>
                  <a:close/>
                </a:path>
                <a:path w="1405254" h="125730">
                  <a:moveTo>
                    <a:pt x="216527" y="26493"/>
                  </a:moveTo>
                  <a:lnTo>
                    <a:pt x="203525" y="26493"/>
                  </a:lnTo>
                  <a:lnTo>
                    <a:pt x="197899" y="27296"/>
                  </a:lnTo>
                  <a:lnTo>
                    <a:pt x="188023" y="30507"/>
                  </a:lnTo>
                  <a:lnTo>
                    <a:pt x="184148" y="32916"/>
                  </a:lnTo>
                  <a:lnTo>
                    <a:pt x="181647" y="35898"/>
                  </a:lnTo>
                  <a:lnTo>
                    <a:pt x="179022" y="38880"/>
                  </a:lnTo>
                  <a:lnTo>
                    <a:pt x="177147" y="42894"/>
                  </a:lnTo>
                  <a:lnTo>
                    <a:pt x="176126" y="47367"/>
                  </a:lnTo>
                  <a:lnTo>
                    <a:pt x="176022" y="47825"/>
                  </a:lnTo>
                  <a:lnTo>
                    <a:pt x="188523" y="49316"/>
                  </a:lnTo>
                  <a:lnTo>
                    <a:pt x="189898" y="44499"/>
                  </a:lnTo>
                  <a:lnTo>
                    <a:pt x="192024" y="41059"/>
                  </a:lnTo>
                  <a:lnTo>
                    <a:pt x="197774" y="37159"/>
                  </a:lnTo>
                  <a:lnTo>
                    <a:pt x="202150" y="36127"/>
                  </a:lnTo>
                  <a:lnTo>
                    <a:pt x="236649" y="36127"/>
                  </a:lnTo>
                  <a:lnTo>
                    <a:pt x="236529" y="35898"/>
                  </a:lnTo>
                  <a:lnTo>
                    <a:pt x="234654" y="33833"/>
                  </a:lnTo>
                  <a:lnTo>
                    <a:pt x="232779" y="31654"/>
                  </a:lnTo>
                  <a:lnTo>
                    <a:pt x="229778" y="29934"/>
                  </a:lnTo>
                  <a:lnTo>
                    <a:pt x="222111" y="27296"/>
                  </a:lnTo>
                  <a:lnTo>
                    <a:pt x="222652" y="27296"/>
                  </a:lnTo>
                  <a:lnTo>
                    <a:pt x="216527" y="26493"/>
                  </a:lnTo>
                  <a:close/>
                </a:path>
                <a:path w="1405254" h="125730">
                  <a:moveTo>
                    <a:pt x="274034" y="1720"/>
                  </a:moveTo>
                  <a:lnTo>
                    <a:pt x="261282" y="1720"/>
                  </a:lnTo>
                  <a:lnTo>
                    <a:pt x="261282" y="97372"/>
                  </a:lnTo>
                  <a:lnTo>
                    <a:pt x="274034" y="97372"/>
                  </a:lnTo>
                  <a:lnTo>
                    <a:pt x="274034" y="1720"/>
                  </a:lnTo>
                  <a:close/>
                </a:path>
                <a:path w="1405254" h="125730">
                  <a:moveTo>
                    <a:pt x="307788" y="1720"/>
                  </a:moveTo>
                  <a:lnTo>
                    <a:pt x="294911" y="1720"/>
                  </a:lnTo>
                  <a:lnTo>
                    <a:pt x="294911" y="15139"/>
                  </a:lnTo>
                  <a:lnTo>
                    <a:pt x="307788" y="15139"/>
                  </a:lnTo>
                  <a:lnTo>
                    <a:pt x="307788" y="1720"/>
                  </a:lnTo>
                  <a:close/>
                </a:path>
                <a:path w="1405254" h="125730">
                  <a:moveTo>
                    <a:pt x="307788" y="27984"/>
                  </a:moveTo>
                  <a:lnTo>
                    <a:pt x="294911" y="27984"/>
                  </a:lnTo>
                  <a:lnTo>
                    <a:pt x="294911" y="97372"/>
                  </a:lnTo>
                  <a:lnTo>
                    <a:pt x="307788" y="97372"/>
                  </a:lnTo>
                  <a:lnTo>
                    <a:pt x="307788" y="27984"/>
                  </a:lnTo>
                  <a:close/>
                </a:path>
                <a:path w="1405254" h="125730">
                  <a:moveTo>
                    <a:pt x="339792" y="27984"/>
                  </a:moveTo>
                  <a:lnTo>
                    <a:pt x="328291" y="27984"/>
                  </a:lnTo>
                  <a:lnTo>
                    <a:pt x="328291" y="97372"/>
                  </a:lnTo>
                  <a:lnTo>
                    <a:pt x="341042" y="97372"/>
                  </a:lnTo>
                  <a:lnTo>
                    <a:pt x="341119" y="50349"/>
                  </a:lnTo>
                  <a:lnTo>
                    <a:pt x="343042" y="44614"/>
                  </a:lnTo>
                  <a:lnTo>
                    <a:pt x="347043" y="41403"/>
                  </a:lnTo>
                  <a:lnTo>
                    <a:pt x="350918" y="38191"/>
                  </a:lnTo>
                  <a:lnTo>
                    <a:pt x="351936" y="37847"/>
                  </a:lnTo>
                  <a:lnTo>
                    <a:pt x="339792" y="37847"/>
                  </a:lnTo>
                  <a:lnTo>
                    <a:pt x="339792" y="27984"/>
                  </a:lnTo>
                  <a:close/>
                </a:path>
                <a:path w="1405254" h="125730">
                  <a:moveTo>
                    <a:pt x="386441" y="36586"/>
                  </a:moveTo>
                  <a:lnTo>
                    <a:pt x="364545" y="36586"/>
                  </a:lnTo>
                  <a:lnTo>
                    <a:pt x="367545" y="37389"/>
                  </a:lnTo>
                  <a:lnTo>
                    <a:pt x="372546" y="40141"/>
                  </a:lnTo>
                  <a:lnTo>
                    <a:pt x="374296" y="42091"/>
                  </a:lnTo>
                  <a:lnTo>
                    <a:pt x="375296" y="44385"/>
                  </a:lnTo>
                  <a:lnTo>
                    <a:pt x="376297" y="46793"/>
                  </a:lnTo>
                  <a:lnTo>
                    <a:pt x="376797" y="50349"/>
                  </a:lnTo>
                  <a:lnTo>
                    <a:pt x="376797" y="97372"/>
                  </a:lnTo>
                  <a:lnTo>
                    <a:pt x="389673" y="97372"/>
                  </a:lnTo>
                  <a:lnTo>
                    <a:pt x="389673" y="49316"/>
                  </a:lnTo>
                  <a:lnTo>
                    <a:pt x="389511" y="46793"/>
                  </a:lnTo>
                  <a:lnTo>
                    <a:pt x="389423" y="45417"/>
                  </a:lnTo>
                  <a:lnTo>
                    <a:pt x="388225" y="40141"/>
                  </a:lnTo>
                  <a:lnTo>
                    <a:pt x="388173" y="39912"/>
                  </a:lnTo>
                  <a:lnTo>
                    <a:pt x="386798" y="37044"/>
                  </a:lnTo>
                  <a:lnTo>
                    <a:pt x="386441" y="36586"/>
                  </a:lnTo>
                  <a:close/>
                </a:path>
                <a:path w="1405254" h="125730">
                  <a:moveTo>
                    <a:pt x="368296" y="26493"/>
                  </a:moveTo>
                  <a:lnTo>
                    <a:pt x="363795" y="26493"/>
                  </a:lnTo>
                  <a:lnTo>
                    <a:pt x="356388" y="27203"/>
                  </a:lnTo>
                  <a:lnTo>
                    <a:pt x="349918" y="29332"/>
                  </a:lnTo>
                  <a:lnTo>
                    <a:pt x="344386" y="32880"/>
                  </a:lnTo>
                  <a:lnTo>
                    <a:pt x="339792" y="37847"/>
                  </a:lnTo>
                  <a:lnTo>
                    <a:pt x="351936" y="37847"/>
                  </a:lnTo>
                  <a:lnTo>
                    <a:pt x="355669" y="36586"/>
                  </a:lnTo>
                  <a:lnTo>
                    <a:pt x="386441" y="36586"/>
                  </a:lnTo>
                  <a:lnTo>
                    <a:pt x="383047" y="32227"/>
                  </a:lnTo>
                  <a:lnTo>
                    <a:pt x="380172" y="30163"/>
                  </a:lnTo>
                  <a:lnTo>
                    <a:pt x="376297" y="28672"/>
                  </a:lnTo>
                  <a:lnTo>
                    <a:pt x="372600" y="27203"/>
                  </a:lnTo>
                  <a:lnTo>
                    <a:pt x="368296" y="26493"/>
                  </a:lnTo>
                  <a:close/>
                </a:path>
                <a:path w="1405254" h="125730">
                  <a:moveTo>
                    <a:pt x="409301" y="103106"/>
                  </a:moveTo>
                  <a:lnTo>
                    <a:pt x="430178" y="125471"/>
                  </a:lnTo>
                  <a:lnTo>
                    <a:pt x="446805" y="125471"/>
                  </a:lnTo>
                  <a:lnTo>
                    <a:pt x="453181" y="124094"/>
                  </a:lnTo>
                  <a:lnTo>
                    <a:pt x="458307" y="121571"/>
                  </a:lnTo>
                  <a:lnTo>
                    <a:pt x="463557" y="118933"/>
                  </a:lnTo>
                  <a:lnTo>
                    <a:pt x="466945" y="115722"/>
                  </a:lnTo>
                  <a:lnTo>
                    <a:pt x="433679" y="115722"/>
                  </a:lnTo>
                  <a:lnTo>
                    <a:pt x="429303" y="114575"/>
                  </a:lnTo>
                  <a:lnTo>
                    <a:pt x="423848" y="110905"/>
                  </a:lnTo>
                  <a:lnTo>
                    <a:pt x="423552" y="110561"/>
                  </a:lnTo>
                  <a:lnTo>
                    <a:pt x="422302" y="108267"/>
                  </a:lnTo>
                  <a:lnTo>
                    <a:pt x="421802" y="104712"/>
                  </a:lnTo>
                  <a:lnTo>
                    <a:pt x="409301" y="103106"/>
                  </a:lnTo>
                  <a:close/>
                </a:path>
                <a:path w="1405254" h="125730">
                  <a:moveTo>
                    <a:pt x="473309" y="88196"/>
                  </a:moveTo>
                  <a:lnTo>
                    <a:pt x="460307" y="88196"/>
                  </a:lnTo>
                  <a:lnTo>
                    <a:pt x="460265" y="96726"/>
                  </a:lnTo>
                  <a:lnTo>
                    <a:pt x="460165" y="98748"/>
                  </a:lnTo>
                  <a:lnTo>
                    <a:pt x="452806" y="112396"/>
                  </a:lnTo>
                  <a:lnTo>
                    <a:pt x="449681" y="114575"/>
                  </a:lnTo>
                  <a:lnTo>
                    <a:pt x="445055" y="115722"/>
                  </a:lnTo>
                  <a:lnTo>
                    <a:pt x="466945" y="115722"/>
                  </a:lnTo>
                  <a:lnTo>
                    <a:pt x="467308" y="115378"/>
                  </a:lnTo>
                  <a:lnTo>
                    <a:pt x="469871" y="110561"/>
                  </a:lnTo>
                  <a:lnTo>
                    <a:pt x="472184" y="106317"/>
                  </a:lnTo>
                  <a:lnTo>
                    <a:pt x="473309" y="98748"/>
                  </a:lnTo>
                  <a:lnTo>
                    <a:pt x="473309" y="88196"/>
                  </a:lnTo>
                  <a:close/>
                </a:path>
                <a:path w="1405254" h="125730">
                  <a:moveTo>
                    <a:pt x="448431" y="26493"/>
                  </a:moveTo>
                  <a:lnTo>
                    <a:pt x="432804" y="26493"/>
                  </a:lnTo>
                  <a:lnTo>
                    <a:pt x="426928" y="27984"/>
                  </a:lnTo>
                  <a:lnTo>
                    <a:pt x="422052" y="31081"/>
                  </a:lnTo>
                  <a:lnTo>
                    <a:pt x="417052" y="34063"/>
                  </a:lnTo>
                  <a:lnTo>
                    <a:pt x="413301" y="38421"/>
                  </a:lnTo>
                  <a:lnTo>
                    <a:pt x="410676" y="43926"/>
                  </a:lnTo>
                  <a:lnTo>
                    <a:pt x="408051" y="49546"/>
                  </a:lnTo>
                  <a:lnTo>
                    <a:pt x="406800" y="55624"/>
                  </a:lnTo>
                  <a:lnTo>
                    <a:pt x="406800" y="62276"/>
                  </a:lnTo>
                  <a:lnTo>
                    <a:pt x="432073" y="96726"/>
                  </a:lnTo>
                  <a:lnTo>
                    <a:pt x="439429" y="97372"/>
                  </a:lnTo>
                  <a:lnTo>
                    <a:pt x="447805" y="97372"/>
                  </a:lnTo>
                  <a:lnTo>
                    <a:pt x="454681" y="94275"/>
                  </a:lnTo>
                  <a:lnTo>
                    <a:pt x="460307" y="88196"/>
                  </a:lnTo>
                  <a:lnTo>
                    <a:pt x="473309" y="88196"/>
                  </a:lnTo>
                  <a:lnTo>
                    <a:pt x="473309" y="87623"/>
                  </a:lnTo>
                  <a:lnTo>
                    <a:pt x="434679" y="87623"/>
                  </a:lnTo>
                  <a:lnTo>
                    <a:pt x="429803" y="85559"/>
                  </a:lnTo>
                  <a:lnTo>
                    <a:pt x="421927" y="77186"/>
                  </a:lnTo>
                  <a:lnTo>
                    <a:pt x="419961" y="70649"/>
                  </a:lnTo>
                  <a:lnTo>
                    <a:pt x="419927" y="53101"/>
                  </a:lnTo>
                  <a:lnTo>
                    <a:pt x="421891" y="46908"/>
                  </a:lnTo>
                  <a:lnTo>
                    <a:pt x="424630" y="43926"/>
                  </a:lnTo>
                  <a:lnTo>
                    <a:pt x="429820" y="38421"/>
                  </a:lnTo>
                  <a:lnTo>
                    <a:pt x="429678" y="38421"/>
                  </a:lnTo>
                  <a:lnTo>
                    <a:pt x="434679" y="36127"/>
                  </a:lnTo>
                  <a:lnTo>
                    <a:pt x="461351" y="36127"/>
                  </a:lnTo>
                  <a:lnTo>
                    <a:pt x="455681" y="29819"/>
                  </a:lnTo>
                  <a:lnTo>
                    <a:pt x="448431" y="26493"/>
                  </a:lnTo>
                  <a:close/>
                </a:path>
                <a:path w="1405254" h="125730">
                  <a:moveTo>
                    <a:pt x="461351" y="36127"/>
                  </a:moveTo>
                  <a:lnTo>
                    <a:pt x="446180" y="36127"/>
                  </a:lnTo>
                  <a:lnTo>
                    <a:pt x="451444" y="38421"/>
                  </a:lnTo>
                  <a:lnTo>
                    <a:pt x="451286" y="38421"/>
                  </a:lnTo>
                  <a:lnTo>
                    <a:pt x="455181" y="42664"/>
                  </a:lnTo>
                  <a:lnTo>
                    <a:pt x="459307" y="46908"/>
                  </a:lnTo>
                  <a:lnTo>
                    <a:pt x="461356" y="53101"/>
                  </a:lnTo>
                  <a:lnTo>
                    <a:pt x="461432" y="70649"/>
                  </a:lnTo>
                  <a:lnTo>
                    <a:pt x="459432" y="77186"/>
                  </a:lnTo>
                  <a:lnTo>
                    <a:pt x="455431" y="81315"/>
                  </a:lnTo>
                  <a:lnTo>
                    <a:pt x="451431" y="85559"/>
                  </a:lnTo>
                  <a:lnTo>
                    <a:pt x="446430" y="87623"/>
                  </a:lnTo>
                  <a:lnTo>
                    <a:pt x="473309" y="87623"/>
                  </a:lnTo>
                  <a:lnTo>
                    <a:pt x="473309" y="36356"/>
                  </a:lnTo>
                  <a:lnTo>
                    <a:pt x="461557" y="36356"/>
                  </a:lnTo>
                  <a:lnTo>
                    <a:pt x="461351" y="36127"/>
                  </a:lnTo>
                  <a:close/>
                </a:path>
                <a:path w="1405254" h="125730">
                  <a:moveTo>
                    <a:pt x="473309" y="27984"/>
                  </a:moveTo>
                  <a:lnTo>
                    <a:pt x="461557" y="27984"/>
                  </a:lnTo>
                  <a:lnTo>
                    <a:pt x="461557" y="36356"/>
                  </a:lnTo>
                  <a:lnTo>
                    <a:pt x="473309" y="36356"/>
                  </a:lnTo>
                  <a:lnTo>
                    <a:pt x="473309" y="27984"/>
                  </a:lnTo>
                  <a:close/>
                </a:path>
                <a:path w="1405254" h="125730">
                  <a:moveTo>
                    <a:pt x="609451" y="1720"/>
                  </a:moveTo>
                  <a:lnTo>
                    <a:pt x="539067" y="1720"/>
                  </a:lnTo>
                  <a:lnTo>
                    <a:pt x="539067" y="97372"/>
                  </a:lnTo>
                  <a:lnTo>
                    <a:pt x="552944" y="97372"/>
                  </a:lnTo>
                  <a:lnTo>
                    <a:pt x="552944" y="53904"/>
                  </a:lnTo>
                  <a:lnTo>
                    <a:pt x="601825" y="53904"/>
                  </a:lnTo>
                  <a:lnTo>
                    <a:pt x="601825" y="42550"/>
                  </a:lnTo>
                  <a:lnTo>
                    <a:pt x="552944" y="42550"/>
                  </a:lnTo>
                  <a:lnTo>
                    <a:pt x="552944" y="12960"/>
                  </a:lnTo>
                  <a:lnTo>
                    <a:pt x="609451" y="12960"/>
                  </a:lnTo>
                  <a:lnTo>
                    <a:pt x="609451" y="1720"/>
                  </a:lnTo>
                  <a:close/>
                </a:path>
                <a:path w="1405254" h="125730">
                  <a:moveTo>
                    <a:pt x="686955" y="36127"/>
                  </a:moveTo>
                  <a:lnTo>
                    <a:pt x="664958" y="36127"/>
                  </a:lnTo>
                  <a:lnTo>
                    <a:pt x="669833" y="37503"/>
                  </a:lnTo>
                  <a:lnTo>
                    <a:pt x="675459" y="42091"/>
                  </a:lnTo>
                  <a:lnTo>
                    <a:pt x="676709" y="45532"/>
                  </a:lnTo>
                  <a:lnTo>
                    <a:pt x="676709" y="53331"/>
                  </a:lnTo>
                  <a:lnTo>
                    <a:pt x="671708" y="54936"/>
                  </a:lnTo>
                  <a:lnTo>
                    <a:pt x="664208" y="56198"/>
                  </a:lnTo>
                  <a:lnTo>
                    <a:pt x="648706" y="57918"/>
                  </a:lnTo>
                  <a:lnTo>
                    <a:pt x="644955" y="58492"/>
                  </a:lnTo>
                  <a:lnTo>
                    <a:pt x="642455" y="59180"/>
                  </a:lnTo>
                  <a:lnTo>
                    <a:pt x="639079" y="59983"/>
                  </a:lnTo>
                  <a:lnTo>
                    <a:pt x="635954" y="61244"/>
                  </a:lnTo>
                  <a:lnTo>
                    <a:pt x="624078" y="75695"/>
                  </a:lnTo>
                  <a:lnTo>
                    <a:pt x="624078" y="84870"/>
                  </a:lnTo>
                  <a:lnTo>
                    <a:pt x="625944" y="88770"/>
                  </a:lnTo>
                  <a:lnTo>
                    <a:pt x="626053" y="88999"/>
                  </a:lnTo>
                  <a:lnTo>
                    <a:pt x="626464" y="89687"/>
                  </a:lnTo>
                  <a:lnTo>
                    <a:pt x="635204" y="97028"/>
                  </a:lnTo>
                  <a:lnTo>
                    <a:pt x="641580" y="98863"/>
                  </a:lnTo>
                  <a:lnTo>
                    <a:pt x="654956" y="98863"/>
                  </a:lnTo>
                  <a:lnTo>
                    <a:pt x="659582" y="98174"/>
                  </a:lnTo>
                  <a:lnTo>
                    <a:pt x="664083" y="96569"/>
                  </a:lnTo>
                  <a:lnTo>
                    <a:pt x="668458" y="95078"/>
                  </a:lnTo>
                  <a:lnTo>
                    <a:pt x="672959" y="92440"/>
                  </a:lnTo>
                  <a:lnTo>
                    <a:pt x="676522" y="89687"/>
                  </a:lnTo>
                  <a:lnTo>
                    <a:pt x="647956" y="89687"/>
                  </a:lnTo>
                  <a:lnTo>
                    <a:pt x="644622" y="88770"/>
                  </a:lnTo>
                  <a:lnTo>
                    <a:pt x="644351" y="88770"/>
                  </a:lnTo>
                  <a:lnTo>
                    <a:pt x="641726" y="86705"/>
                  </a:lnTo>
                  <a:lnTo>
                    <a:pt x="639079" y="84412"/>
                  </a:lnTo>
                  <a:lnTo>
                    <a:pt x="637767" y="82003"/>
                  </a:lnTo>
                  <a:lnTo>
                    <a:pt x="637704" y="76727"/>
                  </a:lnTo>
                  <a:lnTo>
                    <a:pt x="638329" y="74778"/>
                  </a:lnTo>
                  <a:lnTo>
                    <a:pt x="639579" y="73172"/>
                  </a:lnTo>
                  <a:lnTo>
                    <a:pt x="640705" y="71452"/>
                  </a:lnTo>
                  <a:lnTo>
                    <a:pt x="665083" y="65717"/>
                  </a:lnTo>
                  <a:lnTo>
                    <a:pt x="671959" y="64226"/>
                  </a:lnTo>
                  <a:lnTo>
                    <a:pt x="676709" y="62506"/>
                  </a:lnTo>
                  <a:lnTo>
                    <a:pt x="689586" y="62506"/>
                  </a:lnTo>
                  <a:lnTo>
                    <a:pt x="689586" y="47367"/>
                  </a:lnTo>
                  <a:lnTo>
                    <a:pt x="688291" y="38880"/>
                  </a:lnTo>
                  <a:lnTo>
                    <a:pt x="688211" y="38535"/>
                  </a:lnTo>
                  <a:lnTo>
                    <a:pt x="686955" y="36127"/>
                  </a:lnTo>
                  <a:close/>
                </a:path>
                <a:path w="1405254" h="125730">
                  <a:moveTo>
                    <a:pt x="689586" y="62506"/>
                  </a:moveTo>
                  <a:lnTo>
                    <a:pt x="676709" y="62506"/>
                  </a:lnTo>
                  <a:lnTo>
                    <a:pt x="676599" y="72599"/>
                  </a:lnTo>
                  <a:lnTo>
                    <a:pt x="676003" y="75695"/>
                  </a:lnTo>
                  <a:lnTo>
                    <a:pt x="675959" y="75925"/>
                  </a:lnTo>
                  <a:lnTo>
                    <a:pt x="674584" y="78562"/>
                  </a:lnTo>
                  <a:lnTo>
                    <a:pt x="672834" y="82003"/>
                  </a:lnTo>
                  <a:lnTo>
                    <a:pt x="670318" y="84412"/>
                  </a:lnTo>
                  <a:lnTo>
                    <a:pt x="669730" y="84870"/>
                  </a:lnTo>
                  <a:lnTo>
                    <a:pt x="666083" y="86705"/>
                  </a:lnTo>
                  <a:lnTo>
                    <a:pt x="662112" y="88770"/>
                  </a:lnTo>
                  <a:lnTo>
                    <a:pt x="677709" y="88770"/>
                  </a:lnTo>
                  <a:lnTo>
                    <a:pt x="678084" y="91981"/>
                  </a:lnTo>
                  <a:lnTo>
                    <a:pt x="678889" y="94619"/>
                  </a:lnTo>
                  <a:lnTo>
                    <a:pt x="678959" y="94848"/>
                  </a:lnTo>
                  <a:lnTo>
                    <a:pt x="680335" y="97372"/>
                  </a:lnTo>
                  <a:lnTo>
                    <a:pt x="693586" y="97372"/>
                  </a:lnTo>
                  <a:lnTo>
                    <a:pt x="692336" y="95078"/>
                  </a:lnTo>
                  <a:lnTo>
                    <a:pt x="692211" y="94848"/>
                  </a:lnTo>
                  <a:lnTo>
                    <a:pt x="692086" y="94619"/>
                  </a:lnTo>
                  <a:lnTo>
                    <a:pt x="691008" y="91981"/>
                  </a:lnTo>
                  <a:lnTo>
                    <a:pt x="690581" y="89687"/>
                  </a:lnTo>
                  <a:lnTo>
                    <a:pt x="690461" y="88999"/>
                  </a:lnTo>
                  <a:lnTo>
                    <a:pt x="689961" y="86705"/>
                  </a:lnTo>
                  <a:lnTo>
                    <a:pt x="689836" y="86132"/>
                  </a:lnTo>
                  <a:lnTo>
                    <a:pt x="689773" y="84412"/>
                  </a:lnTo>
                  <a:lnTo>
                    <a:pt x="689686" y="82003"/>
                  </a:lnTo>
                  <a:lnTo>
                    <a:pt x="689586" y="62506"/>
                  </a:lnTo>
                  <a:close/>
                </a:path>
                <a:path w="1405254" h="125730">
                  <a:moveTo>
                    <a:pt x="677709" y="88770"/>
                  </a:moveTo>
                  <a:lnTo>
                    <a:pt x="661846" y="88770"/>
                  </a:lnTo>
                  <a:lnTo>
                    <a:pt x="657957" y="89687"/>
                  </a:lnTo>
                  <a:lnTo>
                    <a:pt x="676522" y="89687"/>
                  </a:lnTo>
                  <a:lnTo>
                    <a:pt x="677709" y="88770"/>
                  </a:lnTo>
                  <a:close/>
                </a:path>
                <a:path w="1405254" h="125730">
                  <a:moveTo>
                    <a:pt x="666833" y="26493"/>
                  </a:moveTo>
                  <a:lnTo>
                    <a:pt x="653831" y="26493"/>
                  </a:lnTo>
                  <a:lnTo>
                    <a:pt x="648206" y="27296"/>
                  </a:lnTo>
                  <a:lnTo>
                    <a:pt x="626432" y="47367"/>
                  </a:lnTo>
                  <a:lnTo>
                    <a:pt x="626328" y="47825"/>
                  </a:lnTo>
                  <a:lnTo>
                    <a:pt x="638829" y="49316"/>
                  </a:lnTo>
                  <a:lnTo>
                    <a:pt x="640205" y="44499"/>
                  </a:lnTo>
                  <a:lnTo>
                    <a:pt x="642330" y="41059"/>
                  </a:lnTo>
                  <a:lnTo>
                    <a:pt x="648081" y="37159"/>
                  </a:lnTo>
                  <a:lnTo>
                    <a:pt x="652456" y="36127"/>
                  </a:lnTo>
                  <a:lnTo>
                    <a:pt x="686955" y="36127"/>
                  </a:lnTo>
                  <a:lnTo>
                    <a:pt x="686835" y="35898"/>
                  </a:lnTo>
                  <a:lnTo>
                    <a:pt x="684960" y="33833"/>
                  </a:lnTo>
                  <a:lnTo>
                    <a:pt x="683085" y="31654"/>
                  </a:lnTo>
                  <a:lnTo>
                    <a:pt x="680085" y="29934"/>
                  </a:lnTo>
                  <a:lnTo>
                    <a:pt x="672417" y="27296"/>
                  </a:lnTo>
                  <a:lnTo>
                    <a:pt x="672959" y="27296"/>
                  </a:lnTo>
                  <a:lnTo>
                    <a:pt x="666833" y="26493"/>
                  </a:lnTo>
                  <a:close/>
                </a:path>
                <a:path w="1405254" h="125730">
                  <a:moveTo>
                    <a:pt x="750593" y="26493"/>
                  </a:moveTo>
                  <a:lnTo>
                    <a:pt x="735842" y="26493"/>
                  </a:lnTo>
                  <a:lnTo>
                    <a:pt x="729841" y="27869"/>
                  </a:lnTo>
                  <a:lnTo>
                    <a:pt x="707963" y="55395"/>
                  </a:lnTo>
                  <a:lnTo>
                    <a:pt x="707963" y="62965"/>
                  </a:lnTo>
                  <a:lnTo>
                    <a:pt x="728294" y="96540"/>
                  </a:lnTo>
                  <a:lnTo>
                    <a:pt x="742342" y="98863"/>
                  </a:lnTo>
                  <a:lnTo>
                    <a:pt x="750593" y="98863"/>
                  </a:lnTo>
                  <a:lnTo>
                    <a:pt x="757469" y="96683"/>
                  </a:lnTo>
                  <a:lnTo>
                    <a:pt x="766830" y="89229"/>
                  </a:lnTo>
                  <a:lnTo>
                    <a:pt x="735842" y="89229"/>
                  </a:lnTo>
                  <a:lnTo>
                    <a:pt x="730841" y="87164"/>
                  </a:lnTo>
                  <a:lnTo>
                    <a:pt x="723090" y="78677"/>
                  </a:lnTo>
                  <a:lnTo>
                    <a:pt x="721090" y="71910"/>
                  </a:lnTo>
                  <a:lnTo>
                    <a:pt x="721090" y="53445"/>
                  </a:lnTo>
                  <a:lnTo>
                    <a:pt x="723090" y="46678"/>
                  </a:lnTo>
                  <a:lnTo>
                    <a:pt x="727090" y="42435"/>
                  </a:lnTo>
                  <a:lnTo>
                    <a:pt x="731216" y="38191"/>
                  </a:lnTo>
                  <a:lnTo>
                    <a:pt x="736467" y="36127"/>
                  </a:lnTo>
                  <a:lnTo>
                    <a:pt x="767875" y="36127"/>
                  </a:lnTo>
                  <a:lnTo>
                    <a:pt x="762470" y="32113"/>
                  </a:lnTo>
                  <a:lnTo>
                    <a:pt x="757219" y="28328"/>
                  </a:lnTo>
                  <a:lnTo>
                    <a:pt x="750593" y="26493"/>
                  </a:lnTo>
                  <a:close/>
                </a:path>
                <a:path w="1405254" h="125730">
                  <a:moveTo>
                    <a:pt x="761095" y="71910"/>
                  </a:moveTo>
                  <a:lnTo>
                    <a:pt x="760220" y="77760"/>
                  </a:lnTo>
                  <a:lnTo>
                    <a:pt x="758094" y="82118"/>
                  </a:lnTo>
                  <a:lnTo>
                    <a:pt x="751343" y="87852"/>
                  </a:lnTo>
                  <a:lnTo>
                    <a:pt x="747218" y="89229"/>
                  </a:lnTo>
                  <a:lnTo>
                    <a:pt x="766830" y="89229"/>
                  </a:lnTo>
                  <a:lnTo>
                    <a:pt x="768846" y="87623"/>
                  </a:lnTo>
                  <a:lnTo>
                    <a:pt x="772346" y="81430"/>
                  </a:lnTo>
                  <a:lnTo>
                    <a:pt x="773721" y="73401"/>
                  </a:lnTo>
                  <a:lnTo>
                    <a:pt x="761095" y="71910"/>
                  </a:lnTo>
                  <a:close/>
                </a:path>
                <a:path w="1405254" h="125730">
                  <a:moveTo>
                    <a:pt x="767792" y="36127"/>
                  </a:moveTo>
                  <a:lnTo>
                    <a:pt x="747093" y="36127"/>
                  </a:lnTo>
                  <a:lnTo>
                    <a:pt x="750718" y="37274"/>
                  </a:lnTo>
                  <a:lnTo>
                    <a:pt x="753719" y="39682"/>
                  </a:lnTo>
                  <a:lnTo>
                    <a:pt x="756844" y="41976"/>
                  </a:lnTo>
                  <a:lnTo>
                    <a:pt x="758844" y="45532"/>
                  </a:lnTo>
                  <a:lnTo>
                    <a:pt x="760095" y="50119"/>
                  </a:lnTo>
                  <a:lnTo>
                    <a:pt x="772471" y="48399"/>
                  </a:lnTo>
                  <a:lnTo>
                    <a:pt x="771299" y="42435"/>
                  </a:lnTo>
                  <a:lnTo>
                    <a:pt x="771209" y="41976"/>
                  </a:lnTo>
                  <a:lnTo>
                    <a:pt x="771096" y="41403"/>
                  </a:lnTo>
                  <a:lnTo>
                    <a:pt x="767792" y="36127"/>
                  </a:lnTo>
                  <a:close/>
                </a:path>
                <a:path w="1405254" h="125730">
                  <a:moveTo>
                    <a:pt x="801975" y="37159"/>
                  </a:moveTo>
                  <a:lnTo>
                    <a:pt x="789223" y="37159"/>
                  </a:lnTo>
                  <a:lnTo>
                    <a:pt x="789336" y="85100"/>
                  </a:lnTo>
                  <a:lnTo>
                    <a:pt x="789723" y="88655"/>
                  </a:lnTo>
                  <a:lnTo>
                    <a:pt x="790848" y="90834"/>
                  </a:lnTo>
                  <a:lnTo>
                    <a:pt x="791849" y="93128"/>
                  </a:lnTo>
                  <a:lnTo>
                    <a:pt x="793599" y="94848"/>
                  </a:lnTo>
                  <a:lnTo>
                    <a:pt x="796224" y="96225"/>
                  </a:lnTo>
                  <a:lnTo>
                    <a:pt x="798724" y="97601"/>
                  </a:lnTo>
                  <a:lnTo>
                    <a:pt x="802350" y="98174"/>
                  </a:lnTo>
                  <a:lnTo>
                    <a:pt x="809851" y="98174"/>
                  </a:lnTo>
                  <a:lnTo>
                    <a:pt x="813101" y="97830"/>
                  </a:lnTo>
                  <a:lnTo>
                    <a:pt x="816727" y="97142"/>
                  </a:lnTo>
                  <a:lnTo>
                    <a:pt x="814935" y="87279"/>
                  </a:lnTo>
                  <a:lnTo>
                    <a:pt x="807350" y="87279"/>
                  </a:lnTo>
                  <a:lnTo>
                    <a:pt x="805850" y="86935"/>
                  </a:lnTo>
                  <a:lnTo>
                    <a:pt x="801975" y="80971"/>
                  </a:lnTo>
                  <a:lnTo>
                    <a:pt x="801975" y="37159"/>
                  </a:lnTo>
                  <a:close/>
                </a:path>
                <a:path w="1405254" h="125730">
                  <a:moveTo>
                    <a:pt x="814872" y="86935"/>
                  </a:moveTo>
                  <a:lnTo>
                    <a:pt x="814060" y="86935"/>
                  </a:lnTo>
                  <a:lnTo>
                    <a:pt x="811684" y="87279"/>
                  </a:lnTo>
                  <a:lnTo>
                    <a:pt x="814935" y="87279"/>
                  </a:lnTo>
                  <a:lnTo>
                    <a:pt x="814872" y="86935"/>
                  </a:lnTo>
                  <a:close/>
                </a:path>
                <a:path w="1405254" h="125730">
                  <a:moveTo>
                    <a:pt x="814851" y="27984"/>
                  </a:moveTo>
                  <a:lnTo>
                    <a:pt x="779847" y="27984"/>
                  </a:lnTo>
                  <a:lnTo>
                    <a:pt x="779847" y="37159"/>
                  </a:lnTo>
                  <a:lnTo>
                    <a:pt x="814851" y="37159"/>
                  </a:lnTo>
                  <a:lnTo>
                    <a:pt x="814851" y="27984"/>
                  </a:lnTo>
                  <a:close/>
                </a:path>
                <a:path w="1405254" h="125730">
                  <a:moveTo>
                    <a:pt x="801975" y="3784"/>
                  </a:moveTo>
                  <a:lnTo>
                    <a:pt x="789223" y="10895"/>
                  </a:lnTo>
                  <a:lnTo>
                    <a:pt x="789223" y="27984"/>
                  </a:lnTo>
                  <a:lnTo>
                    <a:pt x="801975" y="27984"/>
                  </a:lnTo>
                  <a:lnTo>
                    <a:pt x="801975" y="3784"/>
                  </a:lnTo>
                  <a:close/>
                </a:path>
                <a:path w="1405254" h="125730">
                  <a:moveTo>
                    <a:pt x="859232" y="26493"/>
                  </a:moveTo>
                  <a:lnTo>
                    <a:pt x="849856" y="26493"/>
                  </a:lnTo>
                  <a:lnTo>
                    <a:pt x="841980" y="29016"/>
                  </a:lnTo>
                  <a:lnTo>
                    <a:pt x="823853" y="62620"/>
                  </a:lnTo>
                  <a:lnTo>
                    <a:pt x="824444" y="70649"/>
                  </a:lnTo>
                  <a:lnTo>
                    <a:pt x="851659" y="98282"/>
                  </a:lnTo>
                  <a:lnTo>
                    <a:pt x="859232" y="98863"/>
                  </a:lnTo>
                  <a:lnTo>
                    <a:pt x="865858" y="98863"/>
                  </a:lnTo>
                  <a:lnTo>
                    <a:pt x="871859" y="97486"/>
                  </a:lnTo>
                  <a:lnTo>
                    <a:pt x="882985" y="91866"/>
                  </a:lnTo>
                  <a:lnTo>
                    <a:pt x="885778" y="89229"/>
                  </a:lnTo>
                  <a:lnTo>
                    <a:pt x="852856" y="89229"/>
                  </a:lnTo>
                  <a:lnTo>
                    <a:pt x="847480" y="87049"/>
                  </a:lnTo>
                  <a:lnTo>
                    <a:pt x="839104" y="78218"/>
                  </a:lnTo>
                  <a:lnTo>
                    <a:pt x="836979" y="71566"/>
                  </a:lnTo>
                  <a:lnTo>
                    <a:pt x="836979" y="53895"/>
                  </a:lnTo>
                  <a:lnTo>
                    <a:pt x="852856" y="36127"/>
                  </a:lnTo>
                  <a:lnTo>
                    <a:pt x="884901" y="36127"/>
                  </a:lnTo>
                  <a:lnTo>
                    <a:pt x="884610" y="35783"/>
                  </a:lnTo>
                  <a:lnTo>
                    <a:pt x="879361" y="31719"/>
                  </a:lnTo>
                  <a:lnTo>
                    <a:pt x="873374" y="28815"/>
                  </a:lnTo>
                  <a:lnTo>
                    <a:pt x="866661" y="27074"/>
                  </a:lnTo>
                  <a:lnTo>
                    <a:pt x="859232" y="26493"/>
                  </a:lnTo>
                  <a:close/>
                </a:path>
                <a:path w="1405254" h="125730">
                  <a:moveTo>
                    <a:pt x="884901" y="36127"/>
                  </a:moveTo>
                  <a:lnTo>
                    <a:pt x="865483" y="36127"/>
                  </a:lnTo>
                  <a:lnTo>
                    <a:pt x="870733" y="38421"/>
                  </a:lnTo>
                  <a:lnTo>
                    <a:pt x="874984" y="42779"/>
                  </a:lnTo>
                  <a:lnTo>
                    <a:pt x="879234" y="47252"/>
                  </a:lnTo>
                  <a:lnTo>
                    <a:pt x="881360" y="53895"/>
                  </a:lnTo>
                  <a:lnTo>
                    <a:pt x="881288" y="71566"/>
                  </a:lnTo>
                  <a:lnTo>
                    <a:pt x="865608" y="89229"/>
                  </a:lnTo>
                  <a:lnTo>
                    <a:pt x="885778" y="89229"/>
                  </a:lnTo>
                  <a:lnTo>
                    <a:pt x="894464" y="71337"/>
                  </a:lnTo>
                  <a:lnTo>
                    <a:pt x="894558" y="70896"/>
                  </a:lnTo>
                  <a:lnTo>
                    <a:pt x="888968" y="40946"/>
                  </a:lnTo>
                  <a:lnTo>
                    <a:pt x="884901" y="36127"/>
                  </a:lnTo>
                  <a:close/>
                </a:path>
                <a:path w="1405254" h="125730">
                  <a:moveTo>
                    <a:pt x="923365" y="27984"/>
                  </a:moveTo>
                  <a:lnTo>
                    <a:pt x="911864" y="27984"/>
                  </a:lnTo>
                  <a:lnTo>
                    <a:pt x="911864" y="97372"/>
                  </a:lnTo>
                  <a:lnTo>
                    <a:pt x="924615" y="97372"/>
                  </a:lnTo>
                  <a:lnTo>
                    <a:pt x="924615" y="56083"/>
                  </a:lnTo>
                  <a:lnTo>
                    <a:pt x="925365" y="51495"/>
                  </a:lnTo>
                  <a:lnTo>
                    <a:pt x="926740" y="47367"/>
                  </a:lnTo>
                  <a:lnTo>
                    <a:pt x="927741" y="44614"/>
                  </a:lnTo>
                  <a:lnTo>
                    <a:pt x="929366" y="42435"/>
                  </a:lnTo>
                  <a:lnTo>
                    <a:pt x="933579" y="39453"/>
                  </a:lnTo>
                  <a:lnTo>
                    <a:pt x="933325" y="39453"/>
                  </a:lnTo>
                  <a:lnTo>
                    <a:pt x="936242" y="38650"/>
                  </a:lnTo>
                  <a:lnTo>
                    <a:pt x="923365" y="38650"/>
                  </a:lnTo>
                  <a:lnTo>
                    <a:pt x="923365" y="27984"/>
                  </a:lnTo>
                  <a:close/>
                </a:path>
                <a:path w="1405254" h="125730">
                  <a:moveTo>
                    <a:pt x="943993" y="26493"/>
                  </a:moveTo>
                  <a:lnTo>
                    <a:pt x="936742" y="26493"/>
                  </a:lnTo>
                  <a:lnTo>
                    <a:pt x="933991" y="27296"/>
                  </a:lnTo>
                  <a:lnTo>
                    <a:pt x="931491" y="28787"/>
                  </a:lnTo>
                  <a:lnTo>
                    <a:pt x="928991" y="30392"/>
                  </a:lnTo>
                  <a:lnTo>
                    <a:pt x="926240" y="33604"/>
                  </a:lnTo>
                  <a:lnTo>
                    <a:pt x="923298" y="38650"/>
                  </a:lnTo>
                  <a:lnTo>
                    <a:pt x="942242" y="38650"/>
                  </a:lnTo>
                  <a:lnTo>
                    <a:pt x="945368" y="39453"/>
                  </a:lnTo>
                  <a:lnTo>
                    <a:pt x="948493" y="41173"/>
                  </a:lnTo>
                  <a:lnTo>
                    <a:pt x="952823" y="30392"/>
                  </a:lnTo>
                  <a:lnTo>
                    <a:pt x="953073" y="30392"/>
                  </a:lnTo>
                  <a:lnTo>
                    <a:pt x="948368" y="27755"/>
                  </a:lnTo>
                  <a:lnTo>
                    <a:pt x="943993" y="26493"/>
                  </a:lnTo>
                  <a:close/>
                </a:path>
                <a:path w="1405254" h="125730">
                  <a:moveTo>
                    <a:pt x="1070883" y="30163"/>
                  </a:moveTo>
                  <a:lnTo>
                    <a:pt x="1002125" y="30163"/>
                  </a:lnTo>
                  <a:lnTo>
                    <a:pt x="1002125" y="41059"/>
                  </a:lnTo>
                  <a:lnTo>
                    <a:pt x="1070883" y="41059"/>
                  </a:lnTo>
                  <a:lnTo>
                    <a:pt x="1070883" y="30163"/>
                  </a:lnTo>
                  <a:close/>
                </a:path>
                <a:path w="1405254" h="125730">
                  <a:moveTo>
                    <a:pt x="1070883" y="59180"/>
                  </a:moveTo>
                  <a:lnTo>
                    <a:pt x="1002125" y="59180"/>
                  </a:lnTo>
                  <a:lnTo>
                    <a:pt x="1002125" y="70075"/>
                  </a:lnTo>
                  <a:lnTo>
                    <a:pt x="1070883" y="70075"/>
                  </a:lnTo>
                  <a:lnTo>
                    <a:pt x="1070883" y="59180"/>
                  </a:lnTo>
                  <a:close/>
                </a:path>
                <a:path w="1405254" h="125730">
                  <a:moveTo>
                    <a:pt x="1168896" y="1261"/>
                  </a:moveTo>
                  <a:lnTo>
                    <a:pt x="1155769" y="1261"/>
                  </a:lnTo>
                  <a:lnTo>
                    <a:pt x="1149393" y="3096"/>
                  </a:lnTo>
                  <a:lnTo>
                    <a:pt x="1129520" y="42080"/>
                  </a:lnTo>
                  <a:lnTo>
                    <a:pt x="1129266" y="50119"/>
                  </a:lnTo>
                  <a:lnTo>
                    <a:pt x="1129828" y="60916"/>
                  </a:lnTo>
                  <a:lnTo>
                    <a:pt x="1129920" y="62678"/>
                  </a:lnTo>
                  <a:lnTo>
                    <a:pt x="1149862" y="96483"/>
                  </a:lnTo>
                  <a:lnTo>
                    <a:pt x="1163270" y="98977"/>
                  </a:lnTo>
                  <a:lnTo>
                    <a:pt x="1170896" y="98977"/>
                  </a:lnTo>
                  <a:lnTo>
                    <a:pt x="1177272" y="97028"/>
                  </a:lnTo>
                  <a:lnTo>
                    <a:pt x="1182263" y="93365"/>
                  </a:lnTo>
                  <a:lnTo>
                    <a:pt x="1187273" y="89573"/>
                  </a:lnTo>
                  <a:lnTo>
                    <a:pt x="1187433" y="89343"/>
                  </a:lnTo>
                  <a:lnTo>
                    <a:pt x="1157394" y="89343"/>
                  </a:lnTo>
                  <a:lnTo>
                    <a:pt x="1152519" y="86705"/>
                  </a:lnTo>
                  <a:lnTo>
                    <a:pt x="1142517" y="50119"/>
                  </a:lnTo>
                  <a:lnTo>
                    <a:pt x="1142815" y="42080"/>
                  </a:lnTo>
                  <a:lnTo>
                    <a:pt x="1142917" y="39324"/>
                  </a:lnTo>
                  <a:lnTo>
                    <a:pt x="1157269" y="11010"/>
                  </a:lnTo>
                  <a:lnTo>
                    <a:pt x="1186905" y="11010"/>
                  </a:lnTo>
                  <a:lnTo>
                    <a:pt x="1185773" y="9404"/>
                  </a:lnTo>
                  <a:lnTo>
                    <a:pt x="1182272" y="6422"/>
                  </a:lnTo>
                  <a:lnTo>
                    <a:pt x="1173771" y="2293"/>
                  </a:lnTo>
                  <a:lnTo>
                    <a:pt x="1168896" y="1261"/>
                  </a:lnTo>
                  <a:close/>
                </a:path>
                <a:path w="1405254" h="125730">
                  <a:moveTo>
                    <a:pt x="1186905" y="11010"/>
                  </a:moveTo>
                  <a:lnTo>
                    <a:pt x="1169146" y="11010"/>
                  </a:lnTo>
                  <a:lnTo>
                    <a:pt x="1174146" y="13533"/>
                  </a:lnTo>
                  <a:lnTo>
                    <a:pt x="1178147" y="18809"/>
                  </a:lnTo>
                  <a:lnTo>
                    <a:pt x="1180772" y="23669"/>
                  </a:lnTo>
                  <a:lnTo>
                    <a:pt x="1182581" y="30263"/>
                  </a:lnTo>
                  <a:lnTo>
                    <a:pt x="1182647" y="30507"/>
                  </a:lnTo>
                  <a:lnTo>
                    <a:pt x="1183773" y="39324"/>
                  </a:lnTo>
                  <a:lnTo>
                    <a:pt x="1184148" y="50119"/>
                  </a:lnTo>
                  <a:lnTo>
                    <a:pt x="1183869" y="58140"/>
                  </a:lnTo>
                  <a:lnTo>
                    <a:pt x="1169146" y="89343"/>
                  </a:lnTo>
                  <a:lnTo>
                    <a:pt x="1187433" y="89343"/>
                  </a:lnTo>
                  <a:lnTo>
                    <a:pt x="1197274" y="50119"/>
                  </a:lnTo>
                  <a:lnTo>
                    <a:pt x="1197274" y="40715"/>
                  </a:lnTo>
                  <a:lnTo>
                    <a:pt x="1196524" y="33145"/>
                  </a:lnTo>
                  <a:lnTo>
                    <a:pt x="1194899" y="27525"/>
                  </a:lnTo>
                  <a:lnTo>
                    <a:pt x="1193399" y="21905"/>
                  </a:lnTo>
                  <a:lnTo>
                    <a:pt x="1191273" y="17203"/>
                  </a:lnTo>
                  <a:lnTo>
                    <a:pt x="1186905" y="11010"/>
                  </a:lnTo>
                  <a:close/>
                </a:path>
                <a:path w="1405254" h="125730">
                  <a:moveTo>
                    <a:pt x="1234529" y="83953"/>
                  </a:moveTo>
                  <a:lnTo>
                    <a:pt x="1219902" y="83953"/>
                  </a:lnTo>
                  <a:lnTo>
                    <a:pt x="1219902" y="97372"/>
                  </a:lnTo>
                  <a:lnTo>
                    <a:pt x="1234529" y="97372"/>
                  </a:lnTo>
                  <a:lnTo>
                    <a:pt x="1234529" y="83953"/>
                  </a:lnTo>
                  <a:close/>
                </a:path>
                <a:path w="1405254" h="125730">
                  <a:moveTo>
                    <a:pt x="1302662" y="22479"/>
                  </a:moveTo>
                  <a:lnTo>
                    <a:pt x="1289786" y="22479"/>
                  </a:lnTo>
                  <a:lnTo>
                    <a:pt x="1289786" y="97372"/>
                  </a:lnTo>
                  <a:lnTo>
                    <a:pt x="1302662" y="97372"/>
                  </a:lnTo>
                  <a:lnTo>
                    <a:pt x="1302662" y="22479"/>
                  </a:lnTo>
                  <a:close/>
                </a:path>
                <a:path w="1405254" h="125730">
                  <a:moveTo>
                    <a:pt x="1302662" y="1261"/>
                  </a:moveTo>
                  <a:lnTo>
                    <a:pt x="1294411" y="1261"/>
                  </a:lnTo>
                  <a:lnTo>
                    <a:pt x="1292161" y="5390"/>
                  </a:lnTo>
                  <a:lnTo>
                    <a:pt x="1288411" y="9633"/>
                  </a:lnTo>
                  <a:lnTo>
                    <a:pt x="1283035" y="14106"/>
                  </a:lnTo>
                  <a:lnTo>
                    <a:pt x="1277659" y="18465"/>
                  </a:lnTo>
                  <a:lnTo>
                    <a:pt x="1271408" y="22249"/>
                  </a:lnTo>
                  <a:lnTo>
                    <a:pt x="1264283" y="25231"/>
                  </a:lnTo>
                  <a:lnTo>
                    <a:pt x="1264283" y="36586"/>
                  </a:lnTo>
                  <a:lnTo>
                    <a:pt x="1289786" y="22479"/>
                  </a:lnTo>
                  <a:lnTo>
                    <a:pt x="1302662" y="22479"/>
                  </a:lnTo>
                  <a:lnTo>
                    <a:pt x="1302662" y="1261"/>
                  </a:lnTo>
                  <a:close/>
                </a:path>
                <a:path w="1405254" h="125730">
                  <a:moveTo>
                    <a:pt x="1398578" y="11010"/>
                  </a:moveTo>
                  <a:lnTo>
                    <a:pt x="1378047" y="11010"/>
                  </a:lnTo>
                  <a:lnTo>
                    <a:pt x="1383137" y="12730"/>
                  </a:lnTo>
                  <a:lnTo>
                    <a:pt x="1382927" y="12730"/>
                  </a:lnTo>
                  <a:lnTo>
                    <a:pt x="1390048" y="19038"/>
                  </a:lnTo>
                  <a:lnTo>
                    <a:pt x="1391799" y="22938"/>
                  </a:lnTo>
                  <a:lnTo>
                    <a:pt x="1391799" y="31998"/>
                  </a:lnTo>
                  <a:lnTo>
                    <a:pt x="1362920" y="61932"/>
                  </a:lnTo>
                  <a:lnTo>
                    <a:pt x="1355544" y="67437"/>
                  </a:lnTo>
                  <a:lnTo>
                    <a:pt x="1350043" y="72254"/>
                  </a:lnTo>
                  <a:lnTo>
                    <a:pt x="1346168" y="76383"/>
                  </a:lnTo>
                  <a:lnTo>
                    <a:pt x="1342292" y="80627"/>
                  </a:lnTo>
                  <a:lnTo>
                    <a:pt x="1339417" y="84870"/>
                  </a:lnTo>
                  <a:lnTo>
                    <a:pt x="1337667" y="89114"/>
                  </a:lnTo>
                  <a:lnTo>
                    <a:pt x="1336542" y="91752"/>
                  </a:lnTo>
                  <a:lnTo>
                    <a:pt x="1336042" y="94504"/>
                  </a:lnTo>
                  <a:lnTo>
                    <a:pt x="1336167" y="97372"/>
                  </a:lnTo>
                  <a:lnTo>
                    <a:pt x="1405050" y="97372"/>
                  </a:lnTo>
                  <a:lnTo>
                    <a:pt x="1405050" y="86017"/>
                  </a:lnTo>
                  <a:lnTo>
                    <a:pt x="1353919" y="86017"/>
                  </a:lnTo>
                  <a:lnTo>
                    <a:pt x="1355419" y="83953"/>
                  </a:lnTo>
                  <a:lnTo>
                    <a:pt x="1357169" y="81774"/>
                  </a:lnTo>
                  <a:lnTo>
                    <a:pt x="1359419" y="79709"/>
                  </a:lnTo>
                  <a:lnTo>
                    <a:pt x="1361545" y="77530"/>
                  </a:lnTo>
                  <a:lnTo>
                    <a:pt x="1366545" y="73516"/>
                  </a:lnTo>
                  <a:lnTo>
                    <a:pt x="1374171" y="67667"/>
                  </a:lnTo>
                  <a:lnTo>
                    <a:pt x="1380598" y="62565"/>
                  </a:lnTo>
                  <a:lnTo>
                    <a:pt x="1404857" y="31998"/>
                  </a:lnTo>
                  <a:lnTo>
                    <a:pt x="1404925" y="20300"/>
                  </a:lnTo>
                  <a:lnTo>
                    <a:pt x="1402050" y="13992"/>
                  </a:lnTo>
                  <a:lnTo>
                    <a:pt x="1398578" y="11010"/>
                  </a:lnTo>
                  <a:close/>
                </a:path>
                <a:path w="1405254" h="125730">
                  <a:moveTo>
                    <a:pt x="1382422" y="1261"/>
                  </a:moveTo>
                  <a:lnTo>
                    <a:pt x="1362545" y="1261"/>
                  </a:lnTo>
                  <a:lnTo>
                    <a:pt x="1354294" y="3784"/>
                  </a:lnTo>
                  <a:lnTo>
                    <a:pt x="1354526" y="3784"/>
                  </a:lnTo>
                  <a:lnTo>
                    <a:pt x="1342917" y="13074"/>
                  </a:lnTo>
                  <a:lnTo>
                    <a:pt x="1339542" y="19956"/>
                  </a:lnTo>
                  <a:lnTo>
                    <a:pt x="1338667" y="28901"/>
                  </a:lnTo>
                  <a:lnTo>
                    <a:pt x="1351794" y="30163"/>
                  </a:lnTo>
                  <a:lnTo>
                    <a:pt x="1351794" y="24199"/>
                  </a:lnTo>
                  <a:lnTo>
                    <a:pt x="1353669" y="19497"/>
                  </a:lnTo>
                  <a:lnTo>
                    <a:pt x="1361045" y="12730"/>
                  </a:lnTo>
                  <a:lnTo>
                    <a:pt x="1366045" y="11010"/>
                  </a:lnTo>
                  <a:lnTo>
                    <a:pt x="1398578" y="11010"/>
                  </a:lnTo>
                  <a:lnTo>
                    <a:pt x="1396174" y="8945"/>
                  </a:lnTo>
                  <a:lnTo>
                    <a:pt x="1390423" y="3784"/>
                  </a:lnTo>
                  <a:lnTo>
                    <a:pt x="1382422" y="12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2577935" y="1723709"/>
              <a:ext cx="374015" cy="0"/>
            </a:xfrm>
            <a:custGeom>
              <a:avLst/>
              <a:gdLst/>
              <a:ahLst/>
              <a:cxnLst/>
              <a:rect l="l" t="t" r="r" b="b"/>
              <a:pathLst>
                <a:path w="374014" h="0">
                  <a:moveTo>
                    <a:pt x="0" y="0"/>
                  </a:moveTo>
                  <a:lnTo>
                    <a:pt x="373921" y="0"/>
                  </a:lnTo>
                </a:path>
              </a:pathLst>
            </a:custGeom>
            <a:ln w="573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724328" y="1686435"/>
              <a:ext cx="81260" cy="74548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2986486" y="1862714"/>
              <a:ext cx="1406525" cy="125730"/>
            </a:xfrm>
            <a:custGeom>
              <a:avLst/>
              <a:gdLst/>
              <a:ahLst/>
              <a:cxnLst/>
              <a:rect l="l" t="t" r="r" b="b"/>
              <a:pathLst>
                <a:path w="1406525" h="125730">
                  <a:moveTo>
                    <a:pt x="13001" y="65488"/>
                  </a:moveTo>
                  <a:lnTo>
                    <a:pt x="0" y="66520"/>
                  </a:lnTo>
                  <a:lnTo>
                    <a:pt x="125" y="72943"/>
                  </a:lnTo>
                  <a:lnTo>
                    <a:pt x="2125" y="78677"/>
                  </a:lnTo>
                  <a:lnTo>
                    <a:pt x="9376" y="88770"/>
                  </a:lnTo>
                  <a:lnTo>
                    <a:pt x="14528" y="92669"/>
                  </a:lnTo>
                  <a:lnTo>
                    <a:pt x="14666" y="92669"/>
                  </a:lnTo>
                  <a:lnTo>
                    <a:pt x="27418" y="97716"/>
                  </a:lnTo>
                  <a:lnTo>
                    <a:pt x="27844" y="97716"/>
                  </a:lnTo>
                  <a:lnTo>
                    <a:pt x="35004" y="98863"/>
                  </a:lnTo>
                  <a:lnTo>
                    <a:pt x="51881" y="98863"/>
                  </a:lnTo>
                  <a:lnTo>
                    <a:pt x="58507" y="97716"/>
                  </a:lnTo>
                  <a:lnTo>
                    <a:pt x="70508" y="92669"/>
                  </a:lnTo>
                  <a:lnTo>
                    <a:pt x="75009" y="89114"/>
                  </a:lnTo>
                  <a:lnTo>
                    <a:pt x="76131" y="87508"/>
                  </a:lnTo>
                  <a:lnTo>
                    <a:pt x="37879" y="87508"/>
                  </a:lnTo>
                  <a:lnTo>
                    <a:pt x="32504" y="86591"/>
                  </a:lnTo>
                  <a:lnTo>
                    <a:pt x="13031" y="65717"/>
                  </a:lnTo>
                  <a:lnTo>
                    <a:pt x="13001" y="65488"/>
                  </a:lnTo>
                  <a:close/>
                </a:path>
                <a:path w="1406525" h="125730">
                  <a:moveTo>
                    <a:pt x="48381" y="0"/>
                  </a:moveTo>
                  <a:lnTo>
                    <a:pt x="33629" y="0"/>
                  </a:lnTo>
                  <a:lnTo>
                    <a:pt x="27253" y="1146"/>
                  </a:lnTo>
                  <a:lnTo>
                    <a:pt x="4000" y="21561"/>
                  </a:lnTo>
                  <a:lnTo>
                    <a:pt x="4000" y="30737"/>
                  </a:lnTo>
                  <a:lnTo>
                    <a:pt x="5125" y="34751"/>
                  </a:lnTo>
                  <a:lnTo>
                    <a:pt x="7625" y="38306"/>
                  </a:lnTo>
                  <a:lnTo>
                    <a:pt x="10001" y="41861"/>
                  </a:lnTo>
                  <a:lnTo>
                    <a:pt x="13751" y="44729"/>
                  </a:lnTo>
                  <a:lnTo>
                    <a:pt x="18752" y="47137"/>
                  </a:lnTo>
                  <a:lnTo>
                    <a:pt x="22627" y="49087"/>
                  </a:lnTo>
                  <a:lnTo>
                    <a:pt x="29253" y="51037"/>
                  </a:lnTo>
                  <a:lnTo>
                    <a:pt x="38879" y="53101"/>
                  </a:lnTo>
                  <a:lnTo>
                    <a:pt x="48506" y="55280"/>
                  </a:lnTo>
                  <a:lnTo>
                    <a:pt x="54631" y="56771"/>
                  </a:lnTo>
                  <a:lnTo>
                    <a:pt x="57382" y="57803"/>
                  </a:lnTo>
                  <a:lnTo>
                    <a:pt x="61757" y="59294"/>
                  </a:lnTo>
                  <a:lnTo>
                    <a:pt x="64883" y="61244"/>
                  </a:lnTo>
                  <a:lnTo>
                    <a:pt x="68758" y="65717"/>
                  </a:lnTo>
                  <a:lnTo>
                    <a:pt x="69633" y="68355"/>
                  </a:lnTo>
                  <a:lnTo>
                    <a:pt x="69633" y="74319"/>
                  </a:lnTo>
                  <a:lnTo>
                    <a:pt x="49006" y="87508"/>
                  </a:lnTo>
                  <a:lnTo>
                    <a:pt x="76131" y="87508"/>
                  </a:lnTo>
                  <a:lnTo>
                    <a:pt x="78054" y="84756"/>
                  </a:lnTo>
                  <a:lnTo>
                    <a:pt x="81385" y="80168"/>
                  </a:lnTo>
                  <a:lnTo>
                    <a:pt x="83010" y="75351"/>
                  </a:lnTo>
                  <a:lnTo>
                    <a:pt x="83010" y="65144"/>
                  </a:lnTo>
                  <a:lnTo>
                    <a:pt x="81510" y="60556"/>
                  </a:lnTo>
                  <a:lnTo>
                    <a:pt x="30878" y="38535"/>
                  </a:lnTo>
                  <a:lnTo>
                    <a:pt x="24003" y="36242"/>
                  </a:lnTo>
                  <a:lnTo>
                    <a:pt x="18627" y="31769"/>
                  </a:lnTo>
                  <a:lnTo>
                    <a:pt x="17252" y="28901"/>
                  </a:lnTo>
                  <a:lnTo>
                    <a:pt x="17252" y="21561"/>
                  </a:lnTo>
                  <a:lnTo>
                    <a:pt x="19127" y="18121"/>
                  </a:lnTo>
                  <a:lnTo>
                    <a:pt x="23002" y="15368"/>
                  </a:lnTo>
                  <a:lnTo>
                    <a:pt x="26440" y="12845"/>
                  </a:lnTo>
                  <a:lnTo>
                    <a:pt x="25810" y="12845"/>
                  </a:lnTo>
                  <a:lnTo>
                    <a:pt x="32879" y="11124"/>
                  </a:lnTo>
                  <a:lnTo>
                    <a:pt x="73009" y="11124"/>
                  </a:lnTo>
                  <a:lnTo>
                    <a:pt x="71508" y="9060"/>
                  </a:lnTo>
                  <a:lnTo>
                    <a:pt x="67008" y="5734"/>
                  </a:lnTo>
                  <a:lnTo>
                    <a:pt x="55131" y="1146"/>
                  </a:lnTo>
                  <a:lnTo>
                    <a:pt x="48381" y="0"/>
                  </a:lnTo>
                  <a:close/>
                </a:path>
                <a:path w="1406525" h="125730">
                  <a:moveTo>
                    <a:pt x="73009" y="11124"/>
                  </a:moveTo>
                  <a:lnTo>
                    <a:pt x="49256" y="11124"/>
                  </a:lnTo>
                  <a:lnTo>
                    <a:pt x="55685" y="12845"/>
                  </a:lnTo>
                  <a:lnTo>
                    <a:pt x="55409" y="12845"/>
                  </a:lnTo>
                  <a:lnTo>
                    <a:pt x="63507" y="18923"/>
                  </a:lnTo>
                  <a:lnTo>
                    <a:pt x="65883" y="23396"/>
                  </a:lnTo>
                  <a:lnTo>
                    <a:pt x="66520" y="28557"/>
                  </a:lnTo>
                  <a:lnTo>
                    <a:pt x="66633" y="29475"/>
                  </a:lnTo>
                  <a:lnTo>
                    <a:pt x="79884" y="28557"/>
                  </a:lnTo>
                  <a:lnTo>
                    <a:pt x="79655" y="23396"/>
                  </a:lnTo>
                  <a:lnTo>
                    <a:pt x="79634" y="22938"/>
                  </a:lnTo>
                  <a:lnTo>
                    <a:pt x="77964" y="18121"/>
                  </a:lnTo>
                  <a:lnTo>
                    <a:pt x="77884" y="17891"/>
                  </a:lnTo>
                  <a:lnTo>
                    <a:pt x="73009" y="11124"/>
                  </a:lnTo>
                  <a:close/>
                </a:path>
                <a:path w="1406525" h="125730">
                  <a:moveTo>
                    <a:pt x="141767" y="26378"/>
                  </a:moveTo>
                  <a:lnTo>
                    <a:pt x="127140" y="26378"/>
                  </a:lnTo>
                  <a:lnTo>
                    <a:pt x="121140" y="27869"/>
                  </a:lnTo>
                  <a:lnTo>
                    <a:pt x="115514" y="30622"/>
                  </a:lnTo>
                  <a:lnTo>
                    <a:pt x="110013" y="33489"/>
                  </a:lnTo>
                  <a:lnTo>
                    <a:pt x="105888" y="37618"/>
                  </a:lnTo>
                  <a:lnTo>
                    <a:pt x="103262" y="43238"/>
                  </a:lnTo>
                  <a:lnTo>
                    <a:pt x="100512" y="48858"/>
                  </a:lnTo>
                  <a:lnTo>
                    <a:pt x="99137" y="55395"/>
                  </a:lnTo>
                  <a:lnTo>
                    <a:pt x="99137" y="62850"/>
                  </a:lnTo>
                  <a:lnTo>
                    <a:pt x="119639" y="96569"/>
                  </a:lnTo>
                  <a:lnTo>
                    <a:pt x="133516" y="98863"/>
                  </a:lnTo>
                  <a:lnTo>
                    <a:pt x="141767" y="98863"/>
                  </a:lnTo>
                  <a:lnTo>
                    <a:pt x="148768" y="96569"/>
                  </a:lnTo>
                  <a:lnTo>
                    <a:pt x="158000" y="89229"/>
                  </a:lnTo>
                  <a:lnTo>
                    <a:pt x="127140" y="89229"/>
                  </a:lnTo>
                  <a:lnTo>
                    <a:pt x="122015" y="87049"/>
                  </a:lnTo>
                  <a:lnTo>
                    <a:pt x="118139" y="82921"/>
                  </a:lnTo>
                  <a:lnTo>
                    <a:pt x="114264" y="78677"/>
                  </a:lnTo>
                  <a:lnTo>
                    <a:pt x="112389" y="71910"/>
                  </a:lnTo>
                  <a:lnTo>
                    <a:pt x="112389" y="53445"/>
                  </a:lnTo>
                  <a:lnTo>
                    <a:pt x="114389" y="46678"/>
                  </a:lnTo>
                  <a:lnTo>
                    <a:pt x="122390" y="38191"/>
                  </a:lnTo>
                  <a:lnTo>
                    <a:pt x="127640" y="36127"/>
                  </a:lnTo>
                  <a:lnTo>
                    <a:pt x="159035" y="36127"/>
                  </a:lnTo>
                  <a:lnTo>
                    <a:pt x="158894" y="35898"/>
                  </a:lnTo>
                  <a:lnTo>
                    <a:pt x="153769" y="32113"/>
                  </a:lnTo>
                  <a:lnTo>
                    <a:pt x="148518" y="28328"/>
                  </a:lnTo>
                  <a:lnTo>
                    <a:pt x="141767" y="26378"/>
                  </a:lnTo>
                  <a:close/>
                </a:path>
                <a:path w="1406525" h="125730">
                  <a:moveTo>
                    <a:pt x="152394" y="71910"/>
                  </a:moveTo>
                  <a:lnTo>
                    <a:pt x="138392" y="89229"/>
                  </a:lnTo>
                  <a:lnTo>
                    <a:pt x="158000" y="89229"/>
                  </a:lnTo>
                  <a:lnTo>
                    <a:pt x="159875" y="87738"/>
                  </a:lnTo>
                  <a:lnTo>
                    <a:pt x="160349" y="87049"/>
                  </a:lnTo>
                  <a:lnTo>
                    <a:pt x="163645" y="81315"/>
                  </a:lnTo>
                  <a:lnTo>
                    <a:pt x="165020" y="73401"/>
                  </a:lnTo>
                  <a:lnTo>
                    <a:pt x="152394" y="71910"/>
                  </a:lnTo>
                  <a:close/>
                </a:path>
                <a:path w="1406525" h="125730">
                  <a:moveTo>
                    <a:pt x="159035" y="36127"/>
                  </a:moveTo>
                  <a:lnTo>
                    <a:pt x="138392" y="36127"/>
                  </a:lnTo>
                  <a:lnTo>
                    <a:pt x="142017" y="37274"/>
                  </a:lnTo>
                  <a:lnTo>
                    <a:pt x="145018" y="39568"/>
                  </a:lnTo>
                  <a:lnTo>
                    <a:pt x="148018" y="41976"/>
                  </a:lnTo>
                  <a:lnTo>
                    <a:pt x="150143" y="45417"/>
                  </a:lnTo>
                  <a:lnTo>
                    <a:pt x="151268" y="50119"/>
                  </a:lnTo>
                  <a:lnTo>
                    <a:pt x="163770" y="48399"/>
                  </a:lnTo>
                  <a:lnTo>
                    <a:pt x="162393" y="41976"/>
                  </a:lnTo>
                  <a:lnTo>
                    <a:pt x="162270" y="41403"/>
                  </a:lnTo>
                  <a:lnTo>
                    <a:pt x="159035" y="36127"/>
                  </a:lnTo>
                  <a:close/>
                </a:path>
                <a:path w="1406525" h="125730">
                  <a:moveTo>
                    <a:pt x="236649" y="36127"/>
                  </a:moveTo>
                  <a:lnTo>
                    <a:pt x="214651" y="36127"/>
                  </a:lnTo>
                  <a:lnTo>
                    <a:pt x="219527" y="37503"/>
                  </a:lnTo>
                  <a:lnTo>
                    <a:pt x="225153" y="42091"/>
                  </a:lnTo>
                  <a:lnTo>
                    <a:pt x="226403" y="45417"/>
                  </a:lnTo>
                  <a:lnTo>
                    <a:pt x="226278" y="53331"/>
                  </a:lnTo>
                  <a:lnTo>
                    <a:pt x="221402" y="54821"/>
                  </a:lnTo>
                  <a:lnTo>
                    <a:pt x="213901" y="56198"/>
                  </a:lnTo>
                  <a:lnTo>
                    <a:pt x="198399" y="57918"/>
                  </a:lnTo>
                  <a:lnTo>
                    <a:pt x="194649" y="58492"/>
                  </a:lnTo>
                  <a:lnTo>
                    <a:pt x="173771" y="75580"/>
                  </a:lnTo>
                  <a:lnTo>
                    <a:pt x="173771" y="84756"/>
                  </a:lnTo>
                  <a:lnTo>
                    <a:pt x="175646" y="88770"/>
                  </a:lnTo>
                  <a:lnTo>
                    <a:pt x="175754" y="88999"/>
                  </a:lnTo>
                  <a:lnTo>
                    <a:pt x="176162" y="89687"/>
                  </a:lnTo>
                  <a:lnTo>
                    <a:pt x="180522" y="93243"/>
                  </a:lnTo>
                  <a:lnTo>
                    <a:pt x="184898" y="97028"/>
                  </a:lnTo>
                  <a:lnTo>
                    <a:pt x="191273" y="98863"/>
                  </a:lnTo>
                  <a:lnTo>
                    <a:pt x="204650" y="98863"/>
                  </a:lnTo>
                  <a:lnTo>
                    <a:pt x="209276" y="98060"/>
                  </a:lnTo>
                  <a:lnTo>
                    <a:pt x="218152" y="95078"/>
                  </a:lnTo>
                  <a:lnTo>
                    <a:pt x="222652" y="92440"/>
                  </a:lnTo>
                  <a:lnTo>
                    <a:pt x="226215" y="89687"/>
                  </a:lnTo>
                  <a:lnTo>
                    <a:pt x="197649" y="89687"/>
                  </a:lnTo>
                  <a:lnTo>
                    <a:pt x="194315" y="88770"/>
                  </a:lnTo>
                  <a:lnTo>
                    <a:pt x="194037" y="88770"/>
                  </a:lnTo>
                  <a:lnTo>
                    <a:pt x="188773" y="84412"/>
                  </a:lnTo>
                  <a:lnTo>
                    <a:pt x="187518" y="82003"/>
                  </a:lnTo>
                  <a:lnTo>
                    <a:pt x="187398" y="76613"/>
                  </a:lnTo>
                  <a:lnTo>
                    <a:pt x="188023" y="74778"/>
                  </a:lnTo>
                  <a:lnTo>
                    <a:pt x="214776" y="65717"/>
                  </a:lnTo>
                  <a:lnTo>
                    <a:pt x="221652" y="64226"/>
                  </a:lnTo>
                  <a:lnTo>
                    <a:pt x="226278" y="62506"/>
                  </a:lnTo>
                  <a:lnTo>
                    <a:pt x="239279" y="62506"/>
                  </a:lnTo>
                  <a:lnTo>
                    <a:pt x="239279" y="47367"/>
                  </a:lnTo>
                  <a:lnTo>
                    <a:pt x="239142" y="45417"/>
                  </a:lnTo>
                  <a:lnTo>
                    <a:pt x="239029" y="43811"/>
                  </a:lnTo>
                  <a:lnTo>
                    <a:pt x="238717" y="42091"/>
                  </a:lnTo>
                  <a:lnTo>
                    <a:pt x="238654" y="41747"/>
                  </a:lnTo>
                  <a:lnTo>
                    <a:pt x="238038" y="39109"/>
                  </a:lnTo>
                  <a:lnTo>
                    <a:pt x="237985" y="38880"/>
                  </a:lnTo>
                  <a:lnTo>
                    <a:pt x="237904" y="38535"/>
                  </a:lnTo>
                  <a:lnTo>
                    <a:pt x="236649" y="36127"/>
                  </a:lnTo>
                  <a:close/>
                </a:path>
                <a:path w="1406525" h="125730">
                  <a:moveTo>
                    <a:pt x="239279" y="62506"/>
                  </a:moveTo>
                  <a:lnTo>
                    <a:pt x="226278" y="62506"/>
                  </a:lnTo>
                  <a:lnTo>
                    <a:pt x="226204" y="72484"/>
                  </a:lnTo>
                  <a:lnTo>
                    <a:pt x="225708" y="75580"/>
                  </a:lnTo>
                  <a:lnTo>
                    <a:pt x="225653" y="75925"/>
                  </a:lnTo>
                  <a:lnTo>
                    <a:pt x="224278" y="78562"/>
                  </a:lnTo>
                  <a:lnTo>
                    <a:pt x="222644" y="81774"/>
                  </a:lnTo>
                  <a:lnTo>
                    <a:pt x="222527" y="82003"/>
                  </a:lnTo>
                  <a:lnTo>
                    <a:pt x="219652" y="84756"/>
                  </a:lnTo>
                  <a:lnTo>
                    <a:pt x="215776" y="86705"/>
                  </a:lnTo>
                  <a:lnTo>
                    <a:pt x="211805" y="88770"/>
                  </a:lnTo>
                  <a:lnTo>
                    <a:pt x="227403" y="88770"/>
                  </a:lnTo>
                  <a:lnTo>
                    <a:pt x="227778" y="91981"/>
                  </a:lnTo>
                  <a:lnTo>
                    <a:pt x="228583" y="94619"/>
                  </a:lnTo>
                  <a:lnTo>
                    <a:pt x="228653" y="94848"/>
                  </a:lnTo>
                  <a:lnTo>
                    <a:pt x="229784" y="97028"/>
                  </a:lnTo>
                  <a:lnTo>
                    <a:pt x="229903" y="97257"/>
                  </a:lnTo>
                  <a:lnTo>
                    <a:pt x="243280" y="97257"/>
                  </a:lnTo>
                  <a:lnTo>
                    <a:pt x="241780" y="94619"/>
                  </a:lnTo>
                  <a:lnTo>
                    <a:pt x="240701" y="91981"/>
                  </a:lnTo>
                  <a:lnTo>
                    <a:pt x="240275" y="89687"/>
                  </a:lnTo>
                  <a:lnTo>
                    <a:pt x="240155" y="88999"/>
                  </a:lnTo>
                  <a:lnTo>
                    <a:pt x="239529" y="86017"/>
                  </a:lnTo>
                  <a:lnTo>
                    <a:pt x="239471" y="84412"/>
                  </a:lnTo>
                  <a:lnTo>
                    <a:pt x="239375" y="81774"/>
                  </a:lnTo>
                  <a:lnTo>
                    <a:pt x="239279" y="62506"/>
                  </a:lnTo>
                  <a:close/>
                </a:path>
                <a:path w="1406525" h="125730">
                  <a:moveTo>
                    <a:pt x="227403" y="88770"/>
                  </a:moveTo>
                  <a:lnTo>
                    <a:pt x="211526" y="88770"/>
                  </a:lnTo>
                  <a:lnTo>
                    <a:pt x="207525" y="89687"/>
                  </a:lnTo>
                  <a:lnTo>
                    <a:pt x="226215" y="89687"/>
                  </a:lnTo>
                  <a:lnTo>
                    <a:pt x="227403" y="88770"/>
                  </a:lnTo>
                  <a:close/>
                </a:path>
                <a:path w="1406525" h="125730">
                  <a:moveTo>
                    <a:pt x="216527" y="26378"/>
                  </a:moveTo>
                  <a:lnTo>
                    <a:pt x="203525" y="26378"/>
                  </a:lnTo>
                  <a:lnTo>
                    <a:pt x="197899" y="27296"/>
                  </a:lnTo>
                  <a:lnTo>
                    <a:pt x="188023" y="30507"/>
                  </a:lnTo>
                  <a:lnTo>
                    <a:pt x="184148" y="32801"/>
                  </a:lnTo>
                  <a:lnTo>
                    <a:pt x="181647" y="35898"/>
                  </a:lnTo>
                  <a:lnTo>
                    <a:pt x="179022" y="38880"/>
                  </a:lnTo>
                  <a:lnTo>
                    <a:pt x="177147" y="42894"/>
                  </a:lnTo>
                  <a:lnTo>
                    <a:pt x="176102" y="47367"/>
                  </a:lnTo>
                  <a:lnTo>
                    <a:pt x="176022" y="47711"/>
                  </a:lnTo>
                  <a:lnTo>
                    <a:pt x="188523" y="49316"/>
                  </a:lnTo>
                  <a:lnTo>
                    <a:pt x="189898" y="44385"/>
                  </a:lnTo>
                  <a:lnTo>
                    <a:pt x="192024" y="40944"/>
                  </a:lnTo>
                  <a:lnTo>
                    <a:pt x="194899" y="39109"/>
                  </a:lnTo>
                  <a:lnTo>
                    <a:pt x="197774" y="37159"/>
                  </a:lnTo>
                  <a:lnTo>
                    <a:pt x="202150" y="36127"/>
                  </a:lnTo>
                  <a:lnTo>
                    <a:pt x="236649" y="36127"/>
                  </a:lnTo>
                  <a:lnTo>
                    <a:pt x="236529" y="35898"/>
                  </a:lnTo>
                  <a:lnTo>
                    <a:pt x="234654" y="33718"/>
                  </a:lnTo>
                  <a:lnTo>
                    <a:pt x="232779" y="31654"/>
                  </a:lnTo>
                  <a:lnTo>
                    <a:pt x="229778" y="29934"/>
                  </a:lnTo>
                  <a:lnTo>
                    <a:pt x="222111" y="27296"/>
                  </a:lnTo>
                  <a:lnTo>
                    <a:pt x="222527" y="27296"/>
                  </a:lnTo>
                  <a:lnTo>
                    <a:pt x="216527" y="26378"/>
                  </a:lnTo>
                  <a:close/>
                </a:path>
                <a:path w="1406525" h="125730">
                  <a:moveTo>
                    <a:pt x="274034" y="1605"/>
                  </a:moveTo>
                  <a:lnTo>
                    <a:pt x="261282" y="1605"/>
                  </a:lnTo>
                  <a:lnTo>
                    <a:pt x="261282" y="97257"/>
                  </a:lnTo>
                  <a:lnTo>
                    <a:pt x="274034" y="97257"/>
                  </a:lnTo>
                  <a:lnTo>
                    <a:pt x="274034" y="1605"/>
                  </a:lnTo>
                  <a:close/>
                </a:path>
                <a:path w="1406525" h="125730">
                  <a:moveTo>
                    <a:pt x="307788" y="1605"/>
                  </a:moveTo>
                  <a:lnTo>
                    <a:pt x="294911" y="1605"/>
                  </a:lnTo>
                  <a:lnTo>
                    <a:pt x="294911" y="15139"/>
                  </a:lnTo>
                  <a:lnTo>
                    <a:pt x="307788" y="15139"/>
                  </a:lnTo>
                  <a:lnTo>
                    <a:pt x="307788" y="1605"/>
                  </a:lnTo>
                  <a:close/>
                </a:path>
                <a:path w="1406525" h="125730">
                  <a:moveTo>
                    <a:pt x="307788" y="27984"/>
                  </a:moveTo>
                  <a:lnTo>
                    <a:pt x="294911" y="27984"/>
                  </a:lnTo>
                  <a:lnTo>
                    <a:pt x="294911" y="97257"/>
                  </a:lnTo>
                  <a:lnTo>
                    <a:pt x="307788" y="97257"/>
                  </a:lnTo>
                  <a:lnTo>
                    <a:pt x="307788" y="27984"/>
                  </a:lnTo>
                  <a:close/>
                </a:path>
                <a:path w="1406525" h="125730">
                  <a:moveTo>
                    <a:pt x="339792" y="27984"/>
                  </a:moveTo>
                  <a:lnTo>
                    <a:pt x="328291" y="27984"/>
                  </a:lnTo>
                  <a:lnTo>
                    <a:pt x="328291" y="97257"/>
                  </a:lnTo>
                  <a:lnTo>
                    <a:pt x="341042" y="97257"/>
                  </a:lnTo>
                  <a:lnTo>
                    <a:pt x="341118" y="50349"/>
                  </a:lnTo>
                  <a:lnTo>
                    <a:pt x="343042" y="44499"/>
                  </a:lnTo>
                  <a:lnTo>
                    <a:pt x="347043" y="41403"/>
                  </a:lnTo>
                  <a:lnTo>
                    <a:pt x="350918" y="38191"/>
                  </a:lnTo>
                  <a:lnTo>
                    <a:pt x="351936" y="37847"/>
                  </a:lnTo>
                  <a:lnTo>
                    <a:pt x="339792" y="37847"/>
                  </a:lnTo>
                  <a:lnTo>
                    <a:pt x="339792" y="27984"/>
                  </a:lnTo>
                  <a:close/>
                </a:path>
                <a:path w="1406525" h="125730">
                  <a:moveTo>
                    <a:pt x="386441" y="36586"/>
                  </a:moveTo>
                  <a:lnTo>
                    <a:pt x="364545" y="36586"/>
                  </a:lnTo>
                  <a:lnTo>
                    <a:pt x="367545" y="37274"/>
                  </a:lnTo>
                  <a:lnTo>
                    <a:pt x="370046" y="38765"/>
                  </a:lnTo>
                  <a:lnTo>
                    <a:pt x="372546" y="40141"/>
                  </a:lnTo>
                  <a:lnTo>
                    <a:pt x="374296" y="41976"/>
                  </a:lnTo>
                  <a:lnTo>
                    <a:pt x="376297" y="46793"/>
                  </a:lnTo>
                  <a:lnTo>
                    <a:pt x="376797" y="50349"/>
                  </a:lnTo>
                  <a:lnTo>
                    <a:pt x="376797" y="97257"/>
                  </a:lnTo>
                  <a:lnTo>
                    <a:pt x="389673" y="97257"/>
                  </a:lnTo>
                  <a:lnTo>
                    <a:pt x="389673" y="49202"/>
                  </a:lnTo>
                  <a:lnTo>
                    <a:pt x="389514" y="46793"/>
                  </a:lnTo>
                  <a:lnTo>
                    <a:pt x="389423" y="45417"/>
                  </a:lnTo>
                  <a:lnTo>
                    <a:pt x="388225" y="40141"/>
                  </a:lnTo>
                  <a:lnTo>
                    <a:pt x="388173" y="39912"/>
                  </a:lnTo>
                  <a:lnTo>
                    <a:pt x="386908" y="37274"/>
                  </a:lnTo>
                  <a:lnTo>
                    <a:pt x="386798" y="37044"/>
                  </a:lnTo>
                  <a:lnTo>
                    <a:pt x="386441" y="36586"/>
                  </a:lnTo>
                  <a:close/>
                </a:path>
                <a:path w="1406525" h="125730">
                  <a:moveTo>
                    <a:pt x="368296" y="26378"/>
                  </a:moveTo>
                  <a:lnTo>
                    <a:pt x="363795" y="26378"/>
                  </a:lnTo>
                  <a:lnTo>
                    <a:pt x="355622" y="27181"/>
                  </a:lnTo>
                  <a:lnTo>
                    <a:pt x="356163" y="27181"/>
                  </a:lnTo>
                  <a:lnTo>
                    <a:pt x="349918" y="29274"/>
                  </a:lnTo>
                  <a:lnTo>
                    <a:pt x="344386" y="32862"/>
                  </a:lnTo>
                  <a:lnTo>
                    <a:pt x="339792" y="37847"/>
                  </a:lnTo>
                  <a:lnTo>
                    <a:pt x="351936" y="37847"/>
                  </a:lnTo>
                  <a:lnTo>
                    <a:pt x="355669" y="36586"/>
                  </a:lnTo>
                  <a:lnTo>
                    <a:pt x="386441" y="36586"/>
                  </a:lnTo>
                  <a:lnTo>
                    <a:pt x="384923" y="34636"/>
                  </a:lnTo>
                  <a:lnTo>
                    <a:pt x="383047" y="32113"/>
                  </a:lnTo>
                  <a:lnTo>
                    <a:pt x="380172" y="30163"/>
                  </a:lnTo>
                  <a:lnTo>
                    <a:pt x="376297" y="28672"/>
                  </a:lnTo>
                  <a:lnTo>
                    <a:pt x="372546" y="27181"/>
                  </a:lnTo>
                  <a:lnTo>
                    <a:pt x="368296" y="26378"/>
                  </a:lnTo>
                  <a:close/>
                </a:path>
                <a:path w="1406525" h="125730">
                  <a:moveTo>
                    <a:pt x="409301" y="102991"/>
                  </a:moveTo>
                  <a:lnTo>
                    <a:pt x="430178" y="125356"/>
                  </a:lnTo>
                  <a:lnTo>
                    <a:pt x="446805" y="125356"/>
                  </a:lnTo>
                  <a:lnTo>
                    <a:pt x="453181" y="124094"/>
                  </a:lnTo>
                  <a:lnTo>
                    <a:pt x="458307" y="121457"/>
                  </a:lnTo>
                  <a:lnTo>
                    <a:pt x="463557" y="118933"/>
                  </a:lnTo>
                  <a:lnTo>
                    <a:pt x="466945" y="115722"/>
                  </a:lnTo>
                  <a:lnTo>
                    <a:pt x="433679" y="115722"/>
                  </a:lnTo>
                  <a:lnTo>
                    <a:pt x="429303" y="114575"/>
                  </a:lnTo>
                  <a:lnTo>
                    <a:pt x="423677" y="110790"/>
                  </a:lnTo>
                  <a:lnTo>
                    <a:pt x="422302" y="108267"/>
                  </a:lnTo>
                  <a:lnTo>
                    <a:pt x="421802" y="104712"/>
                  </a:lnTo>
                  <a:lnTo>
                    <a:pt x="409301" y="102991"/>
                  </a:lnTo>
                  <a:close/>
                </a:path>
                <a:path w="1406525" h="125730">
                  <a:moveTo>
                    <a:pt x="473309" y="88196"/>
                  </a:moveTo>
                  <a:lnTo>
                    <a:pt x="460307" y="88196"/>
                  </a:lnTo>
                  <a:lnTo>
                    <a:pt x="460271" y="96612"/>
                  </a:lnTo>
                  <a:lnTo>
                    <a:pt x="460171" y="98633"/>
                  </a:lnTo>
                  <a:lnTo>
                    <a:pt x="452806" y="112396"/>
                  </a:lnTo>
                  <a:lnTo>
                    <a:pt x="449681" y="114575"/>
                  </a:lnTo>
                  <a:lnTo>
                    <a:pt x="445055" y="115722"/>
                  </a:lnTo>
                  <a:lnTo>
                    <a:pt x="466945" y="115722"/>
                  </a:lnTo>
                  <a:lnTo>
                    <a:pt x="467308" y="115378"/>
                  </a:lnTo>
                  <a:lnTo>
                    <a:pt x="469683" y="110790"/>
                  </a:lnTo>
                  <a:lnTo>
                    <a:pt x="472184" y="106317"/>
                  </a:lnTo>
                  <a:lnTo>
                    <a:pt x="473309" y="98633"/>
                  </a:lnTo>
                  <a:lnTo>
                    <a:pt x="473309" y="88196"/>
                  </a:lnTo>
                  <a:close/>
                </a:path>
                <a:path w="1406525" h="125730">
                  <a:moveTo>
                    <a:pt x="448431" y="26378"/>
                  </a:moveTo>
                  <a:lnTo>
                    <a:pt x="432804" y="26378"/>
                  </a:lnTo>
                  <a:lnTo>
                    <a:pt x="426928" y="27984"/>
                  </a:lnTo>
                  <a:lnTo>
                    <a:pt x="417052" y="34063"/>
                  </a:lnTo>
                  <a:lnTo>
                    <a:pt x="413301" y="38306"/>
                  </a:lnTo>
                  <a:lnTo>
                    <a:pt x="408051" y="49546"/>
                  </a:lnTo>
                  <a:lnTo>
                    <a:pt x="406800" y="55624"/>
                  </a:lnTo>
                  <a:lnTo>
                    <a:pt x="406800" y="62276"/>
                  </a:lnTo>
                  <a:lnTo>
                    <a:pt x="432073" y="96612"/>
                  </a:lnTo>
                  <a:lnTo>
                    <a:pt x="439429" y="97257"/>
                  </a:lnTo>
                  <a:lnTo>
                    <a:pt x="447805" y="97257"/>
                  </a:lnTo>
                  <a:lnTo>
                    <a:pt x="454681" y="94275"/>
                  </a:lnTo>
                  <a:lnTo>
                    <a:pt x="460307" y="88196"/>
                  </a:lnTo>
                  <a:lnTo>
                    <a:pt x="473309" y="88196"/>
                  </a:lnTo>
                  <a:lnTo>
                    <a:pt x="473309" y="87508"/>
                  </a:lnTo>
                  <a:lnTo>
                    <a:pt x="434679" y="87508"/>
                  </a:lnTo>
                  <a:lnTo>
                    <a:pt x="429803" y="85444"/>
                  </a:lnTo>
                  <a:lnTo>
                    <a:pt x="419927" y="53101"/>
                  </a:lnTo>
                  <a:lnTo>
                    <a:pt x="421891" y="46908"/>
                  </a:lnTo>
                  <a:lnTo>
                    <a:pt x="425820" y="42664"/>
                  </a:lnTo>
                  <a:lnTo>
                    <a:pt x="429928" y="38306"/>
                  </a:lnTo>
                  <a:lnTo>
                    <a:pt x="434679" y="36127"/>
                  </a:lnTo>
                  <a:lnTo>
                    <a:pt x="461355" y="36127"/>
                  </a:lnTo>
                  <a:lnTo>
                    <a:pt x="455681" y="29704"/>
                  </a:lnTo>
                  <a:lnTo>
                    <a:pt x="448431" y="26378"/>
                  </a:lnTo>
                  <a:close/>
                </a:path>
                <a:path w="1406525" h="125730">
                  <a:moveTo>
                    <a:pt x="461355" y="36127"/>
                  </a:moveTo>
                  <a:lnTo>
                    <a:pt x="446180" y="36127"/>
                  </a:lnTo>
                  <a:lnTo>
                    <a:pt x="451181" y="38306"/>
                  </a:lnTo>
                  <a:lnTo>
                    <a:pt x="455181" y="42664"/>
                  </a:lnTo>
                  <a:lnTo>
                    <a:pt x="459307" y="46908"/>
                  </a:lnTo>
                  <a:lnTo>
                    <a:pt x="461356" y="53101"/>
                  </a:lnTo>
                  <a:lnTo>
                    <a:pt x="461432" y="70649"/>
                  </a:lnTo>
                  <a:lnTo>
                    <a:pt x="459432" y="77186"/>
                  </a:lnTo>
                  <a:lnTo>
                    <a:pt x="451431" y="85444"/>
                  </a:lnTo>
                  <a:lnTo>
                    <a:pt x="446430" y="87508"/>
                  </a:lnTo>
                  <a:lnTo>
                    <a:pt x="473309" y="87508"/>
                  </a:lnTo>
                  <a:lnTo>
                    <a:pt x="473309" y="36356"/>
                  </a:lnTo>
                  <a:lnTo>
                    <a:pt x="461557" y="36356"/>
                  </a:lnTo>
                  <a:lnTo>
                    <a:pt x="461355" y="36127"/>
                  </a:lnTo>
                  <a:close/>
                </a:path>
                <a:path w="1406525" h="125730">
                  <a:moveTo>
                    <a:pt x="473309" y="27984"/>
                  </a:moveTo>
                  <a:lnTo>
                    <a:pt x="461557" y="27984"/>
                  </a:lnTo>
                  <a:lnTo>
                    <a:pt x="461557" y="36356"/>
                  </a:lnTo>
                  <a:lnTo>
                    <a:pt x="473309" y="36356"/>
                  </a:lnTo>
                  <a:lnTo>
                    <a:pt x="473309" y="27984"/>
                  </a:lnTo>
                  <a:close/>
                </a:path>
                <a:path w="1406525" h="125730">
                  <a:moveTo>
                    <a:pt x="609451" y="1605"/>
                  </a:moveTo>
                  <a:lnTo>
                    <a:pt x="539067" y="1605"/>
                  </a:lnTo>
                  <a:lnTo>
                    <a:pt x="539067" y="97257"/>
                  </a:lnTo>
                  <a:lnTo>
                    <a:pt x="552944" y="97257"/>
                  </a:lnTo>
                  <a:lnTo>
                    <a:pt x="552944" y="53789"/>
                  </a:lnTo>
                  <a:lnTo>
                    <a:pt x="601825" y="53789"/>
                  </a:lnTo>
                  <a:lnTo>
                    <a:pt x="601825" y="42550"/>
                  </a:lnTo>
                  <a:lnTo>
                    <a:pt x="552944" y="42550"/>
                  </a:lnTo>
                  <a:lnTo>
                    <a:pt x="552944" y="12960"/>
                  </a:lnTo>
                  <a:lnTo>
                    <a:pt x="609451" y="12960"/>
                  </a:lnTo>
                  <a:lnTo>
                    <a:pt x="609451" y="1605"/>
                  </a:lnTo>
                  <a:close/>
                </a:path>
                <a:path w="1406525" h="125730">
                  <a:moveTo>
                    <a:pt x="686955" y="36127"/>
                  </a:moveTo>
                  <a:lnTo>
                    <a:pt x="664958" y="36127"/>
                  </a:lnTo>
                  <a:lnTo>
                    <a:pt x="669833" y="37503"/>
                  </a:lnTo>
                  <a:lnTo>
                    <a:pt x="675459" y="42091"/>
                  </a:lnTo>
                  <a:lnTo>
                    <a:pt x="676709" y="45417"/>
                  </a:lnTo>
                  <a:lnTo>
                    <a:pt x="676709" y="53331"/>
                  </a:lnTo>
                  <a:lnTo>
                    <a:pt x="671708" y="54821"/>
                  </a:lnTo>
                  <a:lnTo>
                    <a:pt x="664208" y="56198"/>
                  </a:lnTo>
                  <a:lnTo>
                    <a:pt x="648706" y="57918"/>
                  </a:lnTo>
                  <a:lnTo>
                    <a:pt x="644955" y="58492"/>
                  </a:lnTo>
                  <a:lnTo>
                    <a:pt x="624078" y="75580"/>
                  </a:lnTo>
                  <a:lnTo>
                    <a:pt x="624078" y="84756"/>
                  </a:lnTo>
                  <a:lnTo>
                    <a:pt x="625953" y="88770"/>
                  </a:lnTo>
                  <a:lnTo>
                    <a:pt x="626060" y="88999"/>
                  </a:lnTo>
                  <a:lnTo>
                    <a:pt x="626468" y="89687"/>
                  </a:lnTo>
                  <a:lnTo>
                    <a:pt x="630828" y="93243"/>
                  </a:lnTo>
                  <a:lnTo>
                    <a:pt x="635204" y="97028"/>
                  </a:lnTo>
                  <a:lnTo>
                    <a:pt x="641580" y="98863"/>
                  </a:lnTo>
                  <a:lnTo>
                    <a:pt x="654956" y="98863"/>
                  </a:lnTo>
                  <a:lnTo>
                    <a:pt x="659582" y="98060"/>
                  </a:lnTo>
                  <a:lnTo>
                    <a:pt x="668458" y="95078"/>
                  </a:lnTo>
                  <a:lnTo>
                    <a:pt x="672959" y="92440"/>
                  </a:lnTo>
                  <a:lnTo>
                    <a:pt x="676522" y="89687"/>
                  </a:lnTo>
                  <a:lnTo>
                    <a:pt x="647956" y="89687"/>
                  </a:lnTo>
                  <a:lnTo>
                    <a:pt x="644622" y="88770"/>
                  </a:lnTo>
                  <a:lnTo>
                    <a:pt x="644344" y="88770"/>
                  </a:lnTo>
                  <a:lnTo>
                    <a:pt x="639079" y="84412"/>
                  </a:lnTo>
                  <a:lnTo>
                    <a:pt x="637824" y="82003"/>
                  </a:lnTo>
                  <a:lnTo>
                    <a:pt x="637704" y="76613"/>
                  </a:lnTo>
                  <a:lnTo>
                    <a:pt x="638329" y="74778"/>
                  </a:lnTo>
                  <a:lnTo>
                    <a:pt x="639579" y="73057"/>
                  </a:lnTo>
                  <a:lnTo>
                    <a:pt x="640705" y="71452"/>
                  </a:lnTo>
                  <a:lnTo>
                    <a:pt x="665083" y="65717"/>
                  </a:lnTo>
                  <a:lnTo>
                    <a:pt x="671959" y="64226"/>
                  </a:lnTo>
                  <a:lnTo>
                    <a:pt x="676709" y="62506"/>
                  </a:lnTo>
                  <a:lnTo>
                    <a:pt x="689586" y="62506"/>
                  </a:lnTo>
                  <a:lnTo>
                    <a:pt x="689586" y="47367"/>
                  </a:lnTo>
                  <a:lnTo>
                    <a:pt x="689449" y="45417"/>
                  </a:lnTo>
                  <a:lnTo>
                    <a:pt x="689336" y="43811"/>
                  </a:lnTo>
                  <a:lnTo>
                    <a:pt x="689023" y="42091"/>
                  </a:lnTo>
                  <a:lnTo>
                    <a:pt x="688961" y="41747"/>
                  </a:lnTo>
                  <a:lnTo>
                    <a:pt x="688345" y="39109"/>
                  </a:lnTo>
                  <a:lnTo>
                    <a:pt x="688291" y="38880"/>
                  </a:lnTo>
                  <a:lnTo>
                    <a:pt x="688211" y="38535"/>
                  </a:lnTo>
                  <a:lnTo>
                    <a:pt x="686955" y="36127"/>
                  </a:lnTo>
                  <a:close/>
                </a:path>
                <a:path w="1406525" h="125730">
                  <a:moveTo>
                    <a:pt x="689586" y="62506"/>
                  </a:moveTo>
                  <a:lnTo>
                    <a:pt x="676709" y="62506"/>
                  </a:lnTo>
                  <a:lnTo>
                    <a:pt x="676621" y="72484"/>
                  </a:lnTo>
                  <a:lnTo>
                    <a:pt x="676025" y="75580"/>
                  </a:lnTo>
                  <a:lnTo>
                    <a:pt x="675959" y="75925"/>
                  </a:lnTo>
                  <a:lnTo>
                    <a:pt x="674584" y="78562"/>
                  </a:lnTo>
                  <a:lnTo>
                    <a:pt x="672950" y="81774"/>
                  </a:lnTo>
                  <a:lnTo>
                    <a:pt x="672834" y="82003"/>
                  </a:lnTo>
                  <a:lnTo>
                    <a:pt x="669958" y="84756"/>
                  </a:lnTo>
                  <a:lnTo>
                    <a:pt x="666083" y="86705"/>
                  </a:lnTo>
                  <a:lnTo>
                    <a:pt x="662112" y="88770"/>
                  </a:lnTo>
                  <a:lnTo>
                    <a:pt x="677709" y="88770"/>
                  </a:lnTo>
                  <a:lnTo>
                    <a:pt x="678084" y="91981"/>
                  </a:lnTo>
                  <a:lnTo>
                    <a:pt x="678889" y="94619"/>
                  </a:lnTo>
                  <a:lnTo>
                    <a:pt x="678959" y="94848"/>
                  </a:lnTo>
                  <a:lnTo>
                    <a:pt x="680335" y="97257"/>
                  </a:lnTo>
                  <a:lnTo>
                    <a:pt x="693586" y="97257"/>
                  </a:lnTo>
                  <a:lnTo>
                    <a:pt x="692086" y="94619"/>
                  </a:lnTo>
                  <a:lnTo>
                    <a:pt x="691008" y="91981"/>
                  </a:lnTo>
                  <a:lnTo>
                    <a:pt x="690581" y="89687"/>
                  </a:lnTo>
                  <a:lnTo>
                    <a:pt x="690461" y="88999"/>
                  </a:lnTo>
                  <a:lnTo>
                    <a:pt x="689836" y="86017"/>
                  </a:lnTo>
                  <a:lnTo>
                    <a:pt x="689777" y="84412"/>
                  </a:lnTo>
                  <a:lnTo>
                    <a:pt x="689682" y="81774"/>
                  </a:lnTo>
                  <a:lnTo>
                    <a:pt x="689586" y="62506"/>
                  </a:lnTo>
                  <a:close/>
                </a:path>
                <a:path w="1406525" h="125730">
                  <a:moveTo>
                    <a:pt x="677709" y="88770"/>
                  </a:moveTo>
                  <a:lnTo>
                    <a:pt x="661846" y="88770"/>
                  </a:lnTo>
                  <a:lnTo>
                    <a:pt x="657957" y="89687"/>
                  </a:lnTo>
                  <a:lnTo>
                    <a:pt x="676522" y="89687"/>
                  </a:lnTo>
                  <a:lnTo>
                    <a:pt x="677709" y="88770"/>
                  </a:lnTo>
                  <a:close/>
                </a:path>
                <a:path w="1406525" h="125730">
                  <a:moveTo>
                    <a:pt x="666833" y="26378"/>
                  </a:moveTo>
                  <a:lnTo>
                    <a:pt x="653831" y="26378"/>
                  </a:lnTo>
                  <a:lnTo>
                    <a:pt x="648206" y="27296"/>
                  </a:lnTo>
                  <a:lnTo>
                    <a:pt x="638329" y="30507"/>
                  </a:lnTo>
                  <a:lnTo>
                    <a:pt x="634579" y="32801"/>
                  </a:lnTo>
                  <a:lnTo>
                    <a:pt x="631954" y="35898"/>
                  </a:lnTo>
                  <a:lnTo>
                    <a:pt x="629328" y="38880"/>
                  </a:lnTo>
                  <a:lnTo>
                    <a:pt x="627453" y="42894"/>
                  </a:lnTo>
                  <a:lnTo>
                    <a:pt x="626408" y="47367"/>
                  </a:lnTo>
                  <a:lnTo>
                    <a:pt x="626328" y="47711"/>
                  </a:lnTo>
                  <a:lnTo>
                    <a:pt x="638829" y="49316"/>
                  </a:lnTo>
                  <a:lnTo>
                    <a:pt x="640205" y="44385"/>
                  </a:lnTo>
                  <a:lnTo>
                    <a:pt x="642330" y="40944"/>
                  </a:lnTo>
                  <a:lnTo>
                    <a:pt x="645205" y="39109"/>
                  </a:lnTo>
                  <a:lnTo>
                    <a:pt x="648081" y="37159"/>
                  </a:lnTo>
                  <a:lnTo>
                    <a:pt x="652456" y="36127"/>
                  </a:lnTo>
                  <a:lnTo>
                    <a:pt x="686955" y="36127"/>
                  </a:lnTo>
                  <a:lnTo>
                    <a:pt x="686835" y="35898"/>
                  </a:lnTo>
                  <a:lnTo>
                    <a:pt x="684960" y="33718"/>
                  </a:lnTo>
                  <a:lnTo>
                    <a:pt x="683085" y="31654"/>
                  </a:lnTo>
                  <a:lnTo>
                    <a:pt x="680085" y="29934"/>
                  </a:lnTo>
                  <a:lnTo>
                    <a:pt x="672417" y="27296"/>
                  </a:lnTo>
                  <a:lnTo>
                    <a:pt x="672834" y="27296"/>
                  </a:lnTo>
                  <a:lnTo>
                    <a:pt x="666833" y="26378"/>
                  </a:lnTo>
                  <a:close/>
                </a:path>
                <a:path w="1406525" h="125730">
                  <a:moveTo>
                    <a:pt x="750593" y="26378"/>
                  </a:moveTo>
                  <a:lnTo>
                    <a:pt x="735842" y="26378"/>
                  </a:lnTo>
                  <a:lnTo>
                    <a:pt x="729841" y="27869"/>
                  </a:lnTo>
                  <a:lnTo>
                    <a:pt x="707963" y="55395"/>
                  </a:lnTo>
                  <a:lnTo>
                    <a:pt x="707963" y="62850"/>
                  </a:lnTo>
                  <a:lnTo>
                    <a:pt x="728403" y="96569"/>
                  </a:lnTo>
                  <a:lnTo>
                    <a:pt x="742342" y="98863"/>
                  </a:lnTo>
                  <a:lnTo>
                    <a:pt x="750593" y="98863"/>
                  </a:lnTo>
                  <a:lnTo>
                    <a:pt x="757469" y="96569"/>
                  </a:lnTo>
                  <a:lnTo>
                    <a:pt x="763220" y="92096"/>
                  </a:lnTo>
                  <a:lnTo>
                    <a:pt x="766826" y="89229"/>
                  </a:lnTo>
                  <a:lnTo>
                    <a:pt x="735842" y="89229"/>
                  </a:lnTo>
                  <a:lnTo>
                    <a:pt x="730841" y="87049"/>
                  </a:lnTo>
                  <a:lnTo>
                    <a:pt x="726965" y="82921"/>
                  </a:lnTo>
                  <a:lnTo>
                    <a:pt x="723090" y="78677"/>
                  </a:lnTo>
                  <a:lnTo>
                    <a:pt x="721090" y="71910"/>
                  </a:lnTo>
                  <a:lnTo>
                    <a:pt x="721090" y="53445"/>
                  </a:lnTo>
                  <a:lnTo>
                    <a:pt x="723090" y="46678"/>
                  </a:lnTo>
                  <a:lnTo>
                    <a:pt x="727090" y="42435"/>
                  </a:lnTo>
                  <a:lnTo>
                    <a:pt x="731216" y="38191"/>
                  </a:lnTo>
                  <a:lnTo>
                    <a:pt x="736467" y="36127"/>
                  </a:lnTo>
                  <a:lnTo>
                    <a:pt x="767861" y="36127"/>
                  </a:lnTo>
                  <a:lnTo>
                    <a:pt x="767720" y="35898"/>
                  </a:lnTo>
                  <a:lnTo>
                    <a:pt x="757219" y="28328"/>
                  </a:lnTo>
                  <a:lnTo>
                    <a:pt x="750593" y="26378"/>
                  </a:lnTo>
                  <a:close/>
                </a:path>
                <a:path w="1406525" h="125730">
                  <a:moveTo>
                    <a:pt x="761095" y="71910"/>
                  </a:moveTo>
                  <a:lnTo>
                    <a:pt x="747218" y="89229"/>
                  </a:lnTo>
                  <a:lnTo>
                    <a:pt x="766826" y="89229"/>
                  </a:lnTo>
                  <a:lnTo>
                    <a:pt x="768701" y="87738"/>
                  </a:lnTo>
                  <a:lnTo>
                    <a:pt x="769164" y="87049"/>
                  </a:lnTo>
                  <a:lnTo>
                    <a:pt x="772346" y="81315"/>
                  </a:lnTo>
                  <a:lnTo>
                    <a:pt x="773721" y="73401"/>
                  </a:lnTo>
                  <a:lnTo>
                    <a:pt x="761095" y="71910"/>
                  </a:lnTo>
                  <a:close/>
                </a:path>
                <a:path w="1406525" h="125730">
                  <a:moveTo>
                    <a:pt x="767861" y="36127"/>
                  </a:moveTo>
                  <a:lnTo>
                    <a:pt x="747093" y="36127"/>
                  </a:lnTo>
                  <a:lnTo>
                    <a:pt x="750718" y="37274"/>
                  </a:lnTo>
                  <a:lnTo>
                    <a:pt x="756844" y="41976"/>
                  </a:lnTo>
                  <a:lnTo>
                    <a:pt x="758844" y="45417"/>
                  </a:lnTo>
                  <a:lnTo>
                    <a:pt x="760095" y="50119"/>
                  </a:lnTo>
                  <a:lnTo>
                    <a:pt x="772471" y="48399"/>
                  </a:lnTo>
                  <a:lnTo>
                    <a:pt x="771299" y="42435"/>
                  </a:lnTo>
                  <a:lnTo>
                    <a:pt x="771209" y="41976"/>
                  </a:lnTo>
                  <a:lnTo>
                    <a:pt x="771096" y="41403"/>
                  </a:lnTo>
                  <a:lnTo>
                    <a:pt x="767861" y="36127"/>
                  </a:lnTo>
                  <a:close/>
                </a:path>
                <a:path w="1406525" h="125730">
                  <a:moveTo>
                    <a:pt x="801975" y="37159"/>
                  </a:moveTo>
                  <a:lnTo>
                    <a:pt x="789223" y="37159"/>
                  </a:lnTo>
                  <a:lnTo>
                    <a:pt x="789336" y="85100"/>
                  </a:lnTo>
                  <a:lnTo>
                    <a:pt x="789723" y="88655"/>
                  </a:lnTo>
                  <a:lnTo>
                    <a:pt x="790848" y="90834"/>
                  </a:lnTo>
                  <a:lnTo>
                    <a:pt x="791849" y="93013"/>
                  </a:lnTo>
                  <a:lnTo>
                    <a:pt x="793599" y="94848"/>
                  </a:lnTo>
                  <a:lnTo>
                    <a:pt x="796224" y="96225"/>
                  </a:lnTo>
                  <a:lnTo>
                    <a:pt x="798724" y="97486"/>
                  </a:lnTo>
                  <a:lnTo>
                    <a:pt x="802350" y="98174"/>
                  </a:lnTo>
                  <a:lnTo>
                    <a:pt x="809851" y="98174"/>
                  </a:lnTo>
                  <a:lnTo>
                    <a:pt x="813101" y="97830"/>
                  </a:lnTo>
                  <a:lnTo>
                    <a:pt x="816727" y="97142"/>
                  </a:lnTo>
                  <a:lnTo>
                    <a:pt x="814935" y="87279"/>
                  </a:lnTo>
                  <a:lnTo>
                    <a:pt x="807350" y="87279"/>
                  </a:lnTo>
                  <a:lnTo>
                    <a:pt x="806350" y="87049"/>
                  </a:lnTo>
                  <a:lnTo>
                    <a:pt x="806050" y="87049"/>
                  </a:lnTo>
                  <a:lnTo>
                    <a:pt x="803850" y="85788"/>
                  </a:lnTo>
                  <a:lnTo>
                    <a:pt x="803100" y="85100"/>
                  </a:lnTo>
                  <a:lnTo>
                    <a:pt x="802600" y="84068"/>
                  </a:lnTo>
                  <a:lnTo>
                    <a:pt x="802225" y="83150"/>
                  </a:lnTo>
                  <a:lnTo>
                    <a:pt x="801975" y="80971"/>
                  </a:lnTo>
                  <a:lnTo>
                    <a:pt x="801975" y="37159"/>
                  </a:lnTo>
                  <a:close/>
                </a:path>
                <a:path w="1406525" h="125730">
                  <a:moveTo>
                    <a:pt x="814893" y="87049"/>
                  </a:moveTo>
                  <a:lnTo>
                    <a:pt x="812476" y="87049"/>
                  </a:lnTo>
                  <a:lnTo>
                    <a:pt x="810601" y="87279"/>
                  </a:lnTo>
                  <a:lnTo>
                    <a:pt x="814935" y="87279"/>
                  </a:lnTo>
                  <a:lnTo>
                    <a:pt x="814893" y="87049"/>
                  </a:lnTo>
                  <a:close/>
                </a:path>
                <a:path w="1406525" h="125730">
                  <a:moveTo>
                    <a:pt x="814851" y="27984"/>
                  </a:moveTo>
                  <a:lnTo>
                    <a:pt x="779847" y="27984"/>
                  </a:lnTo>
                  <a:lnTo>
                    <a:pt x="779847" y="37159"/>
                  </a:lnTo>
                  <a:lnTo>
                    <a:pt x="814851" y="37159"/>
                  </a:lnTo>
                  <a:lnTo>
                    <a:pt x="814851" y="27984"/>
                  </a:lnTo>
                  <a:close/>
                </a:path>
                <a:path w="1406525" h="125730">
                  <a:moveTo>
                    <a:pt x="801975" y="3784"/>
                  </a:moveTo>
                  <a:lnTo>
                    <a:pt x="789223" y="10780"/>
                  </a:lnTo>
                  <a:lnTo>
                    <a:pt x="789223" y="27984"/>
                  </a:lnTo>
                  <a:lnTo>
                    <a:pt x="801975" y="27984"/>
                  </a:lnTo>
                  <a:lnTo>
                    <a:pt x="801975" y="3784"/>
                  </a:lnTo>
                  <a:close/>
                </a:path>
                <a:path w="1406525" h="125730">
                  <a:moveTo>
                    <a:pt x="859232" y="26378"/>
                  </a:moveTo>
                  <a:lnTo>
                    <a:pt x="849856" y="26378"/>
                  </a:lnTo>
                  <a:lnTo>
                    <a:pt x="841980" y="29016"/>
                  </a:lnTo>
                  <a:lnTo>
                    <a:pt x="823853" y="62620"/>
                  </a:lnTo>
                  <a:lnTo>
                    <a:pt x="824436" y="70534"/>
                  </a:lnTo>
                  <a:lnTo>
                    <a:pt x="824462" y="70880"/>
                  </a:lnTo>
                  <a:lnTo>
                    <a:pt x="826171" y="77645"/>
                  </a:lnTo>
                  <a:lnTo>
                    <a:pt x="826290" y="78118"/>
                  </a:lnTo>
                  <a:lnTo>
                    <a:pt x="829338" y="84345"/>
                  </a:lnTo>
                  <a:lnTo>
                    <a:pt x="859232" y="98863"/>
                  </a:lnTo>
                  <a:lnTo>
                    <a:pt x="865858" y="98863"/>
                  </a:lnTo>
                  <a:lnTo>
                    <a:pt x="871859" y="97486"/>
                  </a:lnTo>
                  <a:lnTo>
                    <a:pt x="877484" y="94619"/>
                  </a:lnTo>
                  <a:lnTo>
                    <a:pt x="882985" y="91752"/>
                  </a:lnTo>
                  <a:lnTo>
                    <a:pt x="885735" y="89229"/>
                  </a:lnTo>
                  <a:lnTo>
                    <a:pt x="852856" y="89229"/>
                  </a:lnTo>
                  <a:lnTo>
                    <a:pt x="847480" y="86935"/>
                  </a:lnTo>
                  <a:lnTo>
                    <a:pt x="843342" y="82691"/>
                  </a:lnTo>
                  <a:lnTo>
                    <a:pt x="839118" y="78118"/>
                  </a:lnTo>
                  <a:lnTo>
                    <a:pt x="836979" y="71566"/>
                  </a:lnTo>
                  <a:lnTo>
                    <a:pt x="836979" y="53879"/>
                  </a:lnTo>
                  <a:lnTo>
                    <a:pt x="839104" y="47137"/>
                  </a:lnTo>
                  <a:lnTo>
                    <a:pt x="847480" y="38306"/>
                  </a:lnTo>
                  <a:lnTo>
                    <a:pt x="852856" y="36127"/>
                  </a:lnTo>
                  <a:lnTo>
                    <a:pt x="884903" y="36127"/>
                  </a:lnTo>
                  <a:lnTo>
                    <a:pt x="884610" y="35783"/>
                  </a:lnTo>
                  <a:lnTo>
                    <a:pt x="879361" y="31701"/>
                  </a:lnTo>
                  <a:lnTo>
                    <a:pt x="873374" y="28758"/>
                  </a:lnTo>
                  <a:lnTo>
                    <a:pt x="866661" y="26977"/>
                  </a:lnTo>
                  <a:lnTo>
                    <a:pt x="859232" y="26378"/>
                  </a:lnTo>
                  <a:close/>
                </a:path>
                <a:path w="1406525" h="125730">
                  <a:moveTo>
                    <a:pt x="884903" y="36127"/>
                  </a:moveTo>
                  <a:lnTo>
                    <a:pt x="865483" y="36127"/>
                  </a:lnTo>
                  <a:lnTo>
                    <a:pt x="870733" y="38306"/>
                  </a:lnTo>
                  <a:lnTo>
                    <a:pt x="874984" y="42779"/>
                  </a:lnTo>
                  <a:lnTo>
                    <a:pt x="879234" y="47137"/>
                  </a:lnTo>
                  <a:lnTo>
                    <a:pt x="881360" y="53879"/>
                  </a:lnTo>
                  <a:lnTo>
                    <a:pt x="881288" y="71566"/>
                  </a:lnTo>
                  <a:lnTo>
                    <a:pt x="879221" y="78118"/>
                  </a:lnTo>
                  <a:lnTo>
                    <a:pt x="874997" y="82691"/>
                  </a:lnTo>
                  <a:lnTo>
                    <a:pt x="870858" y="86935"/>
                  </a:lnTo>
                  <a:lnTo>
                    <a:pt x="865608" y="89229"/>
                  </a:lnTo>
                  <a:lnTo>
                    <a:pt x="885735" y="89229"/>
                  </a:lnTo>
                  <a:lnTo>
                    <a:pt x="894442" y="71337"/>
                  </a:lnTo>
                  <a:lnTo>
                    <a:pt x="894538" y="70880"/>
                  </a:lnTo>
                  <a:lnTo>
                    <a:pt x="894611" y="61703"/>
                  </a:lnTo>
                  <a:lnTo>
                    <a:pt x="893980" y="53879"/>
                  </a:lnTo>
                  <a:lnTo>
                    <a:pt x="892150" y="47137"/>
                  </a:lnTo>
                  <a:lnTo>
                    <a:pt x="892095" y="46937"/>
                  </a:lnTo>
                  <a:lnTo>
                    <a:pt x="888968" y="40897"/>
                  </a:lnTo>
                  <a:lnTo>
                    <a:pt x="884903" y="36127"/>
                  </a:lnTo>
                  <a:close/>
                </a:path>
                <a:path w="1406525" h="125730">
                  <a:moveTo>
                    <a:pt x="923365" y="27984"/>
                  </a:moveTo>
                  <a:lnTo>
                    <a:pt x="911864" y="27984"/>
                  </a:lnTo>
                  <a:lnTo>
                    <a:pt x="911864" y="97257"/>
                  </a:lnTo>
                  <a:lnTo>
                    <a:pt x="924615" y="97257"/>
                  </a:lnTo>
                  <a:lnTo>
                    <a:pt x="924615" y="56083"/>
                  </a:lnTo>
                  <a:lnTo>
                    <a:pt x="925365" y="51495"/>
                  </a:lnTo>
                  <a:lnTo>
                    <a:pt x="933568" y="39453"/>
                  </a:lnTo>
                  <a:lnTo>
                    <a:pt x="933384" y="39453"/>
                  </a:lnTo>
                  <a:lnTo>
                    <a:pt x="936242" y="38535"/>
                  </a:lnTo>
                  <a:lnTo>
                    <a:pt x="923365" y="38535"/>
                  </a:lnTo>
                  <a:lnTo>
                    <a:pt x="923365" y="27984"/>
                  </a:lnTo>
                  <a:close/>
                </a:path>
                <a:path w="1406525" h="125730">
                  <a:moveTo>
                    <a:pt x="943993" y="26378"/>
                  </a:moveTo>
                  <a:lnTo>
                    <a:pt x="936742" y="26378"/>
                  </a:lnTo>
                  <a:lnTo>
                    <a:pt x="933991" y="27181"/>
                  </a:lnTo>
                  <a:lnTo>
                    <a:pt x="928991" y="30392"/>
                  </a:lnTo>
                  <a:lnTo>
                    <a:pt x="926240" y="33604"/>
                  </a:lnTo>
                  <a:lnTo>
                    <a:pt x="923365" y="38535"/>
                  </a:lnTo>
                  <a:lnTo>
                    <a:pt x="942242" y="38535"/>
                  </a:lnTo>
                  <a:lnTo>
                    <a:pt x="945368" y="39453"/>
                  </a:lnTo>
                  <a:lnTo>
                    <a:pt x="948493" y="41059"/>
                  </a:lnTo>
                  <a:lnTo>
                    <a:pt x="952777" y="30392"/>
                  </a:lnTo>
                  <a:lnTo>
                    <a:pt x="952869" y="30163"/>
                  </a:lnTo>
                  <a:lnTo>
                    <a:pt x="948368" y="27640"/>
                  </a:lnTo>
                  <a:lnTo>
                    <a:pt x="943993" y="26378"/>
                  </a:lnTo>
                  <a:close/>
                </a:path>
                <a:path w="1406525" h="125730">
                  <a:moveTo>
                    <a:pt x="1070883" y="30048"/>
                  </a:moveTo>
                  <a:lnTo>
                    <a:pt x="1002125" y="30048"/>
                  </a:lnTo>
                  <a:lnTo>
                    <a:pt x="1002125" y="41059"/>
                  </a:lnTo>
                  <a:lnTo>
                    <a:pt x="1070883" y="41059"/>
                  </a:lnTo>
                  <a:lnTo>
                    <a:pt x="1070883" y="30048"/>
                  </a:lnTo>
                  <a:close/>
                </a:path>
                <a:path w="1406525" h="125730">
                  <a:moveTo>
                    <a:pt x="1070883" y="59065"/>
                  </a:moveTo>
                  <a:lnTo>
                    <a:pt x="1002125" y="59065"/>
                  </a:lnTo>
                  <a:lnTo>
                    <a:pt x="1002125" y="70075"/>
                  </a:lnTo>
                  <a:lnTo>
                    <a:pt x="1070883" y="70075"/>
                  </a:lnTo>
                  <a:lnTo>
                    <a:pt x="1070883" y="59065"/>
                  </a:lnTo>
                  <a:close/>
                </a:path>
                <a:path w="1406525" h="125730">
                  <a:moveTo>
                    <a:pt x="1168896" y="1261"/>
                  </a:moveTo>
                  <a:lnTo>
                    <a:pt x="1155769" y="1261"/>
                  </a:lnTo>
                  <a:lnTo>
                    <a:pt x="1149393" y="3096"/>
                  </a:lnTo>
                  <a:lnTo>
                    <a:pt x="1144393" y="6881"/>
                  </a:lnTo>
                  <a:lnTo>
                    <a:pt x="1139392" y="10551"/>
                  </a:lnTo>
                  <a:lnTo>
                    <a:pt x="1129266" y="50119"/>
                  </a:lnTo>
                  <a:lnTo>
                    <a:pt x="1129828" y="60914"/>
                  </a:lnTo>
                  <a:lnTo>
                    <a:pt x="1129920" y="62678"/>
                  </a:lnTo>
                  <a:lnTo>
                    <a:pt x="1149862" y="96425"/>
                  </a:lnTo>
                  <a:lnTo>
                    <a:pt x="1163270" y="98863"/>
                  </a:lnTo>
                  <a:lnTo>
                    <a:pt x="1170896" y="98863"/>
                  </a:lnTo>
                  <a:lnTo>
                    <a:pt x="1177272" y="97028"/>
                  </a:lnTo>
                  <a:lnTo>
                    <a:pt x="1187273" y="89458"/>
                  </a:lnTo>
                  <a:lnTo>
                    <a:pt x="1187436" y="89229"/>
                  </a:lnTo>
                  <a:lnTo>
                    <a:pt x="1157394" y="89229"/>
                  </a:lnTo>
                  <a:lnTo>
                    <a:pt x="1152519" y="86705"/>
                  </a:lnTo>
                  <a:lnTo>
                    <a:pt x="1142517" y="50119"/>
                  </a:lnTo>
                  <a:lnTo>
                    <a:pt x="1142817" y="42032"/>
                  </a:lnTo>
                  <a:lnTo>
                    <a:pt x="1142918" y="39306"/>
                  </a:lnTo>
                  <a:lnTo>
                    <a:pt x="1157269" y="11010"/>
                  </a:lnTo>
                  <a:lnTo>
                    <a:pt x="1186905" y="11010"/>
                  </a:lnTo>
                  <a:lnTo>
                    <a:pt x="1185773" y="9404"/>
                  </a:lnTo>
                  <a:lnTo>
                    <a:pt x="1182272" y="6422"/>
                  </a:lnTo>
                  <a:lnTo>
                    <a:pt x="1173771" y="2293"/>
                  </a:lnTo>
                  <a:lnTo>
                    <a:pt x="1168896" y="1261"/>
                  </a:lnTo>
                  <a:close/>
                </a:path>
                <a:path w="1406525" h="125730">
                  <a:moveTo>
                    <a:pt x="1186905" y="11010"/>
                  </a:moveTo>
                  <a:lnTo>
                    <a:pt x="1169146" y="11010"/>
                  </a:lnTo>
                  <a:lnTo>
                    <a:pt x="1174146" y="13533"/>
                  </a:lnTo>
                  <a:lnTo>
                    <a:pt x="1178147" y="18694"/>
                  </a:lnTo>
                  <a:lnTo>
                    <a:pt x="1184148" y="50119"/>
                  </a:lnTo>
                  <a:lnTo>
                    <a:pt x="1183867" y="58140"/>
                  </a:lnTo>
                  <a:lnTo>
                    <a:pt x="1169146" y="89229"/>
                  </a:lnTo>
                  <a:lnTo>
                    <a:pt x="1187436" y="89229"/>
                  </a:lnTo>
                  <a:lnTo>
                    <a:pt x="1197274" y="50119"/>
                  </a:lnTo>
                  <a:lnTo>
                    <a:pt x="1197274" y="40600"/>
                  </a:lnTo>
                  <a:lnTo>
                    <a:pt x="1196524" y="33145"/>
                  </a:lnTo>
                  <a:lnTo>
                    <a:pt x="1194899" y="27525"/>
                  </a:lnTo>
                  <a:lnTo>
                    <a:pt x="1193399" y="21905"/>
                  </a:lnTo>
                  <a:lnTo>
                    <a:pt x="1191273" y="17203"/>
                  </a:lnTo>
                  <a:lnTo>
                    <a:pt x="1186905" y="11010"/>
                  </a:lnTo>
                  <a:close/>
                </a:path>
                <a:path w="1406525" h="125730">
                  <a:moveTo>
                    <a:pt x="1234529" y="83953"/>
                  </a:moveTo>
                  <a:lnTo>
                    <a:pt x="1219902" y="83953"/>
                  </a:lnTo>
                  <a:lnTo>
                    <a:pt x="1219902" y="97257"/>
                  </a:lnTo>
                  <a:lnTo>
                    <a:pt x="1234529" y="97257"/>
                  </a:lnTo>
                  <a:lnTo>
                    <a:pt x="1234529" y="83953"/>
                  </a:lnTo>
                  <a:close/>
                </a:path>
                <a:path w="1406525" h="125730">
                  <a:moveTo>
                    <a:pt x="1302662" y="22479"/>
                  </a:moveTo>
                  <a:lnTo>
                    <a:pt x="1289786" y="22479"/>
                  </a:lnTo>
                  <a:lnTo>
                    <a:pt x="1289786" y="97257"/>
                  </a:lnTo>
                  <a:lnTo>
                    <a:pt x="1302662" y="97257"/>
                  </a:lnTo>
                  <a:lnTo>
                    <a:pt x="1302662" y="22479"/>
                  </a:lnTo>
                  <a:close/>
                </a:path>
                <a:path w="1406525" h="125730">
                  <a:moveTo>
                    <a:pt x="1302662" y="1261"/>
                  </a:moveTo>
                  <a:lnTo>
                    <a:pt x="1294411" y="1261"/>
                  </a:lnTo>
                  <a:lnTo>
                    <a:pt x="1292161" y="5390"/>
                  </a:lnTo>
                  <a:lnTo>
                    <a:pt x="1288411" y="9633"/>
                  </a:lnTo>
                  <a:lnTo>
                    <a:pt x="1283035" y="13992"/>
                  </a:lnTo>
                  <a:lnTo>
                    <a:pt x="1277659" y="18465"/>
                  </a:lnTo>
                  <a:lnTo>
                    <a:pt x="1271408" y="22135"/>
                  </a:lnTo>
                  <a:lnTo>
                    <a:pt x="1264283" y="25231"/>
                  </a:lnTo>
                  <a:lnTo>
                    <a:pt x="1264283" y="36586"/>
                  </a:lnTo>
                  <a:lnTo>
                    <a:pt x="1268158" y="35209"/>
                  </a:lnTo>
                  <a:lnTo>
                    <a:pt x="1272659" y="33260"/>
                  </a:lnTo>
                  <a:lnTo>
                    <a:pt x="1277659" y="30507"/>
                  </a:lnTo>
                  <a:lnTo>
                    <a:pt x="1282660" y="27869"/>
                  </a:lnTo>
                  <a:lnTo>
                    <a:pt x="1286614" y="25231"/>
                  </a:lnTo>
                  <a:lnTo>
                    <a:pt x="1289786" y="22479"/>
                  </a:lnTo>
                  <a:lnTo>
                    <a:pt x="1302662" y="22479"/>
                  </a:lnTo>
                  <a:lnTo>
                    <a:pt x="1302662" y="1261"/>
                  </a:lnTo>
                  <a:close/>
                </a:path>
                <a:path w="1406525" h="125730">
                  <a:moveTo>
                    <a:pt x="1350668" y="70419"/>
                  </a:moveTo>
                  <a:lnTo>
                    <a:pt x="1337917" y="72025"/>
                  </a:lnTo>
                  <a:lnTo>
                    <a:pt x="1338767" y="79709"/>
                  </a:lnTo>
                  <a:lnTo>
                    <a:pt x="1338792" y="79939"/>
                  </a:lnTo>
                  <a:lnTo>
                    <a:pt x="1342167" y="86476"/>
                  </a:lnTo>
                  <a:lnTo>
                    <a:pt x="1354294" y="96454"/>
                  </a:lnTo>
                  <a:lnTo>
                    <a:pt x="1361920" y="98977"/>
                  </a:lnTo>
                  <a:lnTo>
                    <a:pt x="1371046" y="98977"/>
                  </a:lnTo>
                  <a:lnTo>
                    <a:pt x="1397343" y="89229"/>
                  </a:lnTo>
                  <a:lnTo>
                    <a:pt x="1366045" y="89229"/>
                  </a:lnTo>
                  <a:lnTo>
                    <a:pt x="1361795" y="87738"/>
                  </a:lnTo>
                  <a:lnTo>
                    <a:pt x="1358169" y="84870"/>
                  </a:lnTo>
                  <a:lnTo>
                    <a:pt x="1354669" y="81888"/>
                  </a:lnTo>
                  <a:lnTo>
                    <a:pt x="1352169" y="77071"/>
                  </a:lnTo>
                  <a:lnTo>
                    <a:pt x="1350668" y="70419"/>
                  </a:lnTo>
                  <a:close/>
                </a:path>
                <a:path w="1406525" h="125730">
                  <a:moveTo>
                    <a:pt x="1398639" y="50693"/>
                  </a:moveTo>
                  <a:lnTo>
                    <a:pt x="1378172" y="50693"/>
                  </a:lnTo>
                  <a:lnTo>
                    <a:pt x="1383047" y="52413"/>
                  </a:lnTo>
                  <a:lnTo>
                    <a:pt x="1386798" y="55968"/>
                  </a:lnTo>
                  <a:lnTo>
                    <a:pt x="1390673" y="59409"/>
                  </a:lnTo>
                  <a:lnTo>
                    <a:pt x="1392549" y="63882"/>
                  </a:lnTo>
                  <a:lnTo>
                    <a:pt x="1392549" y="74892"/>
                  </a:lnTo>
                  <a:lnTo>
                    <a:pt x="1390548" y="79709"/>
                  </a:lnTo>
                  <a:lnTo>
                    <a:pt x="1382172" y="87394"/>
                  </a:lnTo>
                  <a:lnTo>
                    <a:pt x="1377172" y="89229"/>
                  </a:lnTo>
                  <a:lnTo>
                    <a:pt x="1397343" y="89229"/>
                  </a:lnTo>
                  <a:lnTo>
                    <a:pt x="1402800" y="84412"/>
                  </a:lnTo>
                  <a:lnTo>
                    <a:pt x="1406175" y="77416"/>
                  </a:lnTo>
                  <a:lnTo>
                    <a:pt x="1406175" y="62850"/>
                  </a:lnTo>
                  <a:lnTo>
                    <a:pt x="1404425" y="57689"/>
                  </a:lnTo>
                  <a:lnTo>
                    <a:pt x="1401050" y="53560"/>
                  </a:lnTo>
                  <a:lnTo>
                    <a:pt x="1398639" y="50693"/>
                  </a:lnTo>
                  <a:close/>
                </a:path>
                <a:path w="1406525" h="125730">
                  <a:moveTo>
                    <a:pt x="1395369" y="10895"/>
                  </a:moveTo>
                  <a:lnTo>
                    <a:pt x="1375797" y="10895"/>
                  </a:lnTo>
                  <a:lnTo>
                    <a:pt x="1380266" y="12386"/>
                  </a:lnTo>
                  <a:lnTo>
                    <a:pt x="1380052" y="12386"/>
                  </a:lnTo>
                  <a:lnTo>
                    <a:pt x="1383297" y="15253"/>
                  </a:lnTo>
                  <a:lnTo>
                    <a:pt x="1385923" y="17662"/>
                  </a:lnTo>
                  <a:lnTo>
                    <a:pt x="1386350" y="18121"/>
                  </a:lnTo>
                  <a:lnTo>
                    <a:pt x="1387923" y="21561"/>
                  </a:lnTo>
                  <a:lnTo>
                    <a:pt x="1387923" y="31310"/>
                  </a:lnTo>
                  <a:lnTo>
                    <a:pt x="1385673" y="35324"/>
                  </a:lnTo>
                  <a:lnTo>
                    <a:pt x="1377047" y="40485"/>
                  </a:lnTo>
                  <a:lnTo>
                    <a:pt x="1372046" y="41861"/>
                  </a:lnTo>
                  <a:lnTo>
                    <a:pt x="1364530" y="41861"/>
                  </a:lnTo>
                  <a:lnTo>
                    <a:pt x="1363340" y="50693"/>
                  </a:lnTo>
                  <a:lnTo>
                    <a:pt x="1363278" y="51151"/>
                  </a:lnTo>
                  <a:lnTo>
                    <a:pt x="1363170" y="51954"/>
                  </a:lnTo>
                  <a:lnTo>
                    <a:pt x="1366795" y="51151"/>
                  </a:lnTo>
                  <a:lnTo>
                    <a:pt x="1369796" y="50693"/>
                  </a:lnTo>
                  <a:lnTo>
                    <a:pt x="1398639" y="50693"/>
                  </a:lnTo>
                  <a:lnTo>
                    <a:pt x="1397674" y="49546"/>
                  </a:lnTo>
                  <a:lnTo>
                    <a:pt x="1392799" y="46793"/>
                  </a:lnTo>
                  <a:lnTo>
                    <a:pt x="1386673" y="45532"/>
                  </a:lnTo>
                  <a:lnTo>
                    <a:pt x="1391423" y="43467"/>
                  </a:lnTo>
                  <a:lnTo>
                    <a:pt x="1395049" y="40829"/>
                  </a:lnTo>
                  <a:lnTo>
                    <a:pt x="1399800" y="33948"/>
                  </a:lnTo>
                  <a:lnTo>
                    <a:pt x="1401050" y="30278"/>
                  </a:lnTo>
                  <a:lnTo>
                    <a:pt x="1400980" y="21561"/>
                  </a:lnTo>
                  <a:lnTo>
                    <a:pt x="1399800" y="17662"/>
                  </a:lnTo>
                  <a:lnTo>
                    <a:pt x="1397299" y="13762"/>
                  </a:lnTo>
                  <a:lnTo>
                    <a:pt x="1395369" y="10895"/>
                  </a:lnTo>
                  <a:close/>
                </a:path>
                <a:path w="1406525" h="125730">
                  <a:moveTo>
                    <a:pt x="1376297" y="1261"/>
                  </a:moveTo>
                  <a:lnTo>
                    <a:pt x="1362295" y="1261"/>
                  </a:lnTo>
                  <a:lnTo>
                    <a:pt x="1355419" y="3440"/>
                  </a:lnTo>
                  <a:lnTo>
                    <a:pt x="1349793" y="7684"/>
                  </a:lnTo>
                  <a:lnTo>
                    <a:pt x="1344293" y="12042"/>
                  </a:lnTo>
                  <a:lnTo>
                    <a:pt x="1340792" y="18121"/>
                  </a:lnTo>
                  <a:lnTo>
                    <a:pt x="1339167" y="26034"/>
                  </a:lnTo>
                  <a:lnTo>
                    <a:pt x="1352044" y="28099"/>
                  </a:lnTo>
                  <a:lnTo>
                    <a:pt x="1352919" y="22364"/>
                  </a:lnTo>
                  <a:lnTo>
                    <a:pt x="1355044" y="18121"/>
                  </a:lnTo>
                  <a:lnTo>
                    <a:pt x="1358419" y="15253"/>
                  </a:lnTo>
                  <a:lnTo>
                    <a:pt x="1361670" y="12386"/>
                  </a:lnTo>
                  <a:lnTo>
                    <a:pt x="1365795" y="10895"/>
                  </a:lnTo>
                  <a:lnTo>
                    <a:pt x="1395369" y="10895"/>
                  </a:lnTo>
                  <a:lnTo>
                    <a:pt x="1394674" y="9863"/>
                  </a:lnTo>
                  <a:lnTo>
                    <a:pt x="1391048" y="6881"/>
                  </a:lnTo>
                  <a:lnTo>
                    <a:pt x="1386298" y="4587"/>
                  </a:lnTo>
                  <a:lnTo>
                    <a:pt x="1381422" y="2408"/>
                  </a:lnTo>
                  <a:lnTo>
                    <a:pt x="1376297" y="12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2577935" y="1908590"/>
              <a:ext cx="374015" cy="0"/>
            </a:xfrm>
            <a:custGeom>
              <a:avLst/>
              <a:gdLst/>
              <a:ahLst/>
              <a:cxnLst/>
              <a:rect l="l" t="t" r="r" b="b"/>
              <a:pathLst>
                <a:path w="374014" h="0">
                  <a:moveTo>
                    <a:pt x="0" y="0"/>
                  </a:moveTo>
                  <a:lnTo>
                    <a:pt x="373921" y="0"/>
                  </a:lnTo>
                </a:path>
              </a:pathLst>
            </a:custGeom>
            <a:ln w="5734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2727453" y="1874183"/>
              <a:ext cx="75565" cy="69215"/>
            </a:xfrm>
            <a:custGeom>
              <a:avLst/>
              <a:gdLst/>
              <a:ahLst/>
              <a:cxnLst/>
              <a:rect l="l" t="t" r="r" b="b"/>
              <a:pathLst>
                <a:path w="75564" h="69214">
                  <a:moveTo>
                    <a:pt x="37504" y="0"/>
                  </a:moveTo>
                  <a:lnTo>
                    <a:pt x="37504" y="68814"/>
                  </a:lnTo>
                </a:path>
                <a:path w="75564" h="69214">
                  <a:moveTo>
                    <a:pt x="0" y="34407"/>
                  </a:moveTo>
                  <a:lnTo>
                    <a:pt x="75009" y="34407"/>
                  </a:lnTo>
                </a:path>
              </a:pathLst>
            </a:custGeom>
            <a:ln w="599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2540555" y="1431248"/>
              <a:ext cx="1898014" cy="585470"/>
            </a:xfrm>
            <a:custGeom>
              <a:avLst/>
              <a:gdLst/>
              <a:ahLst/>
              <a:cxnLst/>
              <a:rect l="l" t="t" r="r" b="b"/>
              <a:pathLst>
                <a:path w="1898014" h="585469">
                  <a:moveTo>
                    <a:pt x="0" y="584920"/>
                  </a:moveTo>
                  <a:lnTo>
                    <a:pt x="1897737" y="584920"/>
                  </a:lnTo>
                  <a:lnTo>
                    <a:pt x="1897737" y="0"/>
                  </a:lnTo>
                  <a:lnTo>
                    <a:pt x="0" y="0"/>
                  </a:lnTo>
                  <a:lnTo>
                    <a:pt x="0" y="584920"/>
                  </a:lnTo>
                  <a:close/>
                </a:path>
              </a:pathLst>
            </a:custGeom>
            <a:ln w="5779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440545" y="2735845"/>
              <a:ext cx="2773211" cy="1788243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8675697" y="2298308"/>
              <a:ext cx="316230" cy="158750"/>
            </a:xfrm>
            <a:custGeom>
              <a:avLst/>
              <a:gdLst/>
              <a:ahLst/>
              <a:cxnLst/>
              <a:rect l="l" t="t" r="r" b="b"/>
              <a:pathLst>
                <a:path w="316229" h="158750">
                  <a:moveTo>
                    <a:pt x="0" y="158272"/>
                  </a:moveTo>
                  <a:lnTo>
                    <a:pt x="315639" y="158272"/>
                  </a:lnTo>
                  <a:lnTo>
                    <a:pt x="315639" y="0"/>
                  </a:lnTo>
                  <a:lnTo>
                    <a:pt x="0" y="0"/>
                  </a:lnTo>
                  <a:lnTo>
                    <a:pt x="0" y="158272"/>
                  </a:lnTo>
                  <a:close/>
                </a:path>
              </a:pathLst>
            </a:custGeom>
            <a:ln w="58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743206" y="2366663"/>
              <a:ext cx="230778" cy="81430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8810714" y="2621734"/>
              <a:ext cx="323215" cy="165735"/>
            </a:xfrm>
            <a:custGeom>
              <a:avLst/>
              <a:gdLst/>
              <a:ahLst/>
              <a:cxnLst/>
              <a:rect l="l" t="t" r="r" b="b"/>
              <a:pathLst>
                <a:path w="323215" h="165735">
                  <a:moveTo>
                    <a:pt x="0" y="165154"/>
                  </a:moveTo>
                  <a:lnTo>
                    <a:pt x="323140" y="165154"/>
                  </a:lnTo>
                  <a:lnTo>
                    <a:pt x="323140" y="0"/>
                  </a:lnTo>
                  <a:lnTo>
                    <a:pt x="0" y="0"/>
                  </a:lnTo>
                  <a:lnTo>
                    <a:pt x="0" y="165154"/>
                  </a:lnTo>
                  <a:close/>
                </a:path>
              </a:pathLst>
            </a:custGeom>
            <a:ln w="58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878223" y="2690090"/>
              <a:ext cx="229903" cy="81430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8908226" y="2972687"/>
              <a:ext cx="391160" cy="172085"/>
            </a:xfrm>
            <a:custGeom>
              <a:avLst/>
              <a:gdLst/>
              <a:ahLst/>
              <a:cxnLst/>
              <a:rect l="l" t="t" r="r" b="b"/>
              <a:pathLst>
                <a:path w="391159" h="172085">
                  <a:moveTo>
                    <a:pt x="0" y="172035"/>
                  </a:moveTo>
                  <a:lnTo>
                    <a:pt x="390648" y="172035"/>
                  </a:lnTo>
                  <a:lnTo>
                    <a:pt x="390648" y="0"/>
                  </a:lnTo>
                  <a:lnTo>
                    <a:pt x="0" y="0"/>
                  </a:lnTo>
                  <a:lnTo>
                    <a:pt x="0" y="172035"/>
                  </a:lnTo>
                  <a:close/>
                </a:path>
              </a:pathLst>
            </a:custGeom>
            <a:ln w="58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975735" y="3041043"/>
              <a:ext cx="230403" cy="81430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9688949" y="3007094"/>
              <a:ext cx="330200" cy="144780"/>
            </a:xfrm>
            <a:custGeom>
              <a:avLst/>
              <a:gdLst/>
              <a:ahLst/>
              <a:cxnLst/>
              <a:rect l="l" t="t" r="r" b="b"/>
              <a:pathLst>
                <a:path w="330200" h="144780">
                  <a:moveTo>
                    <a:pt x="0" y="144509"/>
                  </a:moveTo>
                  <a:lnTo>
                    <a:pt x="330041" y="144509"/>
                  </a:lnTo>
                  <a:lnTo>
                    <a:pt x="330041" y="0"/>
                  </a:lnTo>
                  <a:lnTo>
                    <a:pt x="0" y="0"/>
                  </a:lnTo>
                  <a:lnTo>
                    <a:pt x="0" y="144509"/>
                  </a:lnTo>
                  <a:close/>
                </a:path>
              </a:pathLst>
            </a:custGeom>
            <a:ln w="58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756458" y="3075450"/>
              <a:ext cx="230778" cy="81430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9710826" y="3261707"/>
              <a:ext cx="330835" cy="179070"/>
            </a:xfrm>
            <a:custGeom>
              <a:avLst/>
              <a:gdLst/>
              <a:ahLst/>
              <a:cxnLst/>
              <a:rect l="l" t="t" r="r" b="b"/>
              <a:pathLst>
                <a:path w="330834" h="179070">
                  <a:moveTo>
                    <a:pt x="0" y="178916"/>
                  </a:moveTo>
                  <a:lnTo>
                    <a:pt x="330641" y="178916"/>
                  </a:lnTo>
                  <a:lnTo>
                    <a:pt x="330641" y="0"/>
                  </a:lnTo>
                  <a:lnTo>
                    <a:pt x="0" y="0"/>
                  </a:lnTo>
                  <a:lnTo>
                    <a:pt x="0" y="178916"/>
                  </a:lnTo>
                  <a:close/>
                </a:path>
              </a:pathLst>
            </a:custGeom>
            <a:ln w="58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778335" y="3330062"/>
              <a:ext cx="229903" cy="81430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9808338" y="3653948"/>
              <a:ext cx="346075" cy="172085"/>
            </a:xfrm>
            <a:custGeom>
              <a:avLst/>
              <a:gdLst/>
              <a:ahLst/>
              <a:cxnLst/>
              <a:rect l="l" t="t" r="r" b="b"/>
              <a:pathLst>
                <a:path w="346075" h="172085">
                  <a:moveTo>
                    <a:pt x="0" y="172035"/>
                  </a:moveTo>
                  <a:lnTo>
                    <a:pt x="345643" y="172035"/>
                  </a:lnTo>
                  <a:lnTo>
                    <a:pt x="345643" y="0"/>
                  </a:lnTo>
                  <a:lnTo>
                    <a:pt x="0" y="0"/>
                  </a:lnTo>
                  <a:lnTo>
                    <a:pt x="0" y="172035"/>
                  </a:lnTo>
                  <a:close/>
                </a:path>
              </a:pathLst>
            </a:custGeom>
            <a:ln w="58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875847" y="3722303"/>
              <a:ext cx="230403" cy="81430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6403538" y="4541651"/>
              <a:ext cx="1665605" cy="344170"/>
            </a:xfrm>
            <a:custGeom>
              <a:avLst/>
              <a:gdLst/>
              <a:ahLst/>
              <a:cxnLst/>
              <a:rect l="l" t="t" r="r" b="b"/>
              <a:pathLst>
                <a:path w="1665604" h="344170">
                  <a:moveTo>
                    <a:pt x="0" y="344071"/>
                  </a:moveTo>
                  <a:lnTo>
                    <a:pt x="1665208" y="344071"/>
                  </a:lnTo>
                  <a:lnTo>
                    <a:pt x="1665208" y="0"/>
                  </a:lnTo>
                  <a:lnTo>
                    <a:pt x="0" y="0"/>
                  </a:lnTo>
                  <a:lnTo>
                    <a:pt x="0" y="344071"/>
                  </a:lnTo>
                  <a:close/>
                </a:path>
              </a:pathLst>
            </a:custGeom>
            <a:ln w="57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6476672" y="4619641"/>
              <a:ext cx="1480820" cy="99060"/>
            </a:xfrm>
            <a:custGeom>
              <a:avLst/>
              <a:gdLst/>
              <a:ahLst/>
              <a:cxnLst/>
              <a:rect l="l" t="t" r="r" b="b"/>
              <a:pathLst>
                <a:path w="1480820" h="99060">
                  <a:moveTo>
                    <a:pt x="47130" y="1720"/>
                  </a:moveTo>
                  <a:lnTo>
                    <a:pt x="0" y="1720"/>
                  </a:lnTo>
                  <a:lnTo>
                    <a:pt x="0" y="97372"/>
                  </a:lnTo>
                  <a:lnTo>
                    <a:pt x="46380" y="97372"/>
                  </a:lnTo>
                  <a:lnTo>
                    <a:pt x="52006" y="96798"/>
                  </a:lnTo>
                  <a:lnTo>
                    <a:pt x="56632" y="95766"/>
                  </a:lnTo>
                  <a:lnTo>
                    <a:pt x="61132" y="94619"/>
                  </a:lnTo>
                  <a:lnTo>
                    <a:pt x="65008" y="93128"/>
                  </a:lnTo>
                  <a:lnTo>
                    <a:pt x="68008" y="90949"/>
                  </a:lnTo>
                  <a:lnTo>
                    <a:pt x="71008" y="88885"/>
                  </a:lnTo>
                  <a:lnTo>
                    <a:pt x="73533" y="86017"/>
                  </a:lnTo>
                  <a:lnTo>
                    <a:pt x="13751" y="86017"/>
                  </a:lnTo>
                  <a:lnTo>
                    <a:pt x="13751" y="53101"/>
                  </a:lnTo>
                  <a:lnTo>
                    <a:pt x="71994" y="53101"/>
                  </a:lnTo>
                  <a:lnTo>
                    <a:pt x="70258" y="51037"/>
                  </a:lnTo>
                  <a:lnTo>
                    <a:pt x="65383" y="48169"/>
                  </a:lnTo>
                  <a:lnTo>
                    <a:pt x="59132" y="46449"/>
                  </a:lnTo>
                  <a:lnTo>
                    <a:pt x="64008" y="44155"/>
                  </a:lnTo>
                  <a:lnTo>
                    <a:pt x="66908" y="41861"/>
                  </a:lnTo>
                  <a:lnTo>
                    <a:pt x="13751" y="41861"/>
                  </a:lnTo>
                  <a:lnTo>
                    <a:pt x="13751" y="12960"/>
                  </a:lnTo>
                  <a:lnTo>
                    <a:pt x="69240" y="12960"/>
                  </a:lnTo>
                  <a:lnTo>
                    <a:pt x="66883" y="9519"/>
                  </a:lnTo>
                  <a:lnTo>
                    <a:pt x="63132" y="6537"/>
                  </a:lnTo>
                  <a:lnTo>
                    <a:pt x="58257" y="4587"/>
                  </a:lnTo>
                  <a:lnTo>
                    <a:pt x="53506" y="2637"/>
                  </a:lnTo>
                  <a:lnTo>
                    <a:pt x="47130" y="1720"/>
                  </a:lnTo>
                  <a:close/>
                </a:path>
                <a:path w="1480820" h="99060">
                  <a:moveTo>
                    <a:pt x="71994" y="53101"/>
                  </a:moveTo>
                  <a:lnTo>
                    <a:pt x="44505" y="53101"/>
                  </a:lnTo>
                  <a:lnTo>
                    <a:pt x="49631" y="53675"/>
                  </a:lnTo>
                  <a:lnTo>
                    <a:pt x="53131" y="54707"/>
                  </a:lnTo>
                  <a:lnTo>
                    <a:pt x="56757" y="55854"/>
                  </a:lnTo>
                  <a:lnTo>
                    <a:pt x="59507" y="57689"/>
                  </a:lnTo>
                  <a:lnTo>
                    <a:pt x="63507" y="62965"/>
                  </a:lnTo>
                  <a:lnTo>
                    <a:pt x="64508" y="66061"/>
                  </a:lnTo>
                  <a:lnTo>
                    <a:pt x="64508" y="72599"/>
                  </a:lnTo>
                  <a:lnTo>
                    <a:pt x="63757" y="75351"/>
                  </a:lnTo>
                  <a:lnTo>
                    <a:pt x="61007" y="79939"/>
                  </a:lnTo>
                  <a:lnTo>
                    <a:pt x="59257" y="81774"/>
                  </a:lnTo>
                  <a:lnTo>
                    <a:pt x="57132" y="82921"/>
                  </a:lnTo>
                  <a:lnTo>
                    <a:pt x="55006" y="84182"/>
                  </a:lnTo>
                  <a:lnTo>
                    <a:pt x="52381" y="85100"/>
                  </a:lnTo>
                  <a:lnTo>
                    <a:pt x="49131" y="85559"/>
                  </a:lnTo>
                  <a:lnTo>
                    <a:pt x="46797" y="86017"/>
                  </a:lnTo>
                  <a:lnTo>
                    <a:pt x="73573" y="86017"/>
                  </a:lnTo>
                  <a:lnTo>
                    <a:pt x="75634" y="82118"/>
                  </a:lnTo>
                  <a:lnTo>
                    <a:pt x="77759" y="78218"/>
                  </a:lnTo>
                  <a:lnTo>
                    <a:pt x="78759" y="74089"/>
                  </a:lnTo>
                  <a:lnTo>
                    <a:pt x="78759" y="63997"/>
                  </a:lnTo>
                  <a:lnTo>
                    <a:pt x="77009" y="59180"/>
                  </a:lnTo>
                  <a:lnTo>
                    <a:pt x="73634" y="55051"/>
                  </a:lnTo>
                  <a:lnTo>
                    <a:pt x="71994" y="53101"/>
                  </a:lnTo>
                  <a:close/>
                </a:path>
                <a:path w="1480820" h="99060">
                  <a:moveTo>
                    <a:pt x="69240" y="12960"/>
                  </a:moveTo>
                  <a:lnTo>
                    <a:pt x="42130" y="12960"/>
                  </a:lnTo>
                  <a:lnTo>
                    <a:pt x="47380" y="13418"/>
                  </a:lnTo>
                  <a:lnTo>
                    <a:pt x="50506" y="14336"/>
                  </a:lnTo>
                  <a:lnTo>
                    <a:pt x="53631" y="15139"/>
                  </a:lnTo>
                  <a:lnTo>
                    <a:pt x="56007" y="16859"/>
                  </a:lnTo>
                  <a:lnTo>
                    <a:pt x="59293" y="21791"/>
                  </a:lnTo>
                  <a:lnTo>
                    <a:pt x="60132" y="24429"/>
                  </a:lnTo>
                  <a:lnTo>
                    <a:pt x="60132" y="30966"/>
                  </a:lnTo>
                  <a:lnTo>
                    <a:pt x="49506" y="40715"/>
                  </a:lnTo>
                  <a:lnTo>
                    <a:pt x="46880" y="41517"/>
                  </a:lnTo>
                  <a:lnTo>
                    <a:pt x="42505" y="41861"/>
                  </a:lnTo>
                  <a:lnTo>
                    <a:pt x="66908" y="41861"/>
                  </a:lnTo>
                  <a:lnTo>
                    <a:pt x="67633" y="41288"/>
                  </a:lnTo>
                  <a:lnTo>
                    <a:pt x="70008" y="37733"/>
                  </a:lnTo>
                  <a:lnTo>
                    <a:pt x="72509" y="34063"/>
                  </a:lnTo>
                  <a:lnTo>
                    <a:pt x="73634" y="30278"/>
                  </a:lnTo>
                  <a:lnTo>
                    <a:pt x="73634" y="21791"/>
                  </a:lnTo>
                  <a:lnTo>
                    <a:pt x="72384" y="17547"/>
                  </a:lnTo>
                  <a:lnTo>
                    <a:pt x="69240" y="12960"/>
                  </a:lnTo>
                  <a:close/>
                </a:path>
                <a:path w="1480820" h="99060">
                  <a:moveTo>
                    <a:pt x="157514" y="36127"/>
                  </a:moveTo>
                  <a:lnTo>
                    <a:pt x="135516" y="36127"/>
                  </a:lnTo>
                  <a:lnTo>
                    <a:pt x="140392" y="37503"/>
                  </a:lnTo>
                  <a:lnTo>
                    <a:pt x="143642" y="40141"/>
                  </a:lnTo>
                  <a:lnTo>
                    <a:pt x="146143" y="42091"/>
                  </a:lnTo>
                  <a:lnTo>
                    <a:pt x="147268" y="45532"/>
                  </a:lnTo>
                  <a:lnTo>
                    <a:pt x="147268" y="53331"/>
                  </a:lnTo>
                  <a:lnTo>
                    <a:pt x="142392" y="54936"/>
                  </a:lnTo>
                  <a:lnTo>
                    <a:pt x="134766" y="56198"/>
                  </a:lnTo>
                  <a:lnTo>
                    <a:pt x="119389" y="57918"/>
                  </a:lnTo>
                  <a:lnTo>
                    <a:pt x="115514" y="58492"/>
                  </a:lnTo>
                  <a:lnTo>
                    <a:pt x="113014" y="59180"/>
                  </a:lnTo>
                  <a:lnTo>
                    <a:pt x="109638" y="59983"/>
                  </a:lnTo>
                  <a:lnTo>
                    <a:pt x="106513" y="61244"/>
                  </a:lnTo>
                  <a:lnTo>
                    <a:pt x="103762" y="62965"/>
                  </a:lnTo>
                  <a:lnTo>
                    <a:pt x="101137" y="64685"/>
                  </a:lnTo>
                  <a:lnTo>
                    <a:pt x="98887" y="66979"/>
                  </a:lnTo>
                  <a:lnTo>
                    <a:pt x="97262" y="69731"/>
                  </a:lnTo>
                  <a:lnTo>
                    <a:pt x="95511" y="72599"/>
                  </a:lnTo>
                  <a:lnTo>
                    <a:pt x="94636" y="75695"/>
                  </a:lnTo>
                  <a:lnTo>
                    <a:pt x="94636" y="84870"/>
                  </a:lnTo>
                  <a:lnTo>
                    <a:pt x="112139" y="98863"/>
                  </a:lnTo>
                  <a:lnTo>
                    <a:pt x="125515" y="98863"/>
                  </a:lnTo>
                  <a:lnTo>
                    <a:pt x="130266" y="98174"/>
                  </a:lnTo>
                  <a:lnTo>
                    <a:pt x="134641" y="96569"/>
                  </a:lnTo>
                  <a:lnTo>
                    <a:pt x="139017" y="95078"/>
                  </a:lnTo>
                  <a:lnTo>
                    <a:pt x="143517" y="92440"/>
                  </a:lnTo>
                  <a:lnTo>
                    <a:pt x="147080" y="89687"/>
                  </a:lnTo>
                  <a:lnTo>
                    <a:pt x="118514" y="89687"/>
                  </a:lnTo>
                  <a:lnTo>
                    <a:pt x="115181" y="88770"/>
                  </a:lnTo>
                  <a:lnTo>
                    <a:pt x="114902" y="88770"/>
                  </a:lnTo>
                  <a:lnTo>
                    <a:pt x="109638" y="84412"/>
                  </a:lnTo>
                  <a:lnTo>
                    <a:pt x="108445" y="82003"/>
                  </a:lnTo>
                  <a:lnTo>
                    <a:pt x="108388" y="76727"/>
                  </a:lnTo>
                  <a:lnTo>
                    <a:pt x="108888" y="74778"/>
                  </a:lnTo>
                  <a:lnTo>
                    <a:pt x="110138" y="73172"/>
                  </a:lnTo>
                  <a:lnTo>
                    <a:pt x="111263" y="71452"/>
                  </a:lnTo>
                  <a:lnTo>
                    <a:pt x="135641" y="65717"/>
                  </a:lnTo>
                  <a:lnTo>
                    <a:pt x="142642" y="64226"/>
                  </a:lnTo>
                  <a:lnTo>
                    <a:pt x="147268" y="62506"/>
                  </a:lnTo>
                  <a:lnTo>
                    <a:pt x="160085" y="62506"/>
                  </a:lnTo>
                  <a:lnTo>
                    <a:pt x="160020" y="43811"/>
                  </a:lnTo>
                  <a:lnTo>
                    <a:pt x="158851" y="38880"/>
                  </a:lnTo>
                  <a:lnTo>
                    <a:pt x="158769" y="38535"/>
                  </a:lnTo>
                  <a:lnTo>
                    <a:pt x="157514" y="36127"/>
                  </a:lnTo>
                  <a:close/>
                </a:path>
                <a:path w="1480820" h="99060">
                  <a:moveTo>
                    <a:pt x="160085" y="62506"/>
                  </a:moveTo>
                  <a:lnTo>
                    <a:pt x="147268" y="62506"/>
                  </a:lnTo>
                  <a:lnTo>
                    <a:pt x="147158" y="72599"/>
                  </a:lnTo>
                  <a:lnTo>
                    <a:pt x="146562" y="75695"/>
                  </a:lnTo>
                  <a:lnTo>
                    <a:pt x="146518" y="75925"/>
                  </a:lnTo>
                  <a:lnTo>
                    <a:pt x="145143" y="78562"/>
                  </a:lnTo>
                  <a:lnTo>
                    <a:pt x="143392" y="82003"/>
                  </a:lnTo>
                  <a:lnTo>
                    <a:pt x="140876" y="84412"/>
                  </a:lnTo>
                  <a:lnTo>
                    <a:pt x="140296" y="84870"/>
                  </a:lnTo>
                  <a:lnTo>
                    <a:pt x="136767" y="86705"/>
                  </a:lnTo>
                  <a:lnTo>
                    <a:pt x="132663" y="88770"/>
                  </a:lnTo>
                  <a:lnTo>
                    <a:pt x="148268" y="88770"/>
                  </a:lnTo>
                  <a:lnTo>
                    <a:pt x="148643" y="91981"/>
                  </a:lnTo>
                  <a:lnTo>
                    <a:pt x="149448" y="94619"/>
                  </a:lnTo>
                  <a:lnTo>
                    <a:pt x="149518" y="94848"/>
                  </a:lnTo>
                  <a:lnTo>
                    <a:pt x="150893" y="97372"/>
                  </a:lnTo>
                  <a:lnTo>
                    <a:pt x="164270" y="97372"/>
                  </a:lnTo>
                  <a:lnTo>
                    <a:pt x="162645" y="94619"/>
                  </a:lnTo>
                  <a:lnTo>
                    <a:pt x="161567" y="91981"/>
                  </a:lnTo>
                  <a:lnTo>
                    <a:pt x="161140" y="89687"/>
                  </a:lnTo>
                  <a:lnTo>
                    <a:pt x="161020" y="88999"/>
                  </a:lnTo>
                  <a:lnTo>
                    <a:pt x="160520" y="86705"/>
                  </a:lnTo>
                  <a:lnTo>
                    <a:pt x="160395" y="86132"/>
                  </a:lnTo>
                  <a:lnTo>
                    <a:pt x="160332" y="84412"/>
                  </a:lnTo>
                  <a:lnTo>
                    <a:pt x="160245" y="82003"/>
                  </a:lnTo>
                  <a:lnTo>
                    <a:pt x="160119" y="72025"/>
                  </a:lnTo>
                  <a:lnTo>
                    <a:pt x="160085" y="62506"/>
                  </a:lnTo>
                  <a:close/>
                </a:path>
                <a:path w="1480820" h="99060">
                  <a:moveTo>
                    <a:pt x="148268" y="88770"/>
                  </a:moveTo>
                  <a:lnTo>
                    <a:pt x="132405" y="88770"/>
                  </a:lnTo>
                  <a:lnTo>
                    <a:pt x="128516" y="89687"/>
                  </a:lnTo>
                  <a:lnTo>
                    <a:pt x="147080" y="89687"/>
                  </a:lnTo>
                  <a:lnTo>
                    <a:pt x="148268" y="88770"/>
                  </a:lnTo>
                  <a:close/>
                </a:path>
                <a:path w="1480820" h="99060">
                  <a:moveTo>
                    <a:pt x="137392" y="26493"/>
                  </a:moveTo>
                  <a:lnTo>
                    <a:pt x="124390" y="26493"/>
                  </a:lnTo>
                  <a:lnTo>
                    <a:pt x="118764" y="27296"/>
                  </a:lnTo>
                  <a:lnTo>
                    <a:pt x="96887" y="47825"/>
                  </a:lnTo>
                  <a:lnTo>
                    <a:pt x="109388" y="49316"/>
                  </a:lnTo>
                  <a:lnTo>
                    <a:pt x="110763" y="44499"/>
                  </a:lnTo>
                  <a:lnTo>
                    <a:pt x="112889" y="41059"/>
                  </a:lnTo>
                  <a:lnTo>
                    <a:pt x="118639" y="37159"/>
                  </a:lnTo>
                  <a:lnTo>
                    <a:pt x="123015" y="36127"/>
                  </a:lnTo>
                  <a:lnTo>
                    <a:pt x="157514" y="36127"/>
                  </a:lnTo>
                  <a:lnTo>
                    <a:pt x="157394" y="35898"/>
                  </a:lnTo>
                  <a:lnTo>
                    <a:pt x="155519" y="33833"/>
                  </a:lnTo>
                  <a:lnTo>
                    <a:pt x="153644" y="31654"/>
                  </a:lnTo>
                  <a:lnTo>
                    <a:pt x="150643" y="29934"/>
                  </a:lnTo>
                  <a:lnTo>
                    <a:pt x="142976" y="27296"/>
                  </a:lnTo>
                  <a:lnTo>
                    <a:pt x="143517" y="27296"/>
                  </a:lnTo>
                  <a:lnTo>
                    <a:pt x="137392" y="26493"/>
                  </a:lnTo>
                  <a:close/>
                </a:path>
                <a:path w="1480820" h="99060">
                  <a:moveTo>
                    <a:pt x="193899" y="27984"/>
                  </a:moveTo>
                  <a:lnTo>
                    <a:pt x="182397" y="27984"/>
                  </a:lnTo>
                  <a:lnTo>
                    <a:pt x="182397" y="97372"/>
                  </a:lnTo>
                  <a:lnTo>
                    <a:pt x="195274" y="97372"/>
                  </a:lnTo>
                  <a:lnTo>
                    <a:pt x="195351" y="50349"/>
                  </a:lnTo>
                  <a:lnTo>
                    <a:pt x="197274" y="44614"/>
                  </a:lnTo>
                  <a:lnTo>
                    <a:pt x="201150" y="41403"/>
                  </a:lnTo>
                  <a:lnTo>
                    <a:pt x="205150" y="38191"/>
                  </a:lnTo>
                  <a:lnTo>
                    <a:pt x="206141" y="37847"/>
                  </a:lnTo>
                  <a:lnTo>
                    <a:pt x="193899" y="37847"/>
                  </a:lnTo>
                  <a:lnTo>
                    <a:pt x="193899" y="27984"/>
                  </a:lnTo>
                  <a:close/>
                </a:path>
                <a:path w="1480820" h="99060">
                  <a:moveTo>
                    <a:pt x="240672" y="36586"/>
                  </a:moveTo>
                  <a:lnTo>
                    <a:pt x="218652" y="36586"/>
                  </a:lnTo>
                  <a:lnTo>
                    <a:pt x="221652" y="37389"/>
                  </a:lnTo>
                  <a:lnTo>
                    <a:pt x="224278" y="38765"/>
                  </a:lnTo>
                  <a:lnTo>
                    <a:pt x="231028" y="50349"/>
                  </a:lnTo>
                  <a:lnTo>
                    <a:pt x="231028" y="97372"/>
                  </a:lnTo>
                  <a:lnTo>
                    <a:pt x="243780" y="97372"/>
                  </a:lnTo>
                  <a:lnTo>
                    <a:pt x="243780" y="49316"/>
                  </a:lnTo>
                  <a:lnTo>
                    <a:pt x="243618" y="46793"/>
                  </a:lnTo>
                  <a:lnTo>
                    <a:pt x="241030" y="37044"/>
                  </a:lnTo>
                  <a:lnTo>
                    <a:pt x="240672" y="36586"/>
                  </a:lnTo>
                  <a:close/>
                </a:path>
                <a:path w="1480820" h="99060">
                  <a:moveTo>
                    <a:pt x="222527" y="26493"/>
                  </a:moveTo>
                  <a:lnTo>
                    <a:pt x="218027" y="26493"/>
                  </a:lnTo>
                  <a:lnTo>
                    <a:pt x="210618" y="27203"/>
                  </a:lnTo>
                  <a:lnTo>
                    <a:pt x="204134" y="29332"/>
                  </a:lnTo>
                  <a:lnTo>
                    <a:pt x="198565" y="32880"/>
                  </a:lnTo>
                  <a:lnTo>
                    <a:pt x="193899" y="37847"/>
                  </a:lnTo>
                  <a:lnTo>
                    <a:pt x="206141" y="37847"/>
                  </a:lnTo>
                  <a:lnTo>
                    <a:pt x="209776" y="36586"/>
                  </a:lnTo>
                  <a:lnTo>
                    <a:pt x="240672" y="36586"/>
                  </a:lnTo>
                  <a:lnTo>
                    <a:pt x="237279" y="32227"/>
                  </a:lnTo>
                  <a:lnTo>
                    <a:pt x="234404" y="30163"/>
                  </a:lnTo>
                  <a:lnTo>
                    <a:pt x="230528" y="28672"/>
                  </a:lnTo>
                  <a:lnTo>
                    <a:pt x="226832" y="27203"/>
                  </a:lnTo>
                  <a:lnTo>
                    <a:pt x="222527" y="26493"/>
                  </a:lnTo>
                  <a:close/>
                </a:path>
                <a:path w="1480820" h="99060">
                  <a:moveTo>
                    <a:pt x="297662" y="26493"/>
                  </a:moveTo>
                  <a:lnTo>
                    <a:pt x="286910" y="26493"/>
                  </a:lnTo>
                  <a:lnTo>
                    <a:pt x="281285" y="27984"/>
                  </a:lnTo>
                  <a:lnTo>
                    <a:pt x="261282" y="55854"/>
                  </a:lnTo>
                  <a:lnTo>
                    <a:pt x="261282" y="69846"/>
                  </a:lnTo>
                  <a:lnTo>
                    <a:pt x="262657" y="76154"/>
                  </a:lnTo>
                  <a:lnTo>
                    <a:pt x="268263" y="87164"/>
                  </a:lnTo>
                  <a:lnTo>
                    <a:pt x="272034" y="91293"/>
                  </a:lnTo>
                  <a:lnTo>
                    <a:pt x="277159" y="94275"/>
                  </a:lnTo>
                  <a:lnTo>
                    <a:pt x="282160" y="97372"/>
                  </a:lnTo>
                  <a:lnTo>
                    <a:pt x="287660" y="98863"/>
                  </a:lnTo>
                  <a:lnTo>
                    <a:pt x="303037" y="98863"/>
                  </a:lnTo>
                  <a:lnTo>
                    <a:pt x="310038" y="95422"/>
                  </a:lnTo>
                  <a:lnTo>
                    <a:pt x="314426" y="89229"/>
                  </a:lnTo>
                  <a:lnTo>
                    <a:pt x="289411" y="89229"/>
                  </a:lnTo>
                  <a:lnTo>
                    <a:pt x="284792" y="87164"/>
                  </a:lnTo>
                  <a:lnTo>
                    <a:pt x="284641" y="87164"/>
                  </a:lnTo>
                  <a:lnTo>
                    <a:pt x="276409" y="78218"/>
                  </a:lnTo>
                  <a:lnTo>
                    <a:pt x="274409" y="71566"/>
                  </a:lnTo>
                  <a:lnTo>
                    <a:pt x="274409" y="53560"/>
                  </a:lnTo>
                  <a:lnTo>
                    <a:pt x="276284" y="46793"/>
                  </a:lnTo>
                  <a:lnTo>
                    <a:pt x="280160" y="42550"/>
                  </a:lnTo>
                  <a:lnTo>
                    <a:pt x="283809" y="38421"/>
                  </a:lnTo>
                  <a:lnTo>
                    <a:pt x="283660" y="38421"/>
                  </a:lnTo>
                  <a:lnTo>
                    <a:pt x="288661" y="36127"/>
                  </a:lnTo>
                  <a:lnTo>
                    <a:pt x="314129" y="36127"/>
                  </a:lnTo>
                  <a:lnTo>
                    <a:pt x="311788" y="33145"/>
                  </a:lnTo>
                  <a:lnTo>
                    <a:pt x="308913" y="30851"/>
                  </a:lnTo>
                  <a:lnTo>
                    <a:pt x="305288" y="29131"/>
                  </a:lnTo>
                  <a:lnTo>
                    <a:pt x="301787" y="27296"/>
                  </a:lnTo>
                  <a:lnTo>
                    <a:pt x="297662" y="26493"/>
                  </a:lnTo>
                  <a:close/>
                </a:path>
                <a:path w="1480820" h="99060">
                  <a:moveTo>
                    <a:pt x="326790" y="88540"/>
                  </a:moveTo>
                  <a:lnTo>
                    <a:pt x="314914" y="88540"/>
                  </a:lnTo>
                  <a:lnTo>
                    <a:pt x="314914" y="97372"/>
                  </a:lnTo>
                  <a:lnTo>
                    <a:pt x="326790" y="97372"/>
                  </a:lnTo>
                  <a:lnTo>
                    <a:pt x="326790" y="88540"/>
                  </a:lnTo>
                  <a:close/>
                </a:path>
                <a:path w="1480820" h="99060">
                  <a:moveTo>
                    <a:pt x="326790" y="1720"/>
                  </a:moveTo>
                  <a:lnTo>
                    <a:pt x="314039" y="1720"/>
                  </a:lnTo>
                  <a:lnTo>
                    <a:pt x="314039" y="36127"/>
                  </a:lnTo>
                  <a:lnTo>
                    <a:pt x="300162" y="36127"/>
                  </a:lnTo>
                  <a:lnTo>
                    <a:pt x="305163" y="38421"/>
                  </a:lnTo>
                  <a:lnTo>
                    <a:pt x="313039" y="47252"/>
                  </a:lnTo>
                  <a:lnTo>
                    <a:pt x="315039" y="54248"/>
                  </a:lnTo>
                  <a:lnTo>
                    <a:pt x="315039" y="72369"/>
                  </a:lnTo>
                  <a:lnTo>
                    <a:pt x="313164" y="78677"/>
                  </a:lnTo>
                  <a:lnTo>
                    <a:pt x="309163" y="82921"/>
                  </a:lnTo>
                  <a:lnTo>
                    <a:pt x="305288" y="87164"/>
                  </a:lnTo>
                  <a:lnTo>
                    <a:pt x="300537" y="89229"/>
                  </a:lnTo>
                  <a:lnTo>
                    <a:pt x="314426" y="89229"/>
                  </a:lnTo>
                  <a:lnTo>
                    <a:pt x="314914" y="88540"/>
                  </a:lnTo>
                  <a:lnTo>
                    <a:pt x="326790" y="88540"/>
                  </a:lnTo>
                  <a:lnTo>
                    <a:pt x="326790" y="1720"/>
                  </a:lnTo>
                  <a:close/>
                </a:path>
                <a:path w="1480820" h="99060">
                  <a:moveTo>
                    <a:pt x="397299" y="1720"/>
                  </a:moveTo>
                  <a:lnTo>
                    <a:pt x="383172" y="1720"/>
                  </a:lnTo>
                  <a:lnTo>
                    <a:pt x="410801" y="97372"/>
                  </a:lnTo>
                  <a:lnTo>
                    <a:pt x="424928" y="97372"/>
                  </a:lnTo>
                  <a:lnTo>
                    <a:pt x="428975" y="83953"/>
                  </a:lnTo>
                  <a:lnTo>
                    <a:pt x="417552" y="83953"/>
                  </a:lnTo>
                  <a:lnTo>
                    <a:pt x="416389" y="77874"/>
                  </a:lnTo>
                  <a:lnTo>
                    <a:pt x="416302" y="77416"/>
                  </a:lnTo>
                  <a:lnTo>
                    <a:pt x="414828" y="70993"/>
                  </a:lnTo>
                  <a:lnTo>
                    <a:pt x="413176" y="64341"/>
                  </a:lnTo>
                  <a:lnTo>
                    <a:pt x="397299" y="1720"/>
                  </a:lnTo>
                  <a:close/>
                </a:path>
                <a:path w="1480820" h="99060">
                  <a:moveTo>
                    <a:pt x="462237" y="13189"/>
                  </a:moveTo>
                  <a:lnTo>
                    <a:pt x="450056" y="13189"/>
                  </a:lnTo>
                  <a:lnTo>
                    <a:pt x="451431" y="18350"/>
                  </a:lnTo>
                  <a:lnTo>
                    <a:pt x="453306" y="24429"/>
                  </a:lnTo>
                  <a:lnTo>
                    <a:pt x="475309" y="97372"/>
                  </a:lnTo>
                  <a:lnTo>
                    <a:pt x="488561" y="97372"/>
                  </a:lnTo>
                  <a:lnTo>
                    <a:pt x="492577" y="83953"/>
                  </a:lnTo>
                  <a:lnTo>
                    <a:pt x="481810" y="83953"/>
                  </a:lnTo>
                  <a:lnTo>
                    <a:pt x="480329" y="75892"/>
                  </a:lnTo>
                  <a:lnTo>
                    <a:pt x="478547" y="67782"/>
                  </a:lnTo>
                  <a:lnTo>
                    <a:pt x="476290" y="58954"/>
                  </a:lnTo>
                  <a:lnTo>
                    <a:pt x="473684" y="50119"/>
                  </a:lnTo>
                  <a:lnTo>
                    <a:pt x="462237" y="13189"/>
                  </a:lnTo>
                  <a:close/>
                </a:path>
                <a:path w="1480820" h="99060">
                  <a:moveTo>
                    <a:pt x="458682" y="1720"/>
                  </a:moveTo>
                  <a:lnTo>
                    <a:pt x="442055" y="1720"/>
                  </a:lnTo>
                  <a:lnTo>
                    <a:pt x="422302" y="66291"/>
                  </a:lnTo>
                  <a:lnTo>
                    <a:pt x="421879" y="67552"/>
                  </a:lnTo>
                  <a:lnTo>
                    <a:pt x="421802" y="67782"/>
                  </a:lnTo>
                  <a:lnTo>
                    <a:pt x="420177" y="73745"/>
                  </a:lnTo>
                  <a:lnTo>
                    <a:pt x="417552" y="83953"/>
                  </a:lnTo>
                  <a:lnTo>
                    <a:pt x="428975" y="83953"/>
                  </a:lnTo>
                  <a:lnTo>
                    <a:pt x="446930" y="24429"/>
                  </a:lnTo>
                  <a:lnTo>
                    <a:pt x="447931" y="21332"/>
                  </a:lnTo>
                  <a:lnTo>
                    <a:pt x="448931" y="17662"/>
                  </a:lnTo>
                  <a:lnTo>
                    <a:pt x="450056" y="13189"/>
                  </a:lnTo>
                  <a:lnTo>
                    <a:pt x="462237" y="13189"/>
                  </a:lnTo>
                  <a:lnTo>
                    <a:pt x="458682" y="1720"/>
                  </a:lnTo>
                  <a:close/>
                </a:path>
                <a:path w="1480820" h="99060">
                  <a:moveTo>
                    <a:pt x="517189" y="1720"/>
                  </a:moveTo>
                  <a:lnTo>
                    <a:pt x="503312" y="1720"/>
                  </a:lnTo>
                  <a:lnTo>
                    <a:pt x="484810" y="70993"/>
                  </a:lnTo>
                  <a:lnTo>
                    <a:pt x="483177" y="77416"/>
                  </a:lnTo>
                  <a:lnTo>
                    <a:pt x="483060" y="77874"/>
                  </a:lnTo>
                  <a:lnTo>
                    <a:pt x="481810" y="83953"/>
                  </a:lnTo>
                  <a:lnTo>
                    <a:pt x="492577" y="83953"/>
                  </a:lnTo>
                  <a:lnTo>
                    <a:pt x="517189" y="1720"/>
                  </a:lnTo>
                  <a:close/>
                </a:path>
                <a:path w="1480820" h="99060">
                  <a:moveTo>
                    <a:pt x="545443" y="1720"/>
                  </a:moveTo>
                  <a:lnTo>
                    <a:pt x="532566" y="1720"/>
                  </a:lnTo>
                  <a:lnTo>
                    <a:pt x="532566" y="15139"/>
                  </a:lnTo>
                  <a:lnTo>
                    <a:pt x="545443" y="15139"/>
                  </a:lnTo>
                  <a:lnTo>
                    <a:pt x="545443" y="1720"/>
                  </a:lnTo>
                  <a:close/>
                </a:path>
                <a:path w="1480820" h="99060">
                  <a:moveTo>
                    <a:pt x="545443" y="27984"/>
                  </a:moveTo>
                  <a:lnTo>
                    <a:pt x="532566" y="27984"/>
                  </a:lnTo>
                  <a:lnTo>
                    <a:pt x="532566" y="97372"/>
                  </a:lnTo>
                  <a:lnTo>
                    <a:pt x="545443" y="97372"/>
                  </a:lnTo>
                  <a:lnTo>
                    <a:pt x="545443" y="27984"/>
                  </a:lnTo>
                  <a:close/>
                </a:path>
                <a:path w="1480820" h="99060">
                  <a:moveTo>
                    <a:pt x="597824" y="26493"/>
                  </a:moveTo>
                  <a:lnTo>
                    <a:pt x="586948" y="26493"/>
                  </a:lnTo>
                  <a:lnTo>
                    <a:pt x="581322" y="27984"/>
                  </a:lnTo>
                  <a:lnTo>
                    <a:pt x="561320" y="55854"/>
                  </a:lnTo>
                  <a:lnTo>
                    <a:pt x="561320" y="69846"/>
                  </a:lnTo>
                  <a:lnTo>
                    <a:pt x="562695" y="76154"/>
                  </a:lnTo>
                  <a:lnTo>
                    <a:pt x="568300" y="87164"/>
                  </a:lnTo>
                  <a:lnTo>
                    <a:pt x="572071" y="91293"/>
                  </a:lnTo>
                  <a:lnTo>
                    <a:pt x="577197" y="94275"/>
                  </a:lnTo>
                  <a:lnTo>
                    <a:pt x="582197" y="97372"/>
                  </a:lnTo>
                  <a:lnTo>
                    <a:pt x="587698" y="98863"/>
                  </a:lnTo>
                  <a:lnTo>
                    <a:pt x="603075" y="98863"/>
                  </a:lnTo>
                  <a:lnTo>
                    <a:pt x="610076" y="95422"/>
                  </a:lnTo>
                  <a:lnTo>
                    <a:pt x="614464" y="89229"/>
                  </a:lnTo>
                  <a:lnTo>
                    <a:pt x="589448" y="89229"/>
                  </a:lnTo>
                  <a:lnTo>
                    <a:pt x="584829" y="87164"/>
                  </a:lnTo>
                  <a:lnTo>
                    <a:pt x="584678" y="87164"/>
                  </a:lnTo>
                  <a:lnTo>
                    <a:pt x="576447" y="78218"/>
                  </a:lnTo>
                  <a:lnTo>
                    <a:pt x="574446" y="71566"/>
                  </a:lnTo>
                  <a:lnTo>
                    <a:pt x="574446" y="53560"/>
                  </a:lnTo>
                  <a:lnTo>
                    <a:pt x="576322" y="46793"/>
                  </a:lnTo>
                  <a:lnTo>
                    <a:pt x="580197" y="42550"/>
                  </a:lnTo>
                  <a:lnTo>
                    <a:pt x="583846" y="38421"/>
                  </a:lnTo>
                  <a:lnTo>
                    <a:pt x="583697" y="38421"/>
                  </a:lnTo>
                  <a:lnTo>
                    <a:pt x="588698" y="36127"/>
                  </a:lnTo>
                  <a:lnTo>
                    <a:pt x="614166" y="36127"/>
                  </a:lnTo>
                  <a:lnTo>
                    <a:pt x="611826" y="33145"/>
                  </a:lnTo>
                  <a:lnTo>
                    <a:pt x="608951" y="30851"/>
                  </a:lnTo>
                  <a:lnTo>
                    <a:pt x="605325" y="29131"/>
                  </a:lnTo>
                  <a:lnTo>
                    <a:pt x="601825" y="27296"/>
                  </a:lnTo>
                  <a:lnTo>
                    <a:pt x="597824" y="26493"/>
                  </a:lnTo>
                  <a:close/>
                </a:path>
                <a:path w="1480820" h="99060">
                  <a:moveTo>
                    <a:pt x="626828" y="88540"/>
                  </a:moveTo>
                  <a:lnTo>
                    <a:pt x="614951" y="88540"/>
                  </a:lnTo>
                  <a:lnTo>
                    <a:pt x="614951" y="97372"/>
                  </a:lnTo>
                  <a:lnTo>
                    <a:pt x="626828" y="97372"/>
                  </a:lnTo>
                  <a:lnTo>
                    <a:pt x="626828" y="88540"/>
                  </a:lnTo>
                  <a:close/>
                </a:path>
                <a:path w="1480820" h="99060">
                  <a:moveTo>
                    <a:pt x="626828" y="1720"/>
                  </a:moveTo>
                  <a:lnTo>
                    <a:pt x="614076" y="1720"/>
                  </a:lnTo>
                  <a:lnTo>
                    <a:pt x="614076" y="36127"/>
                  </a:lnTo>
                  <a:lnTo>
                    <a:pt x="600200" y="36127"/>
                  </a:lnTo>
                  <a:lnTo>
                    <a:pt x="605200" y="38421"/>
                  </a:lnTo>
                  <a:lnTo>
                    <a:pt x="609201" y="42779"/>
                  </a:lnTo>
                  <a:lnTo>
                    <a:pt x="613076" y="47252"/>
                  </a:lnTo>
                  <a:lnTo>
                    <a:pt x="615076" y="54248"/>
                  </a:lnTo>
                  <a:lnTo>
                    <a:pt x="615076" y="72369"/>
                  </a:lnTo>
                  <a:lnTo>
                    <a:pt x="613201" y="78677"/>
                  </a:lnTo>
                  <a:lnTo>
                    <a:pt x="609201" y="82921"/>
                  </a:lnTo>
                  <a:lnTo>
                    <a:pt x="605325" y="87164"/>
                  </a:lnTo>
                  <a:lnTo>
                    <a:pt x="600575" y="89229"/>
                  </a:lnTo>
                  <a:lnTo>
                    <a:pt x="614464" y="89229"/>
                  </a:lnTo>
                  <a:lnTo>
                    <a:pt x="614951" y="88540"/>
                  </a:lnTo>
                  <a:lnTo>
                    <a:pt x="626828" y="88540"/>
                  </a:lnTo>
                  <a:lnTo>
                    <a:pt x="626828" y="1720"/>
                  </a:lnTo>
                  <a:close/>
                </a:path>
                <a:path w="1480820" h="99060">
                  <a:moveTo>
                    <a:pt x="664458" y="37159"/>
                  </a:moveTo>
                  <a:lnTo>
                    <a:pt x="651706" y="37159"/>
                  </a:lnTo>
                  <a:lnTo>
                    <a:pt x="651819" y="85100"/>
                  </a:lnTo>
                  <a:lnTo>
                    <a:pt x="664833" y="98174"/>
                  </a:lnTo>
                  <a:lnTo>
                    <a:pt x="672334" y="98174"/>
                  </a:lnTo>
                  <a:lnTo>
                    <a:pt x="675459" y="97830"/>
                  </a:lnTo>
                  <a:lnTo>
                    <a:pt x="679084" y="97142"/>
                  </a:lnTo>
                  <a:lnTo>
                    <a:pt x="677412" y="87279"/>
                  </a:lnTo>
                  <a:lnTo>
                    <a:pt x="669708" y="87279"/>
                  </a:lnTo>
                  <a:lnTo>
                    <a:pt x="668333" y="86935"/>
                  </a:lnTo>
                  <a:lnTo>
                    <a:pt x="664583" y="83150"/>
                  </a:lnTo>
                  <a:lnTo>
                    <a:pt x="664458" y="37159"/>
                  </a:lnTo>
                  <a:close/>
                </a:path>
                <a:path w="1480820" h="99060">
                  <a:moveTo>
                    <a:pt x="677354" y="86935"/>
                  </a:moveTo>
                  <a:lnTo>
                    <a:pt x="676542" y="86935"/>
                  </a:lnTo>
                  <a:lnTo>
                    <a:pt x="674167" y="87279"/>
                  </a:lnTo>
                  <a:lnTo>
                    <a:pt x="677412" y="87279"/>
                  </a:lnTo>
                  <a:lnTo>
                    <a:pt x="677354" y="86935"/>
                  </a:lnTo>
                  <a:close/>
                </a:path>
                <a:path w="1480820" h="99060">
                  <a:moveTo>
                    <a:pt x="677334" y="27984"/>
                  </a:moveTo>
                  <a:lnTo>
                    <a:pt x="642330" y="27984"/>
                  </a:lnTo>
                  <a:lnTo>
                    <a:pt x="642330" y="37159"/>
                  </a:lnTo>
                  <a:lnTo>
                    <a:pt x="677334" y="37159"/>
                  </a:lnTo>
                  <a:lnTo>
                    <a:pt x="677334" y="27984"/>
                  </a:lnTo>
                  <a:close/>
                </a:path>
                <a:path w="1480820" h="99060">
                  <a:moveTo>
                    <a:pt x="664458" y="3784"/>
                  </a:moveTo>
                  <a:lnTo>
                    <a:pt x="651706" y="10895"/>
                  </a:lnTo>
                  <a:lnTo>
                    <a:pt x="651706" y="27984"/>
                  </a:lnTo>
                  <a:lnTo>
                    <a:pt x="664458" y="27984"/>
                  </a:lnTo>
                  <a:lnTo>
                    <a:pt x="664458" y="3784"/>
                  </a:lnTo>
                  <a:close/>
                </a:path>
                <a:path w="1480820" h="99060">
                  <a:moveTo>
                    <a:pt x="703838" y="1720"/>
                  </a:moveTo>
                  <a:lnTo>
                    <a:pt x="690961" y="1720"/>
                  </a:lnTo>
                  <a:lnTo>
                    <a:pt x="690961" y="97372"/>
                  </a:lnTo>
                  <a:lnTo>
                    <a:pt x="703838" y="97372"/>
                  </a:lnTo>
                  <a:lnTo>
                    <a:pt x="703838" y="54019"/>
                  </a:lnTo>
                  <a:lnTo>
                    <a:pt x="704463" y="49660"/>
                  </a:lnTo>
                  <a:lnTo>
                    <a:pt x="705963" y="46564"/>
                  </a:lnTo>
                  <a:lnTo>
                    <a:pt x="707338" y="43582"/>
                  </a:lnTo>
                  <a:lnTo>
                    <a:pt x="709713" y="41059"/>
                  </a:lnTo>
                  <a:lnTo>
                    <a:pt x="713089" y="39224"/>
                  </a:lnTo>
                  <a:lnTo>
                    <a:pt x="716464" y="37503"/>
                  </a:lnTo>
                  <a:lnTo>
                    <a:pt x="719965" y="36586"/>
                  </a:lnTo>
                  <a:lnTo>
                    <a:pt x="749222" y="36586"/>
                  </a:lnTo>
                  <a:lnTo>
                    <a:pt x="748940" y="36012"/>
                  </a:lnTo>
                  <a:lnTo>
                    <a:pt x="703838" y="36012"/>
                  </a:lnTo>
                  <a:lnTo>
                    <a:pt x="703838" y="1720"/>
                  </a:lnTo>
                  <a:close/>
                </a:path>
                <a:path w="1480820" h="99060">
                  <a:moveTo>
                    <a:pt x="749222" y="36586"/>
                  </a:moveTo>
                  <a:lnTo>
                    <a:pt x="728841" y="36586"/>
                  </a:lnTo>
                  <a:lnTo>
                    <a:pt x="732841" y="37962"/>
                  </a:lnTo>
                  <a:lnTo>
                    <a:pt x="738342" y="43238"/>
                  </a:lnTo>
                  <a:lnTo>
                    <a:pt x="739717" y="47481"/>
                  </a:lnTo>
                  <a:lnTo>
                    <a:pt x="739717" y="97372"/>
                  </a:lnTo>
                  <a:lnTo>
                    <a:pt x="752469" y="97372"/>
                  </a:lnTo>
                  <a:lnTo>
                    <a:pt x="752469" y="46564"/>
                  </a:lnTo>
                  <a:lnTo>
                    <a:pt x="751593" y="41403"/>
                  </a:lnTo>
                  <a:lnTo>
                    <a:pt x="749222" y="36586"/>
                  </a:lnTo>
                  <a:close/>
                </a:path>
                <a:path w="1480820" h="99060">
                  <a:moveTo>
                    <a:pt x="731966" y="26493"/>
                  </a:moveTo>
                  <a:lnTo>
                    <a:pt x="717339" y="26493"/>
                  </a:lnTo>
                  <a:lnTo>
                    <a:pt x="709713" y="29590"/>
                  </a:lnTo>
                  <a:lnTo>
                    <a:pt x="703838" y="36012"/>
                  </a:lnTo>
                  <a:lnTo>
                    <a:pt x="748940" y="36012"/>
                  </a:lnTo>
                  <a:lnTo>
                    <a:pt x="731966" y="26493"/>
                  </a:lnTo>
                  <a:close/>
                </a:path>
                <a:path w="1480820" h="99060">
                  <a:moveTo>
                    <a:pt x="883485" y="30163"/>
                  </a:moveTo>
                  <a:lnTo>
                    <a:pt x="814601" y="30163"/>
                  </a:lnTo>
                  <a:lnTo>
                    <a:pt x="814601" y="41059"/>
                  </a:lnTo>
                  <a:lnTo>
                    <a:pt x="883485" y="41059"/>
                  </a:lnTo>
                  <a:lnTo>
                    <a:pt x="883485" y="30163"/>
                  </a:lnTo>
                  <a:close/>
                </a:path>
                <a:path w="1480820" h="99060">
                  <a:moveTo>
                    <a:pt x="883485" y="59180"/>
                  </a:moveTo>
                  <a:lnTo>
                    <a:pt x="814601" y="59180"/>
                  </a:lnTo>
                  <a:lnTo>
                    <a:pt x="814601" y="70075"/>
                  </a:lnTo>
                  <a:lnTo>
                    <a:pt x="883485" y="70075"/>
                  </a:lnTo>
                  <a:lnTo>
                    <a:pt x="883485" y="59180"/>
                  </a:lnTo>
                  <a:close/>
                </a:path>
                <a:path w="1480820" h="99060">
                  <a:moveTo>
                    <a:pt x="1002604" y="11010"/>
                  </a:moveTo>
                  <a:lnTo>
                    <a:pt x="981997" y="11010"/>
                  </a:lnTo>
                  <a:lnTo>
                    <a:pt x="987087" y="12730"/>
                  </a:lnTo>
                  <a:lnTo>
                    <a:pt x="986877" y="12730"/>
                  </a:lnTo>
                  <a:lnTo>
                    <a:pt x="993999" y="19038"/>
                  </a:lnTo>
                  <a:lnTo>
                    <a:pt x="995749" y="22938"/>
                  </a:lnTo>
                  <a:lnTo>
                    <a:pt x="995749" y="31998"/>
                  </a:lnTo>
                  <a:lnTo>
                    <a:pt x="966870" y="61932"/>
                  </a:lnTo>
                  <a:lnTo>
                    <a:pt x="959619" y="67437"/>
                  </a:lnTo>
                  <a:lnTo>
                    <a:pt x="953994" y="72254"/>
                  </a:lnTo>
                  <a:lnTo>
                    <a:pt x="950118" y="76383"/>
                  </a:lnTo>
                  <a:lnTo>
                    <a:pt x="946243" y="80627"/>
                  </a:lnTo>
                  <a:lnTo>
                    <a:pt x="943492" y="84870"/>
                  </a:lnTo>
                  <a:lnTo>
                    <a:pt x="941742" y="89114"/>
                  </a:lnTo>
                  <a:lnTo>
                    <a:pt x="940617" y="91752"/>
                  </a:lnTo>
                  <a:lnTo>
                    <a:pt x="940117" y="94504"/>
                  </a:lnTo>
                  <a:lnTo>
                    <a:pt x="940242" y="97372"/>
                  </a:lnTo>
                  <a:lnTo>
                    <a:pt x="1009126" y="97372"/>
                  </a:lnTo>
                  <a:lnTo>
                    <a:pt x="1009126" y="86017"/>
                  </a:lnTo>
                  <a:lnTo>
                    <a:pt x="957994" y="86017"/>
                  </a:lnTo>
                  <a:lnTo>
                    <a:pt x="959369" y="83953"/>
                  </a:lnTo>
                  <a:lnTo>
                    <a:pt x="961245" y="81774"/>
                  </a:lnTo>
                  <a:lnTo>
                    <a:pt x="965620" y="77530"/>
                  </a:lnTo>
                  <a:lnTo>
                    <a:pt x="970496" y="73516"/>
                  </a:lnTo>
                  <a:lnTo>
                    <a:pt x="978122" y="67667"/>
                  </a:lnTo>
                  <a:lnTo>
                    <a:pt x="984566" y="62565"/>
                  </a:lnTo>
                  <a:lnTo>
                    <a:pt x="1006375" y="39109"/>
                  </a:lnTo>
                  <a:lnTo>
                    <a:pt x="1008126" y="35439"/>
                  </a:lnTo>
                  <a:lnTo>
                    <a:pt x="1008921" y="31998"/>
                  </a:lnTo>
                  <a:lnTo>
                    <a:pt x="1009001" y="20300"/>
                  </a:lnTo>
                  <a:lnTo>
                    <a:pt x="1006000" y="13992"/>
                  </a:lnTo>
                  <a:lnTo>
                    <a:pt x="1002604" y="11010"/>
                  </a:lnTo>
                  <a:close/>
                </a:path>
                <a:path w="1480820" h="99060">
                  <a:moveTo>
                    <a:pt x="986498" y="1261"/>
                  </a:moveTo>
                  <a:lnTo>
                    <a:pt x="966495" y="1261"/>
                  </a:lnTo>
                  <a:lnTo>
                    <a:pt x="958244" y="3784"/>
                  </a:lnTo>
                  <a:lnTo>
                    <a:pt x="958476" y="3784"/>
                  </a:lnTo>
                  <a:lnTo>
                    <a:pt x="946868" y="13074"/>
                  </a:lnTo>
                  <a:lnTo>
                    <a:pt x="943492" y="19956"/>
                  </a:lnTo>
                  <a:lnTo>
                    <a:pt x="942617" y="28901"/>
                  </a:lnTo>
                  <a:lnTo>
                    <a:pt x="955744" y="30163"/>
                  </a:lnTo>
                  <a:lnTo>
                    <a:pt x="955869" y="24199"/>
                  </a:lnTo>
                  <a:lnTo>
                    <a:pt x="957744" y="19497"/>
                  </a:lnTo>
                  <a:lnTo>
                    <a:pt x="961370" y="16056"/>
                  </a:lnTo>
                  <a:lnTo>
                    <a:pt x="965120" y="12730"/>
                  </a:lnTo>
                  <a:lnTo>
                    <a:pt x="969996" y="11010"/>
                  </a:lnTo>
                  <a:lnTo>
                    <a:pt x="1002604" y="11010"/>
                  </a:lnTo>
                  <a:lnTo>
                    <a:pt x="994374" y="3784"/>
                  </a:lnTo>
                  <a:lnTo>
                    <a:pt x="986498" y="1261"/>
                  </a:lnTo>
                  <a:close/>
                </a:path>
                <a:path w="1480820" h="99060">
                  <a:moveTo>
                    <a:pt x="1064883" y="1261"/>
                  </a:moveTo>
                  <a:lnTo>
                    <a:pt x="1051631" y="1261"/>
                  </a:lnTo>
                  <a:lnTo>
                    <a:pt x="1045380" y="3096"/>
                  </a:lnTo>
                  <a:lnTo>
                    <a:pt x="1025487" y="42080"/>
                  </a:lnTo>
                  <a:lnTo>
                    <a:pt x="1025253" y="50119"/>
                  </a:lnTo>
                  <a:lnTo>
                    <a:pt x="1025798" y="60916"/>
                  </a:lnTo>
                  <a:lnTo>
                    <a:pt x="1045787" y="96483"/>
                  </a:lnTo>
                  <a:lnTo>
                    <a:pt x="1059257" y="98977"/>
                  </a:lnTo>
                  <a:lnTo>
                    <a:pt x="1066883" y="98977"/>
                  </a:lnTo>
                  <a:lnTo>
                    <a:pt x="1073134" y="97028"/>
                  </a:lnTo>
                  <a:lnTo>
                    <a:pt x="1078249" y="93365"/>
                  </a:lnTo>
                  <a:lnTo>
                    <a:pt x="1083260" y="89573"/>
                  </a:lnTo>
                  <a:lnTo>
                    <a:pt x="1083420" y="89343"/>
                  </a:lnTo>
                  <a:lnTo>
                    <a:pt x="1053381" y="89343"/>
                  </a:lnTo>
                  <a:lnTo>
                    <a:pt x="1048381" y="86705"/>
                  </a:lnTo>
                  <a:lnTo>
                    <a:pt x="1038379" y="50119"/>
                  </a:lnTo>
                  <a:lnTo>
                    <a:pt x="1038690" y="42080"/>
                  </a:lnTo>
                  <a:lnTo>
                    <a:pt x="1038797" y="39324"/>
                  </a:lnTo>
                  <a:lnTo>
                    <a:pt x="1053256" y="11010"/>
                  </a:lnTo>
                  <a:lnTo>
                    <a:pt x="1082767" y="11010"/>
                  </a:lnTo>
                  <a:lnTo>
                    <a:pt x="1081635" y="9404"/>
                  </a:lnTo>
                  <a:lnTo>
                    <a:pt x="1078134" y="6422"/>
                  </a:lnTo>
                  <a:lnTo>
                    <a:pt x="1074009" y="4358"/>
                  </a:lnTo>
                  <a:lnTo>
                    <a:pt x="1069758" y="2293"/>
                  </a:lnTo>
                  <a:lnTo>
                    <a:pt x="1064883" y="1261"/>
                  </a:lnTo>
                  <a:close/>
                </a:path>
                <a:path w="1480820" h="99060">
                  <a:moveTo>
                    <a:pt x="1082767" y="11010"/>
                  </a:moveTo>
                  <a:lnTo>
                    <a:pt x="1065133" y="11010"/>
                  </a:lnTo>
                  <a:lnTo>
                    <a:pt x="1070008" y="13533"/>
                  </a:lnTo>
                  <a:lnTo>
                    <a:pt x="1074134" y="18809"/>
                  </a:lnTo>
                  <a:lnTo>
                    <a:pt x="1080135" y="50119"/>
                  </a:lnTo>
                  <a:lnTo>
                    <a:pt x="1079856" y="58140"/>
                  </a:lnTo>
                  <a:lnTo>
                    <a:pt x="1065133" y="89343"/>
                  </a:lnTo>
                  <a:lnTo>
                    <a:pt x="1083420" y="89343"/>
                  </a:lnTo>
                  <a:lnTo>
                    <a:pt x="1093261" y="50119"/>
                  </a:lnTo>
                  <a:lnTo>
                    <a:pt x="1093261" y="40715"/>
                  </a:lnTo>
                  <a:lnTo>
                    <a:pt x="1092511" y="33145"/>
                  </a:lnTo>
                  <a:lnTo>
                    <a:pt x="1090886" y="27525"/>
                  </a:lnTo>
                  <a:lnTo>
                    <a:pt x="1089386" y="21905"/>
                  </a:lnTo>
                  <a:lnTo>
                    <a:pt x="1087135" y="17203"/>
                  </a:lnTo>
                  <a:lnTo>
                    <a:pt x="1082767" y="11010"/>
                  </a:lnTo>
                  <a:close/>
                </a:path>
                <a:path w="1480820" h="99060">
                  <a:moveTo>
                    <a:pt x="1148268" y="1261"/>
                  </a:moveTo>
                  <a:lnTo>
                    <a:pt x="1135141" y="1261"/>
                  </a:lnTo>
                  <a:lnTo>
                    <a:pt x="1128766" y="3096"/>
                  </a:lnTo>
                  <a:lnTo>
                    <a:pt x="1108874" y="42080"/>
                  </a:lnTo>
                  <a:lnTo>
                    <a:pt x="1108638" y="50119"/>
                  </a:lnTo>
                  <a:lnTo>
                    <a:pt x="1109201" y="60916"/>
                  </a:lnTo>
                  <a:lnTo>
                    <a:pt x="1129234" y="96483"/>
                  </a:lnTo>
                  <a:lnTo>
                    <a:pt x="1142642" y="98977"/>
                  </a:lnTo>
                  <a:lnTo>
                    <a:pt x="1150268" y="98977"/>
                  </a:lnTo>
                  <a:lnTo>
                    <a:pt x="1156644" y="97028"/>
                  </a:lnTo>
                  <a:lnTo>
                    <a:pt x="1161635" y="93365"/>
                  </a:lnTo>
                  <a:lnTo>
                    <a:pt x="1166645" y="89573"/>
                  </a:lnTo>
                  <a:lnTo>
                    <a:pt x="1166805" y="89343"/>
                  </a:lnTo>
                  <a:lnTo>
                    <a:pt x="1136767" y="89343"/>
                  </a:lnTo>
                  <a:lnTo>
                    <a:pt x="1131891" y="86705"/>
                  </a:lnTo>
                  <a:lnTo>
                    <a:pt x="1121890" y="50119"/>
                  </a:lnTo>
                  <a:lnTo>
                    <a:pt x="1122186" y="42080"/>
                  </a:lnTo>
                  <a:lnTo>
                    <a:pt x="1122288" y="39324"/>
                  </a:lnTo>
                  <a:lnTo>
                    <a:pt x="1136642" y="11010"/>
                  </a:lnTo>
                  <a:lnTo>
                    <a:pt x="1166278" y="11010"/>
                  </a:lnTo>
                  <a:lnTo>
                    <a:pt x="1165145" y="9404"/>
                  </a:lnTo>
                  <a:lnTo>
                    <a:pt x="1161645" y="6422"/>
                  </a:lnTo>
                  <a:lnTo>
                    <a:pt x="1153144" y="2293"/>
                  </a:lnTo>
                  <a:lnTo>
                    <a:pt x="1148268" y="1261"/>
                  </a:lnTo>
                  <a:close/>
                </a:path>
                <a:path w="1480820" h="99060">
                  <a:moveTo>
                    <a:pt x="1166278" y="11010"/>
                  </a:moveTo>
                  <a:lnTo>
                    <a:pt x="1148518" y="11010"/>
                  </a:lnTo>
                  <a:lnTo>
                    <a:pt x="1153519" y="13533"/>
                  </a:lnTo>
                  <a:lnTo>
                    <a:pt x="1157519" y="18809"/>
                  </a:lnTo>
                  <a:lnTo>
                    <a:pt x="1163520" y="50119"/>
                  </a:lnTo>
                  <a:lnTo>
                    <a:pt x="1163241" y="58140"/>
                  </a:lnTo>
                  <a:lnTo>
                    <a:pt x="1148518" y="89343"/>
                  </a:lnTo>
                  <a:lnTo>
                    <a:pt x="1166805" y="89343"/>
                  </a:lnTo>
                  <a:lnTo>
                    <a:pt x="1176647" y="50119"/>
                  </a:lnTo>
                  <a:lnTo>
                    <a:pt x="1176647" y="40715"/>
                  </a:lnTo>
                  <a:lnTo>
                    <a:pt x="1175897" y="33145"/>
                  </a:lnTo>
                  <a:lnTo>
                    <a:pt x="1174271" y="27525"/>
                  </a:lnTo>
                  <a:lnTo>
                    <a:pt x="1172771" y="21905"/>
                  </a:lnTo>
                  <a:lnTo>
                    <a:pt x="1170646" y="17203"/>
                  </a:lnTo>
                  <a:lnTo>
                    <a:pt x="1166278" y="11010"/>
                  </a:lnTo>
                  <a:close/>
                </a:path>
                <a:path w="1480820" h="99060">
                  <a:moveTo>
                    <a:pt x="1253531" y="0"/>
                  </a:moveTo>
                  <a:lnTo>
                    <a:pt x="1246030" y="0"/>
                  </a:lnTo>
                  <a:lnTo>
                    <a:pt x="1238463" y="367"/>
                  </a:lnTo>
                  <a:lnTo>
                    <a:pt x="1203689" y="18221"/>
                  </a:lnTo>
                  <a:lnTo>
                    <a:pt x="1193853" y="48628"/>
                  </a:lnTo>
                  <a:lnTo>
                    <a:pt x="1193774" y="50005"/>
                  </a:lnTo>
                  <a:lnTo>
                    <a:pt x="1208151" y="85516"/>
                  </a:lnTo>
                  <a:lnTo>
                    <a:pt x="1247030" y="98977"/>
                  </a:lnTo>
                  <a:lnTo>
                    <a:pt x="1254656" y="98977"/>
                  </a:lnTo>
                  <a:lnTo>
                    <a:pt x="1262032" y="97716"/>
                  </a:lnTo>
                  <a:lnTo>
                    <a:pt x="1276409" y="92669"/>
                  </a:lnTo>
                  <a:lnTo>
                    <a:pt x="1283410" y="88999"/>
                  </a:lnTo>
                  <a:lnTo>
                    <a:pt x="1285441" y="87508"/>
                  </a:lnTo>
                  <a:lnTo>
                    <a:pt x="1239404" y="87508"/>
                  </a:lnTo>
                  <a:lnTo>
                    <a:pt x="1232904" y="86132"/>
                  </a:lnTo>
                  <a:lnTo>
                    <a:pt x="1208026" y="57689"/>
                  </a:lnTo>
                  <a:lnTo>
                    <a:pt x="1208026" y="42206"/>
                  </a:lnTo>
                  <a:lnTo>
                    <a:pt x="1209401" y="35783"/>
                  </a:lnTo>
                  <a:lnTo>
                    <a:pt x="1211972" y="30054"/>
                  </a:lnTo>
                  <a:lnTo>
                    <a:pt x="1213426" y="26722"/>
                  </a:lnTo>
                  <a:lnTo>
                    <a:pt x="1229653" y="13533"/>
                  </a:lnTo>
                  <a:lnTo>
                    <a:pt x="1234279" y="11698"/>
                  </a:lnTo>
                  <a:lnTo>
                    <a:pt x="1239780" y="10895"/>
                  </a:lnTo>
                  <a:lnTo>
                    <a:pt x="1279184" y="10895"/>
                  </a:lnTo>
                  <a:lnTo>
                    <a:pt x="1277284" y="8716"/>
                  </a:lnTo>
                  <a:lnTo>
                    <a:pt x="1272534" y="5619"/>
                  </a:lnTo>
                  <a:lnTo>
                    <a:pt x="1266408" y="3440"/>
                  </a:lnTo>
                  <a:lnTo>
                    <a:pt x="1260407" y="1146"/>
                  </a:lnTo>
                  <a:lnTo>
                    <a:pt x="1253531" y="0"/>
                  </a:lnTo>
                  <a:close/>
                </a:path>
                <a:path w="1480820" h="99060">
                  <a:moveTo>
                    <a:pt x="1290286" y="48628"/>
                  </a:moveTo>
                  <a:lnTo>
                    <a:pt x="1246030" y="48628"/>
                  </a:lnTo>
                  <a:lnTo>
                    <a:pt x="1246030" y="59753"/>
                  </a:lnTo>
                  <a:lnTo>
                    <a:pt x="1276784" y="59753"/>
                  </a:lnTo>
                  <a:lnTo>
                    <a:pt x="1276784" y="77645"/>
                  </a:lnTo>
                  <a:lnTo>
                    <a:pt x="1252281" y="87508"/>
                  </a:lnTo>
                  <a:lnTo>
                    <a:pt x="1285441" y="87508"/>
                  </a:lnTo>
                  <a:lnTo>
                    <a:pt x="1290286" y="83953"/>
                  </a:lnTo>
                  <a:lnTo>
                    <a:pt x="1290286" y="48628"/>
                  </a:lnTo>
                  <a:close/>
                </a:path>
                <a:path w="1480820" h="99060">
                  <a:moveTo>
                    <a:pt x="1279184" y="10895"/>
                  </a:moveTo>
                  <a:lnTo>
                    <a:pt x="1251281" y="10895"/>
                  </a:lnTo>
                  <a:lnTo>
                    <a:pt x="1256157" y="11698"/>
                  </a:lnTo>
                  <a:lnTo>
                    <a:pt x="1260720" y="13533"/>
                  </a:lnTo>
                  <a:lnTo>
                    <a:pt x="1274541" y="26493"/>
                  </a:lnTo>
                  <a:lnTo>
                    <a:pt x="1274659" y="26722"/>
                  </a:lnTo>
                  <a:lnTo>
                    <a:pt x="1276284" y="31539"/>
                  </a:lnTo>
                  <a:lnTo>
                    <a:pt x="1288661" y="28443"/>
                  </a:lnTo>
                  <a:lnTo>
                    <a:pt x="1286910" y="22020"/>
                  </a:lnTo>
                  <a:lnTo>
                    <a:pt x="1284285" y="16744"/>
                  </a:lnTo>
                  <a:lnTo>
                    <a:pt x="1279184" y="10895"/>
                  </a:lnTo>
                  <a:close/>
                </a:path>
                <a:path w="1480820" h="99060">
                  <a:moveTo>
                    <a:pt x="1328166" y="1720"/>
                  </a:moveTo>
                  <a:lnTo>
                    <a:pt x="1314414" y="1720"/>
                  </a:lnTo>
                  <a:lnTo>
                    <a:pt x="1314414" y="97372"/>
                  </a:lnTo>
                  <a:lnTo>
                    <a:pt x="1328166" y="97372"/>
                  </a:lnTo>
                  <a:lnTo>
                    <a:pt x="1328166" y="52184"/>
                  </a:lnTo>
                  <a:lnTo>
                    <a:pt x="1396174" y="52184"/>
                  </a:lnTo>
                  <a:lnTo>
                    <a:pt x="1396174" y="40944"/>
                  </a:lnTo>
                  <a:lnTo>
                    <a:pt x="1328166" y="40944"/>
                  </a:lnTo>
                  <a:lnTo>
                    <a:pt x="1328166" y="1720"/>
                  </a:lnTo>
                  <a:close/>
                </a:path>
                <a:path w="1480820" h="99060">
                  <a:moveTo>
                    <a:pt x="1396174" y="52184"/>
                  </a:moveTo>
                  <a:lnTo>
                    <a:pt x="1382422" y="52184"/>
                  </a:lnTo>
                  <a:lnTo>
                    <a:pt x="1382422" y="97372"/>
                  </a:lnTo>
                  <a:lnTo>
                    <a:pt x="1396174" y="97372"/>
                  </a:lnTo>
                  <a:lnTo>
                    <a:pt x="1396174" y="52184"/>
                  </a:lnTo>
                  <a:close/>
                </a:path>
                <a:path w="1480820" h="99060">
                  <a:moveTo>
                    <a:pt x="1396174" y="1720"/>
                  </a:moveTo>
                  <a:lnTo>
                    <a:pt x="1382422" y="1720"/>
                  </a:lnTo>
                  <a:lnTo>
                    <a:pt x="1382422" y="40944"/>
                  </a:lnTo>
                  <a:lnTo>
                    <a:pt x="1396174" y="40944"/>
                  </a:lnTo>
                  <a:lnTo>
                    <a:pt x="1396174" y="1720"/>
                  </a:lnTo>
                  <a:close/>
                </a:path>
                <a:path w="1480820" h="99060">
                  <a:moveTo>
                    <a:pt x="1477154" y="37159"/>
                  </a:moveTo>
                  <a:lnTo>
                    <a:pt x="1461932" y="37159"/>
                  </a:lnTo>
                  <a:lnTo>
                    <a:pt x="1413926" y="87738"/>
                  </a:lnTo>
                  <a:lnTo>
                    <a:pt x="1413926" y="97372"/>
                  </a:lnTo>
                  <a:lnTo>
                    <a:pt x="1480810" y="97372"/>
                  </a:lnTo>
                  <a:lnTo>
                    <a:pt x="1480810" y="87738"/>
                  </a:lnTo>
                  <a:lnTo>
                    <a:pt x="1429678" y="87738"/>
                  </a:lnTo>
                  <a:lnTo>
                    <a:pt x="1437554" y="79709"/>
                  </a:lnTo>
                  <a:lnTo>
                    <a:pt x="1477154" y="37159"/>
                  </a:lnTo>
                  <a:close/>
                </a:path>
                <a:path w="1480820" h="99060">
                  <a:moveTo>
                    <a:pt x="1480810" y="87164"/>
                  </a:moveTo>
                  <a:lnTo>
                    <a:pt x="1440805" y="87164"/>
                  </a:lnTo>
                  <a:lnTo>
                    <a:pt x="1435429" y="87394"/>
                  </a:lnTo>
                  <a:lnTo>
                    <a:pt x="1429678" y="87738"/>
                  </a:lnTo>
                  <a:lnTo>
                    <a:pt x="1480810" y="87738"/>
                  </a:lnTo>
                  <a:lnTo>
                    <a:pt x="1480810" y="87164"/>
                  </a:lnTo>
                  <a:close/>
                </a:path>
                <a:path w="1480820" h="99060">
                  <a:moveTo>
                    <a:pt x="1478434" y="27984"/>
                  </a:moveTo>
                  <a:lnTo>
                    <a:pt x="1416802" y="27984"/>
                  </a:lnTo>
                  <a:lnTo>
                    <a:pt x="1416802" y="37503"/>
                  </a:lnTo>
                  <a:lnTo>
                    <a:pt x="1453869" y="37503"/>
                  </a:lnTo>
                  <a:lnTo>
                    <a:pt x="1461932" y="37159"/>
                  </a:lnTo>
                  <a:lnTo>
                    <a:pt x="1477154" y="37159"/>
                  </a:lnTo>
                  <a:lnTo>
                    <a:pt x="1478434" y="35783"/>
                  </a:lnTo>
                  <a:lnTo>
                    <a:pt x="1478434" y="279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63" y="6122987"/>
            <a:ext cx="12187555" cy="12700"/>
          </a:xfrm>
          <a:custGeom>
            <a:avLst/>
            <a:gdLst/>
            <a:ahLst/>
            <a:cxnLst/>
            <a:rect l="l" t="t" r="r" b="b"/>
            <a:pathLst>
              <a:path w="12187555" h="12700">
                <a:moveTo>
                  <a:pt x="12187236" y="0"/>
                </a:moveTo>
                <a:lnTo>
                  <a:pt x="0" y="0"/>
                </a:lnTo>
                <a:lnTo>
                  <a:pt x="0" y="12700"/>
                </a:lnTo>
                <a:lnTo>
                  <a:pt x="12187236" y="12700"/>
                </a:lnTo>
                <a:lnTo>
                  <a:pt x="12187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90344" y="1086548"/>
            <a:ext cx="7177405" cy="3335654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106045">
              <a:lnSpc>
                <a:spcPct val="150700"/>
              </a:lnSpc>
              <a:spcBef>
                <a:spcPts val="150"/>
              </a:spcBef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Fig.</a:t>
            </a:r>
            <a:r>
              <a:rPr dirty="0" u="sng" sz="1800" spc="-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4: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Figure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shows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constant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Scaling Factors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 constant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User </a:t>
            </a:r>
            <a:r>
              <a:rPr dirty="0" sz="1800">
                <a:latin typeface="Times New Roman"/>
                <a:cs typeface="Times New Roman"/>
              </a:rPr>
              <a:t>Fraction,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if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increases Band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Width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Spectral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efficiency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decreases,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here </a:t>
            </a:r>
            <a:r>
              <a:rPr dirty="0" sz="1800">
                <a:latin typeface="Times New Roman"/>
                <a:cs typeface="Times New Roman"/>
              </a:rPr>
              <a:t>lower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have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highest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BW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i.e.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200GHz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but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spectral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efficiency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less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as </a:t>
            </a:r>
            <a:r>
              <a:rPr dirty="0" sz="1800">
                <a:latin typeface="Times New Roman"/>
                <a:cs typeface="Times New Roman"/>
              </a:rPr>
              <a:t>compared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 </a:t>
            </a:r>
            <a:r>
              <a:rPr dirty="0" sz="1800" spc="-10">
                <a:latin typeface="Times New Roman"/>
                <a:cs typeface="Times New Roman"/>
              </a:rPr>
              <a:t>150GHz.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51200"/>
              </a:lnSpc>
            </a:pP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 other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hand,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constant Band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Width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 constant</a:t>
            </a:r>
            <a:r>
              <a:rPr dirty="0" sz="1800" spc="4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Fraction,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if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we </a:t>
            </a:r>
            <a:r>
              <a:rPr dirty="0" sz="1800">
                <a:latin typeface="Times New Roman"/>
                <a:cs typeface="Times New Roman"/>
              </a:rPr>
              <a:t>increase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Scaling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Factors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Spectral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Efficiency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(R)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increases,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here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yellow </a:t>
            </a:r>
            <a:r>
              <a:rPr dirty="0" sz="1800">
                <a:latin typeface="Times New Roman"/>
                <a:cs typeface="Times New Roman"/>
              </a:rPr>
              <a:t>line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more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Spectral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Efficiency(R).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1282" rIns="0" bIns="0" rtlCol="0" vert="horz">
            <a:spAutoFit/>
          </a:bodyPr>
          <a:lstStyle/>
          <a:p>
            <a:pPr marL="548005">
              <a:lnSpc>
                <a:spcPct val="100000"/>
              </a:lnSpc>
              <a:spcBef>
                <a:spcPts val="100"/>
              </a:spcBef>
            </a:pPr>
            <a:r>
              <a:rPr dirty="0" sz="2400" spc="-25"/>
              <a:t>ANALYSIS</a:t>
            </a:r>
            <a:r>
              <a:rPr dirty="0" sz="2400" spc="-65"/>
              <a:t> </a:t>
            </a:r>
            <a:r>
              <a:rPr dirty="0" sz="2400"/>
              <a:t>&amp;</a:t>
            </a:r>
            <a:r>
              <a:rPr dirty="0" sz="2400" spc="-40"/>
              <a:t> </a:t>
            </a:r>
            <a:r>
              <a:rPr dirty="0" sz="2400" spc="-10"/>
              <a:t>RESULTS</a:t>
            </a:r>
            <a:r>
              <a:rPr dirty="0" sz="1800" spc="-10"/>
              <a:t>: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633730" y="690562"/>
            <a:ext cx="7612380" cy="3070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System</a:t>
            </a:r>
            <a:r>
              <a:rPr dirty="0" u="sng" sz="1800" spc="-6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Parameters</a:t>
            </a:r>
            <a:r>
              <a:rPr dirty="0" u="sng" sz="1800" spc="-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Band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Widths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10MHz,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20MHz,</a:t>
            </a:r>
            <a:endParaRPr sz="1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20"/>
              </a:spcBef>
            </a:pPr>
            <a:r>
              <a:rPr dirty="0" sz="1800">
                <a:latin typeface="Arial MT"/>
                <a:cs typeface="Arial MT"/>
              </a:rPr>
              <a:t>Scaling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Factors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are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0.20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(blue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line)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,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0.22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(red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line) &amp;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0.24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(yellow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line)</a:t>
            </a:r>
            <a:endParaRPr sz="1800">
              <a:latin typeface="Arial MT"/>
              <a:cs typeface="Arial MT"/>
            </a:endParaRPr>
          </a:p>
          <a:p>
            <a:pPr marL="91440" indent="-88900">
              <a:lnSpc>
                <a:spcPct val="100000"/>
              </a:lnSpc>
              <a:spcBef>
                <a:spcPts val="15"/>
              </a:spcBef>
              <a:buSzPct val="94444"/>
              <a:buChar char="•"/>
              <a:tabLst>
                <a:tab pos="91440" algn="l"/>
              </a:tabLst>
            </a:pP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Widths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50GHz,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100GHz,</a:t>
            </a:r>
            <a:endParaRPr sz="1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20"/>
              </a:spcBef>
            </a:pPr>
            <a:r>
              <a:rPr dirty="0" sz="1800">
                <a:latin typeface="Arial MT"/>
                <a:cs typeface="Arial MT"/>
              </a:rPr>
              <a:t>Scaling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Factors are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0.5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(blue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line)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,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0.7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(red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line)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&amp; 0.8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(yellow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line)</a:t>
            </a:r>
            <a:endParaRPr sz="1800">
              <a:latin typeface="Arial MT"/>
              <a:cs typeface="Arial MT"/>
            </a:endParaRPr>
          </a:p>
          <a:p>
            <a:pPr marL="91440" indent="-88900">
              <a:lnSpc>
                <a:spcPts val="2135"/>
              </a:lnSpc>
              <a:spcBef>
                <a:spcPts val="15"/>
              </a:spcBef>
              <a:buSzPct val="94444"/>
              <a:buChar char="•"/>
              <a:tabLst>
                <a:tab pos="91440" algn="l"/>
              </a:tabLst>
            </a:pP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Band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Widths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100GHz,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150GHz,</a:t>
            </a:r>
            <a:endParaRPr sz="1800">
              <a:latin typeface="Arial MT"/>
              <a:cs typeface="Arial MT"/>
            </a:endParaRPr>
          </a:p>
          <a:p>
            <a:pPr marL="469900">
              <a:lnSpc>
                <a:spcPts val="2135"/>
              </a:lnSpc>
            </a:pPr>
            <a:r>
              <a:rPr dirty="0" sz="1800">
                <a:latin typeface="Arial MT"/>
                <a:cs typeface="Arial MT"/>
              </a:rPr>
              <a:t>Scaling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Factors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are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0.50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(blue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line)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,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0.55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(red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line) &amp;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0.60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(yellow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line)</a:t>
            </a:r>
            <a:endParaRPr sz="1800">
              <a:latin typeface="Arial MT"/>
              <a:cs typeface="Arial MT"/>
            </a:endParaRPr>
          </a:p>
          <a:p>
            <a:pPr marL="91440" indent="-88900">
              <a:lnSpc>
                <a:spcPct val="100000"/>
              </a:lnSpc>
              <a:spcBef>
                <a:spcPts val="20"/>
              </a:spcBef>
              <a:buSzPct val="94444"/>
              <a:buChar char="•"/>
              <a:tabLst>
                <a:tab pos="91440" algn="l"/>
              </a:tabLst>
            </a:pP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Band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Widths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150GHz,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200GHz,</a:t>
            </a:r>
            <a:endParaRPr sz="1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15"/>
              </a:spcBef>
            </a:pPr>
            <a:r>
              <a:rPr dirty="0" sz="1800">
                <a:latin typeface="Arial MT"/>
                <a:cs typeface="Arial MT"/>
              </a:rPr>
              <a:t>Scaling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Factors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are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0.10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(blue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line)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,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0.12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(red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line) &amp;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0.13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(yellow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line)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31130" y="1776476"/>
            <a:ext cx="768350" cy="209550"/>
          </a:xfrm>
          <a:custGeom>
            <a:avLst/>
            <a:gdLst/>
            <a:ahLst/>
            <a:cxnLst/>
            <a:rect l="l" t="t" r="r" b="b"/>
            <a:pathLst>
              <a:path w="768350" h="209550">
                <a:moveTo>
                  <a:pt x="768350" y="0"/>
                </a:moveTo>
                <a:lnTo>
                  <a:pt x="0" y="0"/>
                </a:lnTo>
                <a:lnTo>
                  <a:pt x="0" y="209550"/>
                </a:lnTo>
                <a:lnTo>
                  <a:pt x="768350" y="209550"/>
                </a:lnTo>
                <a:lnTo>
                  <a:pt x="76835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554217" y="1786001"/>
            <a:ext cx="692150" cy="152400"/>
          </a:xfrm>
          <a:custGeom>
            <a:avLst/>
            <a:gdLst/>
            <a:ahLst/>
            <a:cxnLst/>
            <a:rect l="l" t="t" r="r" b="b"/>
            <a:pathLst>
              <a:path w="692150" h="152400">
                <a:moveTo>
                  <a:pt x="692150" y="0"/>
                </a:moveTo>
                <a:lnTo>
                  <a:pt x="0" y="0"/>
                </a:lnTo>
                <a:lnTo>
                  <a:pt x="0" y="152400"/>
                </a:lnTo>
                <a:lnTo>
                  <a:pt x="692150" y="152400"/>
                </a:lnTo>
                <a:lnTo>
                  <a:pt x="69215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365747" y="1776476"/>
            <a:ext cx="106680" cy="161925"/>
          </a:xfrm>
          <a:custGeom>
            <a:avLst/>
            <a:gdLst/>
            <a:ahLst/>
            <a:cxnLst/>
            <a:rect l="l" t="t" r="r" b="b"/>
            <a:pathLst>
              <a:path w="106679" h="161925">
                <a:moveTo>
                  <a:pt x="106362" y="0"/>
                </a:moveTo>
                <a:lnTo>
                  <a:pt x="0" y="0"/>
                </a:lnTo>
                <a:lnTo>
                  <a:pt x="0" y="161925"/>
                </a:lnTo>
                <a:lnTo>
                  <a:pt x="106362" y="161925"/>
                </a:lnTo>
                <a:lnTo>
                  <a:pt x="10636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573646" y="1814576"/>
            <a:ext cx="198755" cy="123825"/>
          </a:xfrm>
          <a:custGeom>
            <a:avLst/>
            <a:gdLst/>
            <a:ahLst/>
            <a:cxnLst/>
            <a:rect l="l" t="t" r="r" b="b"/>
            <a:pathLst>
              <a:path w="198754" h="123825">
                <a:moveTo>
                  <a:pt x="198437" y="0"/>
                </a:moveTo>
                <a:lnTo>
                  <a:pt x="0" y="0"/>
                </a:lnTo>
                <a:lnTo>
                  <a:pt x="0" y="123825"/>
                </a:lnTo>
                <a:lnTo>
                  <a:pt x="198437" y="123825"/>
                </a:lnTo>
                <a:lnTo>
                  <a:pt x="198437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937247" y="1786001"/>
            <a:ext cx="146050" cy="152400"/>
          </a:xfrm>
          <a:custGeom>
            <a:avLst/>
            <a:gdLst/>
            <a:ahLst/>
            <a:cxnLst/>
            <a:rect l="l" t="t" r="r" b="b"/>
            <a:pathLst>
              <a:path w="146050" h="152400">
                <a:moveTo>
                  <a:pt x="146050" y="0"/>
                </a:moveTo>
                <a:lnTo>
                  <a:pt x="0" y="0"/>
                </a:lnTo>
                <a:lnTo>
                  <a:pt x="0" y="152400"/>
                </a:lnTo>
                <a:lnTo>
                  <a:pt x="146050" y="152400"/>
                </a:lnTo>
                <a:lnTo>
                  <a:pt x="14605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153402" y="1776476"/>
            <a:ext cx="106680" cy="161925"/>
          </a:xfrm>
          <a:custGeom>
            <a:avLst/>
            <a:gdLst/>
            <a:ahLst/>
            <a:cxnLst/>
            <a:rect l="l" t="t" r="r" b="b"/>
            <a:pathLst>
              <a:path w="106679" h="161925">
                <a:moveTo>
                  <a:pt x="106362" y="0"/>
                </a:moveTo>
                <a:lnTo>
                  <a:pt x="0" y="0"/>
                </a:lnTo>
                <a:lnTo>
                  <a:pt x="0" y="161925"/>
                </a:lnTo>
                <a:lnTo>
                  <a:pt x="106362" y="161925"/>
                </a:lnTo>
                <a:lnTo>
                  <a:pt x="10636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67578" y="3976751"/>
            <a:ext cx="390525" cy="152400"/>
          </a:xfrm>
          <a:custGeom>
            <a:avLst/>
            <a:gdLst/>
            <a:ahLst/>
            <a:cxnLst/>
            <a:rect l="l" t="t" r="r" b="b"/>
            <a:pathLst>
              <a:path w="390525" h="152400">
                <a:moveTo>
                  <a:pt x="390525" y="0"/>
                </a:moveTo>
                <a:lnTo>
                  <a:pt x="0" y="0"/>
                </a:lnTo>
                <a:lnTo>
                  <a:pt x="0" y="152400"/>
                </a:lnTo>
                <a:lnTo>
                  <a:pt x="390525" y="152400"/>
                </a:lnTo>
                <a:lnTo>
                  <a:pt x="39052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772403" y="3967226"/>
            <a:ext cx="106680" cy="161925"/>
          </a:xfrm>
          <a:custGeom>
            <a:avLst/>
            <a:gdLst/>
            <a:ahLst/>
            <a:cxnLst/>
            <a:rect l="l" t="t" r="r" b="b"/>
            <a:pathLst>
              <a:path w="106679" h="161925">
                <a:moveTo>
                  <a:pt x="106362" y="0"/>
                </a:moveTo>
                <a:lnTo>
                  <a:pt x="0" y="0"/>
                </a:lnTo>
                <a:lnTo>
                  <a:pt x="0" y="161925"/>
                </a:lnTo>
                <a:lnTo>
                  <a:pt x="106362" y="161925"/>
                </a:lnTo>
                <a:lnTo>
                  <a:pt x="10636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80429" y="4005326"/>
            <a:ext cx="198755" cy="123825"/>
          </a:xfrm>
          <a:custGeom>
            <a:avLst/>
            <a:gdLst/>
            <a:ahLst/>
            <a:cxnLst/>
            <a:rect l="l" t="t" r="r" b="b"/>
            <a:pathLst>
              <a:path w="198754" h="123825">
                <a:moveTo>
                  <a:pt x="198437" y="0"/>
                </a:moveTo>
                <a:lnTo>
                  <a:pt x="0" y="0"/>
                </a:lnTo>
                <a:lnTo>
                  <a:pt x="0" y="123825"/>
                </a:lnTo>
                <a:lnTo>
                  <a:pt x="198437" y="123825"/>
                </a:lnTo>
                <a:lnTo>
                  <a:pt x="198437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394703" y="3976751"/>
            <a:ext cx="158750" cy="152400"/>
          </a:xfrm>
          <a:custGeom>
            <a:avLst/>
            <a:gdLst/>
            <a:ahLst/>
            <a:cxnLst/>
            <a:rect l="l" t="t" r="r" b="b"/>
            <a:pathLst>
              <a:path w="158750" h="152400">
                <a:moveTo>
                  <a:pt x="158750" y="0"/>
                </a:moveTo>
                <a:lnTo>
                  <a:pt x="0" y="0"/>
                </a:lnTo>
                <a:lnTo>
                  <a:pt x="0" y="152400"/>
                </a:lnTo>
                <a:lnTo>
                  <a:pt x="158750" y="152400"/>
                </a:lnTo>
                <a:lnTo>
                  <a:pt x="15875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616954" y="3967226"/>
            <a:ext cx="106680" cy="161925"/>
          </a:xfrm>
          <a:custGeom>
            <a:avLst/>
            <a:gdLst/>
            <a:ahLst/>
            <a:cxnLst/>
            <a:rect l="l" t="t" r="r" b="b"/>
            <a:pathLst>
              <a:path w="106679" h="161925">
                <a:moveTo>
                  <a:pt x="106362" y="0"/>
                </a:moveTo>
                <a:lnTo>
                  <a:pt x="0" y="0"/>
                </a:lnTo>
                <a:lnTo>
                  <a:pt x="0" y="161925"/>
                </a:lnTo>
                <a:lnTo>
                  <a:pt x="106362" y="161925"/>
                </a:lnTo>
                <a:lnTo>
                  <a:pt x="10636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08012" y="3626167"/>
            <a:ext cx="6134100" cy="567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Impact</a:t>
            </a:r>
            <a:r>
              <a:rPr dirty="0" u="sng" sz="18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dirty="0" u="sng" sz="1800" spc="-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Band</a:t>
            </a:r>
            <a:r>
              <a:rPr dirty="0" u="sng" sz="1800" spc="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Width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on</a:t>
            </a:r>
            <a:r>
              <a:rPr dirty="0" u="sng" sz="1800" spc="-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Spectral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Efficiency</a:t>
            </a:r>
            <a:endParaRPr sz="1800">
              <a:latin typeface="Arial"/>
              <a:cs typeface="Arial"/>
            </a:endParaRPr>
          </a:p>
          <a:p>
            <a:pPr algn="r" marR="5080">
              <a:lnSpc>
                <a:spcPts val="2130"/>
              </a:lnSpc>
              <a:tabLst>
                <a:tab pos="1127125" algn="l"/>
              </a:tabLst>
            </a:pPr>
            <a:r>
              <a:rPr dirty="0" sz="1800">
                <a:latin typeface="Cambria Math"/>
                <a:cs typeface="Cambria Math"/>
              </a:rPr>
              <a:t>𝑩𝑾</a:t>
            </a:r>
            <a:r>
              <a:rPr dirty="0" sz="1800" spc="65">
                <a:latin typeface="Cambria Math"/>
                <a:cs typeface="Cambria Math"/>
              </a:rPr>
              <a:t>  </a:t>
            </a:r>
            <a:r>
              <a:rPr dirty="0" sz="1800">
                <a:latin typeface="Cambria Math"/>
                <a:cs typeface="Cambria Math"/>
              </a:rPr>
              <a:t>↑</a:t>
            </a:r>
            <a:r>
              <a:rPr dirty="0" sz="1800" spc="385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⇒</a:t>
            </a:r>
            <a:r>
              <a:rPr dirty="0" sz="1800">
                <a:latin typeface="Cambria Math"/>
                <a:cs typeface="Cambria Math"/>
              </a:rPr>
              <a:t>	𝑹</a:t>
            </a:r>
            <a:r>
              <a:rPr dirty="0" sz="1800" spc="95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8012" y="4169727"/>
            <a:ext cx="9806940" cy="853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1440" indent="-88900">
              <a:lnSpc>
                <a:spcPct val="100000"/>
              </a:lnSpc>
              <a:spcBef>
                <a:spcPts val="100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dirty="0" sz="1800" spc="-100">
                <a:latin typeface="Trebuchet MS"/>
                <a:cs typeface="Trebuchet MS"/>
              </a:rPr>
              <a:t>Two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 spc="-110">
                <a:latin typeface="Trebuchet MS"/>
                <a:cs typeface="Trebuchet MS"/>
              </a:rPr>
              <a:t>bandwidths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 spc="-130">
                <a:latin typeface="Trebuchet MS"/>
                <a:cs typeface="Trebuchet MS"/>
              </a:rPr>
              <a:t>are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10">
                <a:latin typeface="Trebuchet MS"/>
                <a:cs typeface="Trebuchet MS"/>
              </a:rPr>
              <a:t>considered:</a:t>
            </a:r>
            <a:r>
              <a:rPr dirty="0" sz="1800" spc="-155">
                <a:latin typeface="Trebuchet MS"/>
                <a:cs typeface="Trebuchet MS"/>
              </a:rPr>
              <a:t> </a:t>
            </a:r>
            <a:r>
              <a:rPr dirty="0" sz="1800" spc="-55" b="1">
                <a:latin typeface="Trebuchet MS"/>
                <a:cs typeface="Trebuchet MS"/>
              </a:rPr>
              <a:t>10</a:t>
            </a:r>
            <a:r>
              <a:rPr dirty="0" sz="1800" spc="-25" b="1">
                <a:latin typeface="Trebuchet MS"/>
                <a:cs typeface="Trebuchet MS"/>
              </a:rPr>
              <a:t> </a:t>
            </a:r>
            <a:r>
              <a:rPr dirty="0" sz="1800" spc="165" b="1">
                <a:latin typeface="Trebuchet MS"/>
                <a:cs typeface="Trebuchet MS"/>
              </a:rPr>
              <a:t>MHz</a:t>
            </a:r>
            <a:r>
              <a:rPr dirty="0" sz="1800" spc="-40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and</a:t>
            </a:r>
            <a:r>
              <a:rPr dirty="0" sz="1800" spc="-5" b="1">
                <a:latin typeface="Trebuchet MS"/>
                <a:cs typeface="Trebuchet MS"/>
              </a:rPr>
              <a:t> </a:t>
            </a:r>
            <a:r>
              <a:rPr dirty="0" sz="1800" spc="-55" b="1">
                <a:latin typeface="Trebuchet MS"/>
                <a:cs typeface="Trebuchet MS"/>
              </a:rPr>
              <a:t>20</a:t>
            </a:r>
            <a:r>
              <a:rPr dirty="0" sz="1800" spc="-25" b="1">
                <a:latin typeface="Trebuchet MS"/>
                <a:cs typeface="Trebuchet MS"/>
              </a:rPr>
              <a:t> </a:t>
            </a:r>
            <a:r>
              <a:rPr dirty="0" sz="1800" spc="165" b="1">
                <a:latin typeface="Trebuchet MS"/>
                <a:cs typeface="Trebuchet MS"/>
              </a:rPr>
              <a:t>MHz</a:t>
            </a:r>
            <a:r>
              <a:rPr dirty="0" sz="1800" spc="484" b="1">
                <a:latin typeface="Trebuchet MS"/>
                <a:cs typeface="Trebuchet MS"/>
              </a:rPr>
              <a:t> </a:t>
            </a:r>
            <a:r>
              <a:rPr dirty="0" sz="1800" spc="-35" b="1">
                <a:latin typeface="Trebuchet MS"/>
                <a:cs typeface="Trebuchet MS"/>
              </a:rPr>
              <a:t>(Fig.</a:t>
            </a:r>
            <a:r>
              <a:rPr dirty="0" sz="1800" spc="-200" b="1">
                <a:latin typeface="Trebuchet MS"/>
                <a:cs typeface="Trebuchet MS"/>
              </a:rPr>
              <a:t> </a:t>
            </a:r>
            <a:r>
              <a:rPr dirty="0" sz="1800" spc="-25" b="1">
                <a:latin typeface="Trebuchet MS"/>
                <a:cs typeface="Trebuchet MS"/>
              </a:rPr>
              <a:t>1)</a:t>
            </a:r>
            <a:endParaRPr sz="1800">
              <a:latin typeface="Trebuchet MS"/>
              <a:cs typeface="Trebuchet MS"/>
            </a:endParaRPr>
          </a:p>
          <a:p>
            <a:pPr marL="927735">
              <a:lnSpc>
                <a:spcPct val="100000"/>
              </a:lnSpc>
              <a:spcBef>
                <a:spcPts val="20"/>
              </a:spcBef>
            </a:pPr>
            <a:r>
              <a:rPr dirty="0" sz="1800" spc="-45">
                <a:latin typeface="Trebuchet MS"/>
                <a:cs typeface="Trebuchet MS"/>
              </a:rPr>
              <a:t>The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 spc="-110">
                <a:latin typeface="Trebuchet MS"/>
                <a:cs typeface="Trebuchet MS"/>
              </a:rPr>
              <a:t>spectral</a:t>
            </a:r>
            <a:r>
              <a:rPr dirty="0" sz="1800" spc="5">
                <a:latin typeface="Trebuchet MS"/>
                <a:cs typeface="Trebuchet MS"/>
              </a:rPr>
              <a:t> </a:t>
            </a:r>
            <a:r>
              <a:rPr dirty="0" sz="1800" spc="-150">
                <a:latin typeface="Trebuchet MS"/>
                <a:cs typeface="Trebuchet MS"/>
              </a:rPr>
              <a:t>efficiency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 spc="-105">
                <a:latin typeface="Trebuchet MS"/>
                <a:cs typeface="Trebuchet MS"/>
              </a:rPr>
              <a:t>decreases</a:t>
            </a:r>
            <a:r>
              <a:rPr dirty="0" sz="1800" spc="5">
                <a:latin typeface="Trebuchet MS"/>
                <a:cs typeface="Trebuchet MS"/>
              </a:rPr>
              <a:t> </a:t>
            </a:r>
            <a:r>
              <a:rPr dirty="0" sz="1800" spc="-130">
                <a:latin typeface="Trebuchet MS"/>
                <a:cs typeface="Trebuchet MS"/>
              </a:rPr>
              <a:t>as</a:t>
            </a:r>
            <a:r>
              <a:rPr dirty="0" sz="1800" spc="5">
                <a:latin typeface="Trebuchet MS"/>
                <a:cs typeface="Trebuchet MS"/>
              </a:rPr>
              <a:t> </a:t>
            </a:r>
            <a:r>
              <a:rPr dirty="0" sz="1800" spc="-114">
                <a:latin typeface="Trebuchet MS"/>
                <a:cs typeface="Trebuchet MS"/>
              </a:rPr>
              <a:t>bandwidth</a:t>
            </a:r>
            <a:r>
              <a:rPr dirty="0" sz="1800" spc="2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increases.</a:t>
            </a:r>
            <a:endParaRPr sz="1800">
              <a:latin typeface="Trebuchet MS"/>
              <a:cs typeface="Trebuchet MS"/>
            </a:endParaRPr>
          </a:p>
          <a:p>
            <a:pPr marL="927735">
              <a:lnSpc>
                <a:spcPct val="100000"/>
              </a:lnSpc>
              <a:spcBef>
                <a:spcPts val="20"/>
              </a:spcBef>
            </a:pPr>
            <a:r>
              <a:rPr dirty="0" sz="1800" spc="-20">
                <a:latin typeface="Trebuchet MS"/>
                <a:cs typeface="Trebuchet MS"/>
              </a:rPr>
              <a:t>For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 spc="-145">
                <a:latin typeface="Trebuchet MS"/>
                <a:cs typeface="Trebuchet MS"/>
              </a:rPr>
              <a:t>example:</a:t>
            </a:r>
            <a:r>
              <a:rPr dirty="0" sz="1800" spc="-3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At</a:t>
            </a:r>
            <a:r>
              <a:rPr dirty="0" sz="1800" spc="-75">
                <a:latin typeface="Trebuchet MS"/>
                <a:cs typeface="Trebuchet MS"/>
              </a:rPr>
              <a:t> </a:t>
            </a:r>
            <a:r>
              <a:rPr dirty="0" sz="1800" spc="-85">
                <a:latin typeface="Trebuchet MS"/>
                <a:cs typeface="Trebuchet MS"/>
              </a:rPr>
              <a:t>UF=0.5,</a:t>
            </a:r>
            <a:r>
              <a:rPr dirty="0" sz="1800" spc="-250">
                <a:latin typeface="Trebuchet MS"/>
                <a:cs typeface="Trebuchet MS"/>
              </a:rPr>
              <a:t> </a:t>
            </a:r>
            <a:r>
              <a:rPr dirty="0" sz="1800" spc="-110">
                <a:latin typeface="Trebuchet MS"/>
                <a:cs typeface="Trebuchet MS"/>
              </a:rPr>
              <a:t>the</a:t>
            </a:r>
            <a:r>
              <a:rPr dirty="0" sz="1800" spc="40">
                <a:latin typeface="Trebuchet MS"/>
                <a:cs typeface="Trebuchet MS"/>
              </a:rPr>
              <a:t> </a:t>
            </a:r>
            <a:r>
              <a:rPr dirty="0" sz="1800" spc="-65">
                <a:latin typeface="Trebuchet MS"/>
                <a:cs typeface="Trebuchet MS"/>
              </a:rPr>
              <a:t>20</a:t>
            </a:r>
            <a:r>
              <a:rPr dirty="0" sz="1800" spc="-8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MHz</a:t>
            </a:r>
            <a:r>
              <a:rPr dirty="0" sz="1800" spc="5">
                <a:latin typeface="Trebuchet MS"/>
                <a:cs typeface="Trebuchet MS"/>
              </a:rPr>
              <a:t> </a:t>
            </a:r>
            <a:r>
              <a:rPr dirty="0" sz="1800" spc="-80">
                <a:latin typeface="Trebuchet MS"/>
                <a:cs typeface="Trebuchet MS"/>
              </a:rPr>
              <a:t>curves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 spc="-120">
                <a:latin typeface="Trebuchet MS"/>
                <a:cs typeface="Trebuchet MS"/>
              </a:rPr>
              <a:t>are</a:t>
            </a:r>
            <a:r>
              <a:rPr dirty="0" sz="1800" spc="40">
                <a:latin typeface="Trebuchet MS"/>
                <a:cs typeface="Trebuchet MS"/>
              </a:rPr>
              <a:t> </a:t>
            </a:r>
            <a:r>
              <a:rPr dirty="0" sz="1800" spc="-100">
                <a:latin typeface="Trebuchet MS"/>
                <a:cs typeface="Trebuchet MS"/>
              </a:rPr>
              <a:t>bellow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 spc="-125">
                <a:latin typeface="Trebuchet MS"/>
                <a:cs typeface="Trebuchet MS"/>
              </a:rPr>
              <a:t>the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 spc="-65">
                <a:latin typeface="Trebuchet MS"/>
                <a:cs typeface="Trebuchet MS"/>
              </a:rPr>
              <a:t>10</a:t>
            </a:r>
            <a:r>
              <a:rPr dirty="0" sz="1800" spc="-80">
                <a:latin typeface="Trebuchet MS"/>
                <a:cs typeface="Trebuchet MS"/>
              </a:rPr>
              <a:t> </a:t>
            </a:r>
            <a:r>
              <a:rPr dirty="0" sz="1800" spc="65">
                <a:latin typeface="Trebuchet MS"/>
                <a:cs typeface="Trebuchet MS"/>
              </a:rPr>
              <a:t>MHz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 spc="-75">
                <a:latin typeface="Trebuchet MS"/>
                <a:cs typeface="Trebuchet MS"/>
              </a:rPr>
              <a:t>curves</a:t>
            </a:r>
            <a:r>
              <a:rPr dirty="0" sz="1800" spc="-95">
                <a:latin typeface="Trebuchet MS"/>
                <a:cs typeface="Trebuchet MS"/>
              </a:rPr>
              <a:t> </a:t>
            </a:r>
            <a:r>
              <a:rPr dirty="0" sz="1800" spc="-75">
                <a:latin typeface="Trebuchet MS"/>
                <a:cs typeface="Trebuchet MS"/>
              </a:rPr>
              <a:t>for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 spc="-150">
                <a:latin typeface="Trebuchet MS"/>
                <a:cs typeface="Trebuchet MS"/>
              </a:rPr>
              <a:t>all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 spc="-130">
                <a:latin typeface="Trebuchet MS"/>
                <a:cs typeface="Trebuchet MS"/>
              </a:rPr>
              <a:t>scaling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factors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4623180" y="316865"/>
            <a:ext cx="2579370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2750" spc="33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DISSCUSSION</a:t>
            </a:r>
            <a:endParaRPr sz="27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8012" y="841057"/>
            <a:ext cx="10781030" cy="25323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2390"/>
              </a:lnSpc>
              <a:spcBef>
                <a:spcPts val="125"/>
              </a:spcBef>
            </a:pPr>
            <a:r>
              <a:rPr dirty="0" u="sng" sz="2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Impact</a:t>
            </a:r>
            <a:r>
              <a:rPr dirty="0" u="sng" sz="2000" spc="-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dirty="0" u="sng" sz="2000" spc="-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Scaling</a:t>
            </a:r>
            <a:r>
              <a:rPr dirty="0" u="sng" sz="20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factor</a:t>
            </a:r>
            <a:r>
              <a:rPr dirty="0" u="sng" sz="2000" spc="-7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on</a:t>
            </a:r>
            <a:r>
              <a:rPr dirty="0" u="sng" sz="2000" spc="-7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Spectral </a:t>
            </a:r>
            <a:r>
              <a:rPr dirty="0" u="sng" sz="2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Efficiency</a:t>
            </a:r>
            <a:endParaRPr sz="2000">
              <a:latin typeface="Arial"/>
              <a:cs typeface="Arial"/>
            </a:endParaRPr>
          </a:p>
          <a:p>
            <a:pPr marL="12700" marR="5080" indent="-10160">
              <a:lnSpc>
                <a:spcPts val="2180"/>
              </a:lnSpc>
              <a:spcBef>
                <a:spcPts val="45"/>
              </a:spcBef>
              <a:buSzPct val="94444"/>
              <a:buChar char="•"/>
              <a:tabLst>
                <a:tab pos="91440" algn="l"/>
              </a:tabLst>
            </a:pPr>
            <a:r>
              <a:rPr dirty="0" sz="180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Scaling</a:t>
            </a:r>
            <a:r>
              <a:rPr dirty="0" sz="1800" spc="27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factors</a:t>
            </a:r>
            <a:r>
              <a:rPr dirty="0" sz="1800" spc="2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directly</a:t>
            </a:r>
            <a:r>
              <a:rPr dirty="0" sz="1800" spc="2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affect</a:t>
            </a:r>
            <a:r>
              <a:rPr dirty="0" sz="1800" spc="2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spectral</a:t>
            </a:r>
            <a:r>
              <a:rPr dirty="0" sz="1800" spc="2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efficiency</a:t>
            </a:r>
            <a:r>
              <a:rPr dirty="0" sz="1800" spc="2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(bits</a:t>
            </a:r>
            <a:r>
              <a:rPr dirty="0" sz="1800" spc="28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per</a:t>
            </a:r>
            <a:r>
              <a:rPr dirty="0" sz="1800" spc="229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second</a:t>
            </a:r>
            <a:r>
              <a:rPr dirty="0" sz="1800" spc="2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per</a:t>
            </a:r>
            <a:r>
              <a:rPr dirty="0" sz="1800" spc="2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Hz).</a:t>
            </a:r>
            <a:r>
              <a:rPr dirty="0" sz="1800" spc="25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Higher</a:t>
            </a:r>
            <a:r>
              <a:rPr dirty="0" sz="1800" spc="2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scaling</a:t>
            </a:r>
            <a:r>
              <a:rPr dirty="0" sz="1800" spc="28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factors</a:t>
            </a:r>
            <a:r>
              <a:rPr dirty="0" sz="1800" spc="25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allow </a:t>
            </a:r>
            <a:r>
              <a:rPr dirty="0" sz="1800">
                <a:latin typeface="Arial MT"/>
                <a:cs typeface="Arial MT"/>
              </a:rPr>
              <a:t>more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information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transmitted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within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given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bandwidth.</a:t>
            </a:r>
            <a:endParaRPr sz="1800">
              <a:latin typeface="Arial MT"/>
              <a:cs typeface="Arial MT"/>
            </a:endParaRPr>
          </a:p>
          <a:p>
            <a:pPr marL="4126229">
              <a:lnSpc>
                <a:spcPts val="2100"/>
              </a:lnSpc>
              <a:tabLst>
                <a:tab pos="6334125" algn="l"/>
                <a:tab pos="7183755" algn="l"/>
              </a:tabLst>
            </a:pPr>
            <a:r>
              <a:rPr dirty="0" sz="1800">
                <a:latin typeface="Cambria Math"/>
                <a:cs typeface="Cambria Math"/>
              </a:rPr>
              <a:t>𝑆𝑐𝑎𝑙𝑖𝑛𝑔</a:t>
            </a:r>
            <a:r>
              <a:rPr dirty="0" sz="1800" spc="1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𝐹𝑎𝑐𝑡𝑜𝑟</a:t>
            </a:r>
            <a:r>
              <a:rPr dirty="0" sz="1800" spc="60">
                <a:latin typeface="Cambria Math"/>
                <a:cs typeface="Cambria Math"/>
              </a:rPr>
              <a:t>  </a:t>
            </a:r>
            <a:r>
              <a:rPr dirty="0" sz="1800">
                <a:latin typeface="Cambria Math"/>
                <a:cs typeface="Cambria Math"/>
              </a:rPr>
              <a:t>↑</a:t>
            </a:r>
            <a:r>
              <a:rPr dirty="0" sz="1800" spc="365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⇒</a:t>
            </a:r>
            <a:r>
              <a:rPr dirty="0" sz="1800">
                <a:latin typeface="Cambria Math"/>
                <a:cs typeface="Cambria Math"/>
              </a:rPr>
              <a:t>	𝑅</a:t>
            </a:r>
            <a:r>
              <a:rPr dirty="0" sz="1800" spc="145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↑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baseline="3086" sz="2700" spc="-142">
                <a:latin typeface="Trebuchet MS"/>
                <a:cs typeface="Trebuchet MS"/>
              </a:rPr>
              <a:t>(constant</a:t>
            </a:r>
            <a:r>
              <a:rPr dirty="0" baseline="3086" sz="2700" spc="22">
                <a:latin typeface="Trebuchet MS"/>
                <a:cs typeface="Trebuchet MS"/>
              </a:rPr>
              <a:t> </a:t>
            </a:r>
            <a:r>
              <a:rPr dirty="0" baseline="3086" sz="2700" spc="-142">
                <a:latin typeface="Trebuchet MS"/>
                <a:cs typeface="Trebuchet MS"/>
              </a:rPr>
              <a:t>U</a:t>
            </a:r>
            <a:r>
              <a:rPr dirty="0" baseline="4629" sz="1800" spc="-142">
                <a:latin typeface="Trebuchet MS"/>
                <a:cs typeface="Trebuchet MS"/>
              </a:rPr>
              <a:t>F</a:t>
            </a:r>
            <a:r>
              <a:rPr dirty="0" baseline="3086" sz="2700" spc="-142">
                <a:latin typeface="Trebuchet MS"/>
                <a:cs typeface="Trebuchet MS"/>
              </a:rPr>
              <a:t>,</a:t>
            </a:r>
            <a:r>
              <a:rPr dirty="0" baseline="3086" sz="2700" spc="-247">
                <a:latin typeface="Trebuchet MS"/>
                <a:cs typeface="Trebuchet MS"/>
              </a:rPr>
              <a:t> </a:t>
            </a:r>
            <a:r>
              <a:rPr dirty="0" baseline="3086" sz="2700" spc="-142">
                <a:latin typeface="Trebuchet MS"/>
                <a:cs typeface="Trebuchet MS"/>
              </a:rPr>
              <a:t>constant</a:t>
            </a:r>
            <a:r>
              <a:rPr dirty="0" baseline="3086" sz="2700" spc="-89">
                <a:latin typeface="Trebuchet MS"/>
                <a:cs typeface="Trebuchet MS"/>
              </a:rPr>
              <a:t> </a:t>
            </a:r>
            <a:r>
              <a:rPr dirty="0" baseline="3086" sz="2700" spc="89">
                <a:latin typeface="Trebuchet MS"/>
                <a:cs typeface="Trebuchet MS"/>
              </a:rPr>
              <a:t>BW)</a:t>
            </a:r>
            <a:endParaRPr baseline="3086" sz="2700">
              <a:latin typeface="Trebuchet MS"/>
              <a:cs typeface="Trebuchet MS"/>
            </a:endParaRPr>
          </a:p>
          <a:p>
            <a:pPr marL="91440" indent="-88900">
              <a:lnSpc>
                <a:spcPct val="100000"/>
              </a:lnSpc>
              <a:spcBef>
                <a:spcPts val="15"/>
              </a:spcBef>
              <a:buSzPct val="94444"/>
              <a:buChar char="•"/>
              <a:tabLst>
                <a:tab pos="91440" algn="l"/>
              </a:tabLst>
            </a:pPr>
            <a:r>
              <a:rPr dirty="0" sz="1800">
                <a:latin typeface="Arial MT"/>
                <a:cs typeface="Arial MT"/>
              </a:rPr>
              <a:t>According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figure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(graphs)</a:t>
            </a:r>
            <a:endParaRPr sz="1800">
              <a:latin typeface="Arial MT"/>
              <a:cs typeface="Arial MT"/>
            </a:endParaRPr>
          </a:p>
          <a:p>
            <a:pPr lvl="1" marL="756285" indent="-286385">
              <a:lnSpc>
                <a:spcPts val="2130"/>
              </a:lnSpc>
              <a:spcBef>
                <a:spcPts val="2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Fig.</a:t>
            </a:r>
            <a:r>
              <a:rPr dirty="0" u="sng" sz="1800" spc="-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Bandwidths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=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10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MHz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20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MHz</a:t>
            </a:r>
            <a:endParaRPr sz="1800">
              <a:latin typeface="Arial MT"/>
              <a:cs typeface="Arial MT"/>
            </a:endParaRPr>
          </a:p>
          <a:p>
            <a:pPr marL="927735">
              <a:lnSpc>
                <a:spcPts val="2130"/>
              </a:lnSpc>
            </a:pPr>
            <a:r>
              <a:rPr dirty="0" sz="1800">
                <a:latin typeface="Arial MT"/>
                <a:cs typeface="Arial MT"/>
              </a:rPr>
              <a:t>Curves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are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plotted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scaling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factors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 </a:t>
            </a:r>
            <a:r>
              <a:rPr dirty="0" sz="1800" b="1">
                <a:latin typeface="Arial"/>
                <a:cs typeface="Arial"/>
              </a:rPr>
              <a:t>0.20,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0.22,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and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0.24</a:t>
            </a:r>
            <a:r>
              <a:rPr dirty="0" sz="1800" spc="-1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927735">
              <a:lnSpc>
                <a:spcPct val="100000"/>
              </a:lnSpc>
              <a:spcBef>
                <a:spcPts val="20"/>
              </a:spcBef>
            </a:pPr>
            <a:r>
              <a:rPr dirty="0" sz="1800">
                <a:latin typeface="Arial MT"/>
                <a:cs typeface="Arial MT"/>
              </a:rPr>
              <a:t>At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UF=0.5,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yellow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curve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(0.24)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achieves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highest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spectral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efficiency.</a:t>
            </a:r>
            <a:endParaRPr sz="18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20"/>
              </a:spcBef>
              <a:buChar char="•"/>
              <a:tabLst>
                <a:tab pos="756285" algn="l"/>
              </a:tabLst>
            </a:pPr>
            <a:r>
              <a:rPr dirty="0" sz="1800" spc="-10">
                <a:latin typeface="Arial MT"/>
                <a:cs typeface="Arial MT"/>
              </a:rPr>
              <a:t>Similarly,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say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remaining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three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fig.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79384" y="3809682"/>
            <a:ext cx="34804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95">
                <a:latin typeface="Trebuchet MS"/>
                <a:cs typeface="Trebuchet MS"/>
              </a:rPr>
              <a:t>(constant</a:t>
            </a:r>
            <a:r>
              <a:rPr dirty="0" sz="1800" spc="15">
                <a:latin typeface="Trebuchet MS"/>
                <a:cs typeface="Trebuchet MS"/>
              </a:rPr>
              <a:t> </a:t>
            </a:r>
            <a:r>
              <a:rPr dirty="0" sz="1800" spc="-95">
                <a:latin typeface="Trebuchet MS"/>
                <a:cs typeface="Trebuchet MS"/>
              </a:rPr>
              <a:t>U</a:t>
            </a:r>
            <a:r>
              <a:rPr dirty="0" sz="1200" spc="-95">
                <a:latin typeface="Trebuchet MS"/>
                <a:cs typeface="Trebuchet MS"/>
              </a:rPr>
              <a:t>F</a:t>
            </a:r>
            <a:r>
              <a:rPr dirty="0" sz="1800" spc="-95">
                <a:latin typeface="Trebuchet MS"/>
                <a:cs typeface="Trebuchet MS"/>
              </a:rPr>
              <a:t>,</a:t>
            </a:r>
            <a:r>
              <a:rPr dirty="0" sz="1800" spc="-165">
                <a:latin typeface="Trebuchet MS"/>
                <a:cs typeface="Trebuchet MS"/>
              </a:rPr>
              <a:t> </a:t>
            </a:r>
            <a:r>
              <a:rPr dirty="0" sz="1800" spc="-95">
                <a:latin typeface="Trebuchet MS"/>
                <a:cs typeface="Trebuchet MS"/>
              </a:rPr>
              <a:t>constant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 spc="-114">
                <a:latin typeface="Trebuchet MS"/>
                <a:cs typeface="Trebuchet MS"/>
              </a:rPr>
              <a:t>Scaling</a:t>
            </a:r>
            <a:r>
              <a:rPr dirty="0" sz="1800" spc="-80">
                <a:latin typeface="Trebuchet MS"/>
                <a:cs typeface="Trebuchet MS"/>
              </a:rPr>
              <a:t> </a:t>
            </a:r>
            <a:r>
              <a:rPr dirty="0" sz="1800" spc="-45">
                <a:latin typeface="Trebuchet MS"/>
                <a:cs typeface="Trebuchet MS"/>
              </a:rPr>
              <a:t>Factor)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84450" y="631761"/>
            <a:ext cx="5179695" cy="3346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/>
              <a:t>6G</a:t>
            </a:r>
            <a:r>
              <a:rPr dirty="0" sz="2000" spc="-20"/>
              <a:t> </a:t>
            </a:r>
            <a:r>
              <a:rPr dirty="0" sz="2000"/>
              <a:t>System</a:t>
            </a:r>
            <a:r>
              <a:rPr dirty="0" sz="2000" spc="-20"/>
              <a:t> </a:t>
            </a:r>
            <a:r>
              <a:rPr dirty="0" sz="2000"/>
              <a:t>Model</a:t>
            </a:r>
            <a:r>
              <a:rPr dirty="0" sz="2000" spc="-55"/>
              <a:t> </a:t>
            </a:r>
            <a:r>
              <a:rPr dirty="0" sz="2000"/>
              <a:t>for</a:t>
            </a:r>
            <a:r>
              <a:rPr dirty="0" sz="2000" spc="-65"/>
              <a:t> </a:t>
            </a:r>
            <a:r>
              <a:rPr dirty="0" sz="2000"/>
              <a:t>Different</a:t>
            </a:r>
            <a:r>
              <a:rPr dirty="0" sz="2000" spc="-15"/>
              <a:t> </a:t>
            </a:r>
            <a:r>
              <a:rPr dirty="0" sz="2000" spc="-10"/>
              <a:t>Bandwidths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419417" y="888936"/>
            <a:ext cx="7793990" cy="4688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075" indent="-88900">
              <a:lnSpc>
                <a:spcPts val="2130"/>
              </a:lnSpc>
              <a:spcBef>
                <a:spcPts val="100"/>
              </a:spcBef>
              <a:buSzPct val="94444"/>
              <a:buFont typeface="Arial MT"/>
              <a:buChar char="•"/>
              <a:tabLst>
                <a:tab pos="92075" algn="l"/>
              </a:tabLst>
            </a:pPr>
            <a:r>
              <a:rPr dirty="0" sz="1800" b="1">
                <a:latin typeface="Arial"/>
                <a:cs typeface="Arial"/>
              </a:rPr>
              <a:t>Frequency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Bands</a:t>
            </a:r>
            <a:r>
              <a:rPr dirty="0" sz="1800" spc="-1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lvl="1" marL="549275" indent="-88900">
              <a:lnSpc>
                <a:spcPts val="2130"/>
              </a:lnSpc>
              <a:buSzPct val="94444"/>
              <a:buChar char="•"/>
              <a:tabLst>
                <a:tab pos="549275" algn="l"/>
              </a:tabLst>
            </a:pPr>
            <a:r>
              <a:rPr dirty="0" sz="1800">
                <a:latin typeface="Arial MT"/>
                <a:cs typeface="Arial MT"/>
              </a:rPr>
              <a:t>GHz </a:t>
            </a:r>
            <a:r>
              <a:rPr dirty="0" sz="1800" spc="-10">
                <a:latin typeface="Arial MT"/>
                <a:cs typeface="Arial MT"/>
              </a:rPr>
              <a:t>(50-</a:t>
            </a:r>
            <a:r>
              <a:rPr dirty="0" sz="1800">
                <a:latin typeface="Arial MT"/>
                <a:cs typeface="Arial MT"/>
              </a:rPr>
              <a:t>200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GHz):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b="1">
                <a:latin typeface="Arial"/>
                <a:cs typeface="Arial"/>
              </a:rPr>
              <a:t>Fast</a:t>
            </a:r>
            <a:r>
              <a:rPr dirty="0" sz="1800">
                <a:latin typeface="Arial MT"/>
                <a:cs typeface="Arial MT"/>
              </a:rPr>
              <a:t>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10" b="1">
                <a:latin typeface="Arial"/>
                <a:cs typeface="Arial"/>
              </a:rPr>
              <a:t>short-</a:t>
            </a:r>
            <a:r>
              <a:rPr dirty="0" sz="1800" b="1">
                <a:latin typeface="Arial"/>
                <a:cs typeface="Arial"/>
              </a:rPr>
              <a:t>range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communication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b="1">
                <a:latin typeface="Arial"/>
                <a:cs typeface="Arial"/>
              </a:rPr>
              <a:t>urban </a:t>
            </a:r>
            <a:r>
              <a:rPr dirty="0" sz="1800" spc="-10">
                <a:latin typeface="Arial MT"/>
                <a:cs typeface="Arial MT"/>
              </a:rPr>
              <a:t>areas.</a:t>
            </a:r>
            <a:endParaRPr sz="1800">
              <a:latin typeface="Arial MT"/>
              <a:cs typeface="Arial MT"/>
            </a:endParaRPr>
          </a:p>
          <a:p>
            <a:pPr lvl="1" marL="549275" indent="-88900">
              <a:lnSpc>
                <a:spcPct val="100000"/>
              </a:lnSpc>
              <a:spcBef>
                <a:spcPts val="20"/>
              </a:spcBef>
              <a:buSzPct val="94444"/>
              <a:buChar char="•"/>
              <a:tabLst>
                <a:tab pos="549275" algn="l"/>
              </a:tabLst>
            </a:pPr>
            <a:r>
              <a:rPr dirty="0" sz="1800">
                <a:latin typeface="Arial MT"/>
                <a:cs typeface="Arial MT"/>
              </a:rPr>
              <a:t>MHz </a:t>
            </a:r>
            <a:r>
              <a:rPr dirty="0" sz="1800" spc="-10">
                <a:latin typeface="Arial MT"/>
                <a:cs typeface="Arial MT"/>
              </a:rPr>
              <a:t>(10-</a:t>
            </a:r>
            <a:r>
              <a:rPr dirty="0" sz="1800">
                <a:latin typeface="Arial MT"/>
                <a:cs typeface="Arial MT"/>
              </a:rPr>
              <a:t>20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MHz):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 b="1">
                <a:latin typeface="Arial"/>
                <a:cs typeface="Arial"/>
              </a:rPr>
              <a:t>Long-</a:t>
            </a:r>
            <a:r>
              <a:rPr dirty="0" sz="1800" b="1">
                <a:latin typeface="Arial"/>
                <a:cs typeface="Arial"/>
              </a:rPr>
              <a:t>range</a:t>
            </a:r>
            <a:r>
              <a:rPr dirty="0" sz="1800">
                <a:latin typeface="Arial MT"/>
                <a:cs typeface="Arial MT"/>
              </a:rPr>
              <a:t>,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dependable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communication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 b="1">
                <a:latin typeface="Arial"/>
                <a:cs typeface="Arial"/>
              </a:rPr>
              <a:t>rural</a:t>
            </a:r>
            <a:endParaRPr sz="1800">
              <a:latin typeface="Arial"/>
              <a:cs typeface="Arial"/>
            </a:endParaRPr>
          </a:p>
          <a:p>
            <a:pPr marL="470534">
              <a:lnSpc>
                <a:spcPct val="100000"/>
              </a:lnSpc>
              <a:spcBef>
                <a:spcPts val="20"/>
              </a:spcBef>
            </a:pPr>
            <a:r>
              <a:rPr dirty="0" sz="1800" spc="-10">
                <a:latin typeface="Arial MT"/>
                <a:cs typeface="Arial MT"/>
              </a:rPr>
              <a:t>areas.</a:t>
            </a:r>
            <a:endParaRPr sz="1800">
              <a:latin typeface="Arial MT"/>
              <a:cs typeface="Arial MT"/>
            </a:endParaRPr>
          </a:p>
          <a:p>
            <a:pPr marL="12700" marR="339725" indent="-9525">
              <a:lnSpc>
                <a:spcPct val="100800"/>
              </a:lnSpc>
              <a:buSzPct val="94444"/>
              <a:buFont typeface="Arial MT"/>
              <a:buChar char="•"/>
              <a:tabLst>
                <a:tab pos="92075" algn="l"/>
              </a:tabLst>
            </a:pPr>
            <a:r>
              <a:rPr dirty="0" sz="1800" b="1">
                <a:latin typeface="Arial"/>
                <a:cs typeface="Arial"/>
              </a:rPr>
              <a:t>	</a:t>
            </a:r>
            <a:r>
              <a:rPr dirty="0" sz="1800" b="1">
                <a:latin typeface="Arial"/>
                <a:cs typeface="Arial"/>
              </a:rPr>
              <a:t>Scaling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Factor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10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Adjusts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performance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based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power,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range,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 </a:t>
            </a:r>
            <a:r>
              <a:rPr dirty="0" sz="1800" spc="-10">
                <a:latin typeface="Arial MT"/>
                <a:cs typeface="Arial MT"/>
              </a:rPr>
              <a:t>signal </a:t>
            </a:r>
            <a:r>
              <a:rPr dirty="0" sz="1800">
                <a:latin typeface="Arial MT"/>
                <a:cs typeface="Arial MT"/>
              </a:rPr>
              <a:t>travel;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higher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GHz,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lower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MHz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92075" indent="-88900">
              <a:lnSpc>
                <a:spcPts val="2105"/>
              </a:lnSpc>
              <a:buSzPct val="94444"/>
              <a:buFont typeface="Arial MT"/>
              <a:buChar char="•"/>
              <a:tabLst>
                <a:tab pos="92075" algn="l"/>
              </a:tabLst>
            </a:pPr>
            <a:r>
              <a:rPr dirty="0" sz="1800" b="1">
                <a:latin typeface="Arial"/>
                <a:cs typeface="Arial"/>
              </a:rPr>
              <a:t>User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Fraction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GHz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 dense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areas,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MHz for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narrow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areas.</a:t>
            </a:r>
            <a:endParaRPr sz="1800">
              <a:latin typeface="Arial MT"/>
              <a:cs typeface="Arial MT"/>
            </a:endParaRPr>
          </a:p>
          <a:p>
            <a:pPr marL="12700" marR="342265" indent="-9525">
              <a:lnSpc>
                <a:spcPts val="2180"/>
              </a:lnSpc>
              <a:spcBef>
                <a:spcPts val="75"/>
              </a:spcBef>
              <a:buSzPct val="94444"/>
              <a:buFont typeface="Arial MT"/>
              <a:buChar char="•"/>
              <a:tabLst>
                <a:tab pos="92075" algn="l"/>
              </a:tabLst>
            </a:pPr>
            <a:r>
              <a:rPr dirty="0" sz="1800" b="1">
                <a:latin typeface="Arial"/>
                <a:cs typeface="Arial"/>
              </a:rPr>
              <a:t>	</a:t>
            </a:r>
            <a:r>
              <a:rPr dirty="0" sz="1800" b="1">
                <a:latin typeface="Arial"/>
                <a:cs typeface="Arial"/>
              </a:rPr>
              <a:t>Spectral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Efficiency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GHz offers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high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data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efficiency,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MHz is simpler </a:t>
            </a:r>
            <a:r>
              <a:rPr dirty="0" sz="1800" spc="-20">
                <a:latin typeface="Arial MT"/>
                <a:cs typeface="Arial MT"/>
              </a:rPr>
              <a:t>with </a:t>
            </a:r>
            <a:r>
              <a:rPr dirty="0" sz="1800">
                <a:latin typeface="Arial MT"/>
                <a:cs typeface="Arial MT"/>
              </a:rPr>
              <a:t>lower</a:t>
            </a:r>
            <a:r>
              <a:rPr dirty="0" sz="1800" spc="-10">
                <a:latin typeface="Arial MT"/>
                <a:cs typeface="Arial MT"/>
              </a:rPr>
              <a:t> efficiency.</a:t>
            </a:r>
            <a:endParaRPr sz="1800">
              <a:latin typeface="Arial MT"/>
              <a:cs typeface="Arial MT"/>
            </a:endParaRPr>
          </a:p>
          <a:p>
            <a:pPr marL="92075" indent="-88900">
              <a:lnSpc>
                <a:spcPts val="2100"/>
              </a:lnSpc>
              <a:buSzPct val="94444"/>
              <a:buFont typeface="Arial MT"/>
              <a:buChar char="•"/>
              <a:tabLst>
                <a:tab pos="92075" algn="l"/>
              </a:tabLst>
            </a:pPr>
            <a:r>
              <a:rPr dirty="0" sz="1800" spc="-10" b="1">
                <a:latin typeface="Arial"/>
                <a:cs typeface="Arial"/>
              </a:rPr>
              <a:t>MATLAB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Simulation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Models</a:t>
            </a:r>
            <a:r>
              <a:rPr dirty="0" sz="1800" spc="-7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how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bandwidth,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user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distribution,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and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800">
                <a:latin typeface="Arial MT"/>
                <a:cs typeface="Arial MT"/>
              </a:rPr>
              <a:t>efficiency</a:t>
            </a:r>
            <a:r>
              <a:rPr dirty="0" sz="1800" spc="-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interact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different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scenarios.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Arial MT"/>
              <a:cs typeface="Arial MT"/>
            </a:endParaRPr>
          </a:p>
          <a:p>
            <a:pPr marL="12700" marR="111125">
              <a:lnSpc>
                <a:spcPct val="100000"/>
              </a:lnSpc>
            </a:pP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image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highlights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key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features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6G</a:t>
            </a:r>
            <a:r>
              <a:rPr dirty="0" sz="1800" spc="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system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ultra-</a:t>
            </a:r>
            <a:r>
              <a:rPr dirty="0" sz="1800">
                <a:latin typeface="Arial MT"/>
                <a:cs typeface="Arial MT"/>
              </a:rPr>
              <a:t>high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bandwidth, </a:t>
            </a:r>
            <a:r>
              <a:rPr dirty="0" sz="1800">
                <a:latin typeface="Arial MT"/>
                <a:cs typeface="Arial MT"/>
              </a:rPr>
              <a:t>precision,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performance,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energy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efficiency,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massive</a:t>
            </a:r>
            <a:r>
              <a:rPr dirty="0" sz="1800" spc="-10">
                <a:latin typeface="Arial MT"/>
                <a:cs typeface="Arial MT"/>
              </a:rPr>
              <a:t> connectivity,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and </a:t>
            </a:r>
            <a:r>
              <a:rPr dirty="0" sz="1800">
                <a:latin typeface="Arial MT"/>
                <a:cs typeface="Arial MT"/>
              </a:rPr>
              <a:t>intelligence.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These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characteristics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aim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revolutionize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wireless </a:t>
            </a:r>
            <a:r>
              <a:rPr dirty="0" sz="1800">
                <a:latin typeface="Arial MT"/>
                <a:cs typeface="Arial MT"/>
              </a:rPr>
              <a:t>communication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enable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future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faster,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more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reliable,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intelligent networks.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Explainer - What is 6G network? What are its advantages? | 6G Network | 5G  network | mobile phone | Internet | communication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2950" y="1200150"/>
            <a:ext cx="3667125" cy="36385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47845" y="271780"/>
            <a:ext cx="3021965" cy="518159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415">
                <a:latin typeface="Trebuchet MS"/>
                <a:cs typeface="Trebuchet MS"/>
              </a:rPr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 marR="5080">
              <a:lnSpc>
                <a:spcPct val="150700"/>
              </a:lnSpc>
              <a:spcBef>
                <a:spcPts val="145"/>
              </a:spcBef>
            </a:pPr>
            <a:r>
              <a:rPr dirty="0"/>
              <a:t>In the final</a:t>
            </a:r>
            <a:r>
              <a:rPr dirty="0" spc="5"/>
              <a:t> </a:t>
            </a:r>
            <a:r>
              <a:rPr dirty="0"/>
              <a:t>analysis,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5"/>
              <a:t> </a:t>
            </a:r>
            <a:r>
              <a:rPr dirty="0" spc="-30"/>
              <a:t>MATLAB-</a:t>
            </a:r>
            <a:r>
              <a:rPr dirty="0"/>
              <a:t>plotted graphs</a:t>
            </a:r>
            <a:r>
              <a:rPr dirty="0" spc="30"/>
              <a:t> </a:t>
            </a:r>
            <a:r>
              <a:rPr dirty="0"/>
              <a:t>for</a:t>
            </a:r>
            <a:r>
              <a:rPr dirty="0" spc="-50"/>
              <a:t> </a:t>
            </a:r>
            <a:r>
              <a:rPr dirty="0"/>
              <a:t>bandwidths</a:t>
            </a:r>
            <a:r>
              <a:rPr dirty="0" spc="-50"/>
              <a:t> </a:t>
            </a:r>
            <a:r>
              <a:rPr dirty="0"/>
              <a:t>ranging</a:t>
            </a:r>
            <a:r>
              <a:rPr dirty="0" spc="5"/>
              <a:t> </a:t>
            </a:r>
            <a:r>
              <a:rPr dirty="0"/>
              <a:t>from</a:t>
            </a:r>
            <a:r>
              <a:rPr dirty="0" spc="25"/>
              <a:t> </a:t>
            </a:r>
            <a:r>
              <a:rPr dirty="0" spc="-30"/>
              <a:t>50-</a:t>
            </a:r>
            <a:r>
              <a:rPr dirty="0"/>
              <a:t>100 GHz,</a:t>
            </a:r>
            <a:r>
              <a:rPr dirty="0" spc="-30"/>
              <a:t> </a:t>
            </a:r>
            <a:r>
              <a:rPr dirty="0" spc="-10"/>
              <a:t>100-</a:t>
            </a:r>
            <a:r>
              <a:rPr dirty="0"/>
              <a:t>150</a:t>
            </a:r>
            <a:r>
              <a:rPr dirty="0" spc="5"/>
              <a:t> </a:t>
            </a:r>
            <a:r>
              <a:rPr dirty="0" spc="-20"/>
              <a:t>GHz, </a:t>
            </a:r>
            <a:r>
              <a:rPr dirty="0" spc="-10"/>
              <a:t>150-</a:t>
            </a:r>
            <a:r>
              <a:rPr dirty="0"/>
              <a:t>200</a:t>
            </a:r>
            <a:r>
              <a:rPr dirty="0" spc="-20"/>
              <a:t> </a:t>
            </a:r>
            <a:r>
              <a:rPr dirty="0"/>
              <a:t>GHz,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10"/>
              <a:t>10-</a:t>
            </a:r>
            <a:r>
              <a:rPr dirty="0"/>
              <a:t>20</a:t>
            </a:r>
            <a:r>
              <a:rPr dirty="0" spc="-15"/>
              <a:t> </a:t>
            </a:r>
            <a:r>
              <a:rPr dirty="0"/>
              <a:t>MHz</a:t>
            </a:r>
            <a:r>
              <a:rPr dirty="0" spc="-65"/>
              <a:t> </a:t>
            </a:r>
            <a:r>
              <a:rPr dirty="0"/>
              <a:t>prove</a:t>
            </a:r>
            <a:r>
              <a:rPr dirty="0" spc="-20"/>
              <a:t> </a:t>
            </a:r>
            <a:r>
              <a:rPr dirty="0"/>
              <a:t>how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6G</a:t>
            </a:r>
            <a:r>
              <a:rPr dirty="0" spc="-40"/>
              <a:t> </a:t>
            </a:r>
            <a:r>
              <a:rPr dirty="0"/>
              <a:t>system</a:t>
            </a:r>
            <a:r>
              <a:rPr dirty="0" spc="5"/>
              <a:t> </a:t>
            </a:r>
            <a:r>
              <a:rPr dirty="0"/>
              <a:t>behaves</a:t>
            </a:r>
            <a:r>
              <a:rPr dirty="0" spc="-65"/>
              <a:t> </a:t>
            </a:r>
            <a:r>
              <a:rPr dirty="0"/>
              <a:t>differently</a:t>
            </a:r>
            <a:r>
              <a:rPr dirty="0" spc="10"/>
              <a:t> </a:t>
            </a:r>
            <a:r>
              <a:rPr dirty="0"/>
              <a:t>across</a:t>
            </a:r>
            <a:r>
              <a:rPr dirty="0" spc="10"/>
              <a:t> </a:t>
            </a:r>
            <a:r>
              <a:rPr dirty="0"/>
              <a:t>various</a:t>
            </a:r>
            <a:r>
              <a:rPr dirty="0" spc="10"/>
              <a:t> </a:t>
            </a:r>
            <a:r>
              <a:rPr dirty="0" spc="-10"/>
              <a:t>frequency </a:t>
            </a:r>
            <a:r>
              <a:rPr dirty="0"/>
              <a:t>bands.</a:t>
            </a:r>
            <a:r>
              <a:rPr dirty="0" spc="25"/>
              <a:t> </a:t>
            </a:r>
            <a:r>
              <a:rPr dirty="0"/>
              <a:t>For</a:t>
            </a:r>
            <a:r>
              <a:rPr dirty="0" spc="-70"/>
              <a:t> </a:t>
            </a:r>
            <a:r>
              <a:rPr dirty="0"/>
              <a:t>constant</a:t>
            </a:r>
            <a:r>
              <a:rPr dirty="0" spc="25"/>
              <a:t> </a:t>
            </a:r>
            <a:r>
              <a:rPr dirty="0"/>
              <a:t>User</a:t>
            </a:r>
            <a:r>
              <a:rPr dirty="0" spc="5"/>
              <a:t> </a:t>
            </a:r>
            <a:r>
              <a:rPr dirty="0"/>
              <a:t>Fraction</a:t>
            </a:r>
            <a:r>
              <a:rPr dirty="0" spc="-30"/>
              <a:t> </a:t>
            </a:r>
            <a:r>
              <a:rPr dirty="0"/>
              <a:t>&amp; constant</a:t>
            </a:r>
            <a:r>
              <a:rPr dirty="0" spc="-50"/>
              <a:t> </a:t>
            </a:r>
            <a:r>
              <a:rPr dirty="0"/>
              <a:t>Band</a:t>
            </a:r>
            <a:r>
              <a:rPr dirty="0" spc="-25"/>
              <a:t> </a:t>
            </a:r>
            <a:r>
              <a:rPr dirty="0"/>
              <a:t>Width,</a:t>
            </a:r>
            <a:r>
              <a:rPr dirty="0" spc="-50"/>
              <a:t> </a:t>
            </a:r>
            <a:r>
              <a:rPr dirty="0"/>
              <a:t>high</a:t>
            </a:r>
            <a:r>
              <a:rPr dirty="0" spc="-30"/>
              <a:t> </a:t>
            </a:r>
            <a:r>
              <a:rPr dirty="0"/>
              <a:t>Scaling</a:t>
            </a:r>
            <a:r>
              <a:rPr dirty="0" spc="-25"/>
              <a:t> </a:t>
            </a:r>
            <a:r>
              <a:rPr dirty="0"/>
              <a:t>Factor</a:t>
            </a:r>
            <a:r>
              <a:rPr dirty="0" spc="-70"/>
              <a:t> </a:t>
            </a:r>
            <a:r>
              <a:rPr dirty="0"/>
              <a:t>shows high</a:t>
            </a:r>
            <a:r>
              <a:rPr dirty="0" spc="-25"/>
              <a:t> </a:t>
            </a:r>
            <a:r>
              <a:rPr dirty="0" spc="-10"/>
              <a:t>Spectral Efficiency,</a:t>
            </a:r>
            <a:r>
              <a:rPr dirty="0" spc="20"/>
              <a:t> </a:t>
            </a:r>
            <a:r>
              <a:rPr dirty="0"/>
              <a:t>but</a:t>
            </a:r>
            <a:r>
              <a:rPr dirty="0" spc="25"/>
              <a:t> </a:t>
            </a:r>
            <a:r>
              <a:rPr dirty="0"/>
              <a:t>in</a:t>
            </a:r>
            <a:r>
              <a:rPr dirty="0" spc="-25"/>
              <a:t> </a:t>
            </a:r>
            <a:r>
              <a:rPr dirty="0"/>
              <a:t>other</a:t>
            </a:r>
            <a:r>
              <a:rPr dirty="0" spc="-75"/>
              <a:t> </a:t>
            </a:r>
            <a:r>
              <a:rPr dirty="0"/>
              <a:t>hand</a:t>
            </a:r>
            <a:r>
              <a:rPr dirty="0" spc="-25"/>
              <a:t> </a:t>
            </a:r>
            <a:r>
              <a:rPr dirty="0"/>
              <a:t>for constant</a:t>
            </a:r>
            <a:r>
              <a:rPr dirty="0" spc="-45"/>
              <a:t> </a:t>
            </a:r>
            <a:r>
              <a:rPr dirty="0"/>
              <a:t>User Fraction</a:t>
            </a:r>
            <a:r>
              <a:rPr dirty="0" spc="-2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constant</a:t>
            </a:r>
            <a:r>
              <a:rPr dirty="0" spc="-45"/>
              <a:t> </a:t>
            </a:r>
            <a:r>
              <a:rPr dirty="0"/>
              <a:t>Scaling</a:t>
            </a:r>
            <a:r>
              <a:rPr dirty="0" spc="-25"/>
              <a:t> </a:t>
            </a:r>
            <a:r>
              <a:rPr dirty="0"/>
              <a:t>Factor,</a:t>
            </a:r>
            <a:r>
              <a:rPr dirty="0" spc="-50"/>
              <a:t> </a:t>
            </a:r>
            <a:r>
              <a:rPr dirty="0"/>
              <a:t>high</a:t>
            </a:r>
            <a:r>
              <a:rPr dirty="0" spc="-25"/>
              <a:t> </a:t>
            </a:r>
            <a:r>
              <a:rPr dirty="0"/>
              <a:t>Band</a:t>
            </a:r>
            <a:r>
              <a:rPr dirty="0" spc="-25"/>
              <a:t> </a:t>
            </a:r>
            <a:r>
              <a:rPr dirty="0"/>
              <a:t>Width</a:t>
            </a:r>
            <a:r>
              <a:rPr dirty="0" spc="-20"/>
              <a:t> </a:t>
            </a:r>
            <a:r>
              <a:rPr dirty="0" spc="-10"/>
              <a:t>shows </a:t>
            </a:r>
            <a:r>
              <a:rPr dirty="0"/>
              <a:t>high</a:t>
            </a:r>
            <a:r>
              <a:rPr dirty="0" spc="-10"/>
              <a:t> </a:t>
            </a:r>
            <a:r>
              <a:rPr dirty="0"/>
              <a:t>Spectral</a:t>
            </a:r>
            <a:r>
              <a:rPr dirty="0" spc="-5"/>
              <a:t> </a:t>
            </a:r>
            <a:r>
              <a:rPr dirty="0" spc="-20"/>
              <a:t>Efficiency.</a:t>
            </a:r>
            <a:r>
              <a:rPr dirty="0" spc="-30"/>
              <a:t> </a:t>
            </a:r>
            <a:r>
              <a:rPr dirty="0"/>
              <a:t>So,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15"/>
              <a:t> </a:t>
            </a:r>
            <a:r>
              <a:rPr dirty="0"/>
              <a:t>high</a:t>
            </a:r>
            <a:r>
              <a:rPr dirty="0" spc="-5"/>
              <a:t> </a:t>
            </a:r>
            <a:r>
              <a:rPr dirty="0"/>
              <a:t>Spectral</a:t>
            </a:r>
            <a:r>
              <a:rPr dirty="0" spc="-5"/>
              <a:t> </a:t>
            </a:r>
            <a:r>
              <a:rPr dirty="0"/>
              <a:t>efficiency</a:t>
            </a:r>
            <a:r>
              <a:rPr dirty="0" spc="20"/>
              <a:t> </a:t>
            </a:r>
            <a:r>
              <a:rPr dirty="0"/>
              <a:t>shows</a:t>
            </a:r>
            <a:r>
              <a:rPr dirty="0" spc="-55"/>
              <a:t> </a:t>
            </a:r>
            <a:r>
              <a:rPr dirty="0"/>
              <a:t>high</a:t>
            </a:r>
            <a:r>
              <a:rPr dirty="0" spc="-10"/>
              <a:t> </a:t>
            </a:r>
            <a:r>
              <a:rPr dirty="0"/>
              <a:t>data</a:t>
            </a:r>
            <a:r>
              <a:rPr dirty="0" spc="-5"/>
              <a:t> </a:t>
            </a:r>
            <a:r>
              <a:rPr dirty="0"/>
              <a:t>rate.</a:t>
            </a:r>
            <a:r>
              <a:rPr dirty="0" spc="-30"/>
              <a:t> Sub-</a:t>
            </a:r>
            <a:r>
              <a:rPr dirty="0"/>
              <a:t>THz</a:t>
            </a:r>
            <a:r>
              <a:rPr dirty="0" spc="15"/>
              <a:t> </a:t>
            </a:r>
            <a:r>
              <a:rPr dirty="0"/>
              <a:t>systems</a:t>
            </a:r>
            <a:r>
              <a:rPr dirty="0" spc="-55"/>
              <a:t> </a:t>
            </a:r>
            <a:r>
              <a:rPr dirty="0"/>
              <a:t>operate</a:t>
            </a:r>
            <a:r>
              <a:rPr dirty="0" spc="-10"/>
              <a:t> </a:t>
            </a:r>
            <a:r>
              <a:rPr dirty="0" spc="-25"/>
              <a:t>in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/>
              <a:t>frequency</a:t>
            </a:r>
            <a:r>
              <a:rPr dirty="0" spc="20"/>
              <a:t> </a:t>
            </a:r>
            <a:r>
              <a:rPr dirty="0"/>
              <a:t>range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45"/>
              <a:t> </a:t>
            </a:r>
            <a:r>
              <a:rPr dirty="0" spc="-25"/>
              <a:t>100-</a:t>
            </a:r>
            <a:r>
              <a:rPr dirty="0"/>
              <a:t>300GHz.</a:t>
            </a:r>
            <a:r>
              <a:rPr dirty="0" spc="-35"/>
              <a:t> </a:t>
            </a:r>
            <a:r>
              <a:rPr dirty="0"/>
              <a:t>6G</a:t>
            </a:r>
            <a:r>
              <a:rPr dirty="0" spc="-35"/>
              <a:t> </a:t>
            </a:r>
            <a:r>
              <a:rPr dirty="0"/>
              <a:t>will</a:t>
            </a:r>
            <a:r>
              <a:rPr dirty="0" spc="-10"/>
              <a:t> </a:t>
            </a:r>
            <a:r>
              <a:rPr dirty="0"/>
              <a:t>make</a:t>
            </a:r>
            <a:r>
              <a:rPr dirty="0" spc="-5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/>
              <a:t>revolution</a:t>
            </a:r>
            <a:r>
              <a:rPr dirty="0" spc="-10"/>
              <a:t> </a:t>
            </a:r>
            <a:r>
              <a:rPr dirty="0"/>
              <a:t>with</a:t>
            </a:r>
            <a:r>
              <a:rPr dirty="0" spc="-10"/>
              <a:t> ultra-</a:t>
            </a:r>
            <a:r>
              <a:rPr dirty="0"/>
              <a:t>fast</a:t>
            </a:r>
            <a:r>
              <a:rPr dirty="0" spc="-30"/>
              <a:t> </a:t>
            </a:r>
            <a:r>
              <a:rPr dirty="0"/>
              <a:t>speeds,</a:t>
            </a:r>
            <a:r>
              <a:rPr dirty="0" spc="-30"/>
              <a:t> </a:t>
            </a:r>
            <a:r>
              <a:rPr dirty="0" spc="-10"/>
              <a:t>sub-</a:t>
            </a:r>
            <a:r>
              <a:rPr dirty="0"/>
              <a:t>THz</a:t>
            </a:r>
            <a:r>
              <a:rPr dirty="0" spc="20"/>
              <a:t> </a:t>
            </a:r>
            <a:r>
              <a:rPr dirty="0" spc="-10"/>
              <a:t>frequencies, </a:t>
            </a:r>
            <a:r>
              <a:rPr dirty="0"/>
              <a:t>AI</a:t>
            </a:r>
            <a:r>
              <a:rPr dirty="0" spc="-35"/>
              <a:t> </a:t>
            </a:r>
            <a:r>
              <a:rPr dirty="0"/>
              <a:t>driven intelligent</a:t>
            </a:r>
            <a:r>
              <a:rPr dirty="0" spc="-20"/>
              <a:t> </a:t>
            </a:r>
            <a:r>
              <a:rPr dirty="0"/>
              <a:t>networks,</a:t>
            </a:r>
            <a:r>
              <a:rPr dirty="0" spc="-95"/>
              <a:t> </a:t>
            </a:r>
            <a:r>
              <a:rPr dirty="0"/>
              <a:t>AR/VR,</a:t>
            </a:r>
            <a:r>
              <a:rPr dirty="0" spc="-20"/>
              <a:t> </a:t>
            </a:r>
            <a:r>
              <a:rPr dirty="0" spc="-10"/>
              <a:t>holography.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636395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REFERENCE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0565" y="739203"/>
            <a:ext cx="10778490" cy="469709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28295" marR="329565" indent="-316230">
              <a:lnSpc>
                <a:spcPct val="100800"/>
              </a:lnSpc>
              <a:spcBef>
                <a:spcPts val="85"/>
              </a:spcBef>
              <a:buClr>
                <a:srgbClr val="000000"/>
              </a:buClr>
              <a:buAutoNum type="arabicPlain"/>
              <a:tabLst>
                <a:tab pos="330200" algn="l"/>
              </a:tabLst>
            </a:pP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Mostafa</a:t>
            </a:r>
            <a:r>
              <a:rPr dirty="0" sz="18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Z.</a:t>
            </a:r>
            <a:r>
              <a:rPr dirty="0" sz="1800" spc="-6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Arial MT"/>
                <a:cs typeface="Arial MT"/>
              </a:rPr>
              <a:t>Chowdhury,</a:t>
            </a:r>
            <a:r>
              <a:rPr dirty="0" sz="18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Md.</a:t>
            </a:r>
            <a:r>
              <a:rPr dirty="0" sz="18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Shahjalal,</a:t>
            </a:r>
            <a:r>
              <a:rPr dirty="0" sz="18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Arial MT"/>
                <a:cs typeface="Arial MT"/>
              </a:rPr>
              <a:t>Shakil</a:t>
            </a:r>
            <a:r>
              <a:rPr dirty="0" sz="1800" spc="-1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Ahmed,</a:t>
            </a:r>
            <a:r>
              <a:rPr dirty="0" sz="18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333333"/>
                </a:solidFill>
                <a:latin typeface="Arial MT"/>
                <a:cs typeface="Arial MT"/>
              </a:rPr>
              <a:t>Yeong</a:t>
            </a:r>
            <a:r>
              <a:rPr dirty="0" sz="1800" spc="-4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Min</a:t>
            </a:r>
            <a:r>
              <a:rPr dirty="0" sz="1800" spc="-3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Jang</a:t>
            </a:r>
            <a:r>
              <a:rPr dirty="0" sz="1800" spc="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“</a:t>
            </a:r>
            <a:r>
              <a:rPr dirty="0" sz="1800" i="1">
                <a:latin typeface="Arial"/>
                <a:cs typeface="Arial"/>
              </a:rPr>
              <a:t>6G</a:t>
            </a:r>
            <a:r>
              <a:rPr dirty="0" sz="1800" spc="1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Wireless</a:t>
            </a:r>
            <a:r>
              <a:rPr dirty="0" sz="1800" spc="-5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Communication </a:t>
            </a:r>
            <a:r>
              <a:rPr dirty="0" sz="1800" spc="-10" i="1">
                <a:latin typeface="Arial"/>
                <a:cs typeface="Arial"/>
              </a:rPr>
              <a:t>	</a:t>
            </a:r>
            <a:r>
              <a:rPr dirty="0" sz="1800" i="1">
                <a:latin typeface="Arial"/>
                <a:cs typeface="Arial"/>
              </a:rPr>
              <a:t>Systems:</a:t>
            </a:r>
            <a:r>
              <a:rPr dirty="0" sz="1800" spc="-13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Applications,</a:t>
            </a:r>
            <a:r>
              <a:rPr dirty="0" sz="1800" spc="-9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Requirements,</a:t>
            </a:r>
            <a:r>
              <a:rPr dirty="0" sz="1800" spc="-5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Technologies, </a:t>
            </a:r>
            <a:r>
              <a:rPr dirty="0" sz="1800" i="1">
                <a:latin typeface="Arial"/>
                <a:cs typeface="Arial"/>
              </a:rPr>
              <a:t>Challenges,</a:t>
            </a:r>
            <a:r>
              <a:rPr dirty="0" sz="1800" spc="-7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and</a:t>
            </a:r>
            <a:r>
              <a:rPr dirty="0" sz="1800" spc="-5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Research</a:t>
            </a:r>
            <a:r>
              <a:rPr dirty="0" sz="1800" spc="-50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Directions</a:t>
            </a:r>
            <a:r>
              <a:rPr dirty="0" sz="1800" spc="-10">
                <a:latin typeface="Arial MT"/>
                <a:cs typeface="Arial MT"/>
              </a:rPr>
              <a:t>”</a:t>
            </a:r>
            <a:endParaRPr sz="1800">
              <a:latin typeface="Arial MT"/>
              <a:cs typeface="Arial MT"/>
            </a:endParaRPr>
          </a:p>
          <a:p>
            <a:pPr marL="330200">
              <a:lnSpc>
                <a:spcPct val="100000"/>
              </a:lnSpc>
              <a:spcBef>
                <a:spcPts val="15"/>
              </a:spcBef>
            </a:pP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DOI:</a:t>
            </a:r>
            <a:r>
              <a:rPr dirty="0" sz="1800" spc="-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u="sng" sz="1800" spc="-10">
                <a:solidFill>
                  <a:srgbClr val="F92B5C"/>
                </a:solidFill>
                <a:uFill>
                  <a:solidFill>
                    <a:srgbClr val="F92B5C"/>
                  </a:solidFill>
                </a:uFill>
                <a:latin typeface="Arial MT"/>
                <a:cs typeface="Arial MT"/>
                <a:hlinkClick r:id="rId2"/>
              </a:rPr>
              <a:t>10.1109/OJCOMS.2020.3010270</a:t>
            </a:r>
            <a:endParaRPr sz="1800">
              <a:latin typeface="Arial MT"/>
              <a:cs typeface="Arial MT"/>
            </a:endParaRPr>
          </a:p>
          <a:p>
            <a:pPr marL="328930" indent="-316230">
              <a:lnSpc>
                <a:spcPct val="100000"/>
              </a:lnSpc>
              <a:spcBef>
                <a:spcPts val="20"/>
              </a:spcBef>
              <a:buFont typeface="Arial MT"/>
              <a:buAutoNum type="arabicPlain" startAt="2"/>
              <a:tabLst>
                <a:tab pos="328930" algn="l"/>
              </a:tabLst>
            </a:pPr>
            <a:r>
              <a:rPr dirty="0" sz="1800" spc="-85">
                <a:latin typeface="Trebuchet MS"/>
                <a:cs typeface="Trebuchet MS"/>
              </a:rPr>
              <a:t>Models,</a:t>
            </a:r>
            <a:r>
              <a:rPr dirty="0" sz="1800" spc="-185">
                <a:latin typeface="Trebuchet MS"/>
                <a:cs typeface="Trebuchet MS"/>
              </a:rPr>
              <a:t> </a:t>
            </a:r>
            <a:r>
              <a:rPr dirty="0" sz="1800" spc="-85">
                <a:latin typeface="Trebuchet MS"/>
                <a:cs typeface="Trebuchet MS"/>
              </a:rPr>
              <a:t>Methods,</a:t>
            </a:r>
            <a:r>
              <a:rPr dirty="0" sz="1800" spc="-215">
                <a:latin typeface="Trebuchet MS"/>
                <a:cs typeface="Trebuchet MS"/>
              </a:rPr>
              <a:t> </a:t>
            </a:r>
            <a:r>
              <a:rPr dirty="0" sz="1800" spc="-135">
                <a:latin typeface="Trebuchet MS"/>
                <a:cs typeface="Trebuchet MS"/>
              </a:rPr>
              <a:t>and</a:t>
            </a:r>
            <a:r>
              <a:rPr dirty="0" sz="1800">
                <a:latin typeface="Trebuchet MS"/>
                <a:cs typeface="Trebuchet MS"/>
              </a:rPr>
              <a:t> </a:t>
            </a:r>
            <a:r>
              <a:rPr dirty="0" sz="1800" spc="-65">
                <a:latin typeface="Trebuchet MS"/>
                <a:cs typeface="Trebuchet MS"/>
              </a:rPr>
              <a:t>Solutions</a:t>
            </a:r>
            <a:r>
              <a:rPr dirty="0" sz="1800" spc="-5">
                <a:latin typeface="Trebuchet MS"/>
                <a:cs typeface="Trebuchet MS"/>
              </a:rPr>
              <a:t> </a:t>
            </a:r>
            <a:r>
              <a:rPr dirty="0" sz="1800" spc="-70">
                <a:latin typeface="Trebuchet MS"/>
                <a:cs typeface="Trebuchet MS"/>
              </a:rPr>
              <a:t>for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 spc="-100">
                <a:latin typeface="Trebuchet MS"/>
                <a:cs typeface="Trebuchet MS"/>
              </a:rPr>
              <a:t>Multicasting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20">
                <a:latin typeface="Trebuchet MS"/>
                <a:cs typeface="Trebuchet MS"/>
              </a:rPr>
              <a:t>in</a:t>
            </a:r>
            <a:r>
              <a:rPr dirty="0" sz="1800" spc="20">
                <a:latin typeface="Trebuchet MS"/>
                <a:cs typeface="Trebuchet MS"/>
              </a:rPr>
              <a:t> </a:t>
            </a:r>
            <a:r>
              <a:rPr dirty="0" sz="1800" spc="-65">
                <a:latin typeface="Trebuchet MS"/>
                <a:cs typeface="Trebuchet MS"/>
              </a:rPr>
              <a:t>5G/6G</a:t>
            </a:r>
            <a:r>
              <a:rPr dirty="0" sz="1800">
                <a:latin typeface="Trebuchet MS"/>
                <a:cs typeface="Trebuchet MS"/>
              </a:rPr>
              <a:t> </a:t>
            </a:r>
            <a:r>
              <a:rPr dirty="0" sz="1800" spc="-120">
                <a:latin typeface="Trebuchet MS"/>
                <a:cs typeface="Trebuchet MS"/>
              </a:rPr>
              <a:t>mm-</a:t>
            </a:r>
            <a:r>
              <a:rPr dirty="0" sz="1800" spc="-75">
                <a:latin typeface="Trebuchet MS"/>
                <a:cs typeface="Trebuchet MS"/>
              </a:rPr>
              <a:t>Wave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 spc="-135">
                <a:latin typeface="Trebuchet MS"/>
                <a:cs typeface="Trebuchet MS"/>
              </a:rPr>
              <a:t>and</a:t>
            </a:r>
            <a:r>
              <a:rPr dirty="0" sz="1800" spc="-5">
                <a:latin typeface="Trebuchet MS"/>
                <a:cs typeface="Trebuchet MS"/>
              </a:rPr>
              <a:t> </a:t>
            </a:r>
            <a:r>
              <a:rPr dirty="0" sz="1800" spc="-90">
                <a:latin typeface="Trebuchet MS"/>
                <a:cs typeface="Trebuchet MS"/>
              </a:rPr>
              <a:t>Sub-</a:t>
            </a:r>
            <a:r>
              <a:rPr dirty="0" sz="1800">
                <a:latin typeface="Trebuchet MS"/>
                <a:cs typeface="Trebuchet MS"/>
              </a:rPr>
              <a:t>THz </a:t>
            </a:r>
            <a:r>
              <a:rPr dirty="0" sz="1800" spc="-90">
                <a:latin typeface="Trebuchet MS"/>
                <a:cs typeface="Trebuchet MS"/>
              </a:rPr>
              <a:t>Systems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 spc="-90">
                <a:latin typeface="Trebuchet MS"/>
                <a:cs typeface="Trebuchet MS"/>
              </a:rPr>
              <a:t>Nadezhda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Chukhn</a:t>
            </a:r>
            <a:endParaRPr sz="1800">
              <a:latin typeface="Trebuchet MS"/>
              <a:cs typeface="Trebuchet MS"/>
            </a:endParaRPr>
          </a:p>
          <a:p>
            <a:pPr marL="328295" marR="139700" indent="-316230">
              <a:lnSpc>
                <a:spcPts val="2100"/>
              </a:lnSpc>
              <a:spcBef>
                <a:spcPts val="140"/>
              </a:spcBef>
              <a:buAutoNum type="arabicPlain" startAt="2"/>
              <a:tabLst>
                <a:tab pos="330200" algn="l"/>
              </a:tabLst>
            </a:pPr>
            <a:r>
              <a:rPr dirty="0" sz="1800">
                <a:latin typeface="Arial MT"/>
                <a:cs typeface="Arial MT"/>
              </a:rPr>
              <a:t>Osel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Lhamo,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Tung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V.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Doan,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Giang</a:t>
            </a:r>
            <a:r>
              <a:rPr dirty="0" sz="1800" spc="-95">
                <a:latin typeface="Arial MT"/>
                <a:cs typeface="Arial MT"/>
              </a:rPr>
              <a:t> </a:t>
            </a:r>
            <a:r>
              <a:rPr dirty="0" sz="1800" spc="-80">
                <a:latin typeface="Arial MT"/>
                <a:cs typeface="Arial MT"/>
              </a:rPr>
              <a:t>T.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Nguyen,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Frenk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40">
                <a:latin typeface="Arial MT"/>
                <a:cs typeface="Arial MT"/>
              </a:rPr>
              <a:t>H.P.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Fitzek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b="1">
                <a:solidFill>
                  <a:srgbClr val="006699"/>
                </a:solidFill>
                <a:latin typeface="Arial"/>
                <a:cs typeface="Arial"/>
              </a:rPr>
              <a:t>“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Adaptive</a:t>
            </a:r>
            <a:r>
              <a:rPr dirty="0" sz="1800" spc="-4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Network</a:t>
            </a:r>
            <a:r>
              <a:rPr dirty="0" sz="1800" spc="-3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Coding:</a:t>
            </a:r>
            <a:r>
              <a:rPr dirty="0" sz="1800" spc="-10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spc="-10" i="1">
                <a:solidFill>
                  <a:srgbClr val="333333"/>
                </a:solidFill>
                <a:latin typeface="Arial"/>
                <a:cs typeface="Arial"/>
              </a:rPr>
              <a:t>Achieving </a:t>
            </a:r>
            <a:r>
              <a:rPr dirty="0" sz="1800" spc="-10" i="1">
                <a:solidFill>
                  <a:srgbClr val="333333"/>
                </a:solidFill>
                <a:latin typeface="Arial"/>
                <a:cs typeface="Arial"/>
              </a:rPr>
              <a:t>	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dirty="0" sz="1800" spc="-2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spc="-10" i="1">
                <a:solidFill>
                  <a:srgbClr val="333333"/>
                </a:solidFill>
                <a:latin typeface="Arial"/>
                <a:cs typeface="Arial"/>
              </a:rPr>
              <a:t>Reliability-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Latency</a:t>
            </a:r>
            <a:r>
              <a:rPr dirty="0" sz="1800" spc="-10" i="1">
                <a:solidFill>
                  <a:srgbClr val="333333"/>
                </a:solidFill>
                <a:latin typeface="Arial"/>
                <a:cs typeface="Arial"/>
              </a:rPr>
              <a:t> Tradeoff</a:t>
            </a:r>
            <a:r>
              <a:rPr dirty="0" sz="1800" spc="-1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for</a:t>
            </a:r>
            <a:r>
              <a:rPr dirty="0" sz="1800" spc="-1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5G</a:t>
            </a:r>
            <a:r>
              <a:rPr dirty="0" sz="1800" spc="-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dirty="0" sz="1800" spc="-2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6G</a:t>
            </a:r>
            <a:r>
              <a:rPr dirty="0" sz="1800" spc="-10" i="1">
                <a:solidFill>
                  <a:srgbClr val="333333"/>
                </a:solidFill>
                <a:latin typeface="Arial"/>
                <a:cs typeface="Arial"/>
              </a:rPr>
              <a:t> Systems</a:t>
            </a:r>
            <a:r>
              <a:rPr dirty="0" sz="1800" spc="-10">
                <a:solidFill>
                  <a:srgbClr val="333333"/>
                </a:solidFill>
                <a:latin typeface="Arial MT"/>
                <a:cs typeface="Arial MT"/>
              </a:rPr>
              <a:t>”</a:t>
            </a:r>
            <a:endParaRPr sz="1800">
              <a:latin typeface="Arial MT"/>
              <a:cs typeface="Arial MT"/>
            </a:endParaRPr>
          </a:p>
          <a:p>
            <a:pPr marL="330200">
              <a:lnSpc>
                <a:spcPts val="2120"/>
              </a:lnSpc>
            </a:pP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DOI:</a:t>
            </a:r>
            <a:r>
              <a:rPr dirty="0" sz="1800" spc="6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u="sng" sz="1800" spc="-30">
                <a:solidFill>
                  <a:srgbClr val="F92B5C"/>
                </a:solidFill>
                <a:uFill>
                  <a:solidFill>
                    <a:srgbClr val="F92B5C"/>
                  </a:solidFill>
                </a:uFill>
                <a:latin typeface="Arial MT"/>
                <a:cs typeface="Arial MT"/>
                <a:hlinkClick r:id="rId3"/>
              </a:rPr>
              <a:t>10.1109/NFV-</a:t>
            </a:r>
            <a:r>
              <a:rPr dirty="0" u="sng" sz="1800" spc="-10">
                <a:solidFill>
                  <a:srgbClr val="F92B5C"/>
                </a:solidFill>
                <a:uFill>
                  <a:solidFill>
                    <a:srgbClr val="F92B5C"/>
                  </a:solidFill>
                </a:uFill>
                <a:latin typeface="Arial MT"/>
                <a:cs typeface="Arial MT"/>
                <a:hlinkClick r:id="rId3"/>
              </a:rPr>
              <a:t>SDN59219.2023.10329621</a:t>
            </a:r>
            <a:endParaRPr sz="1800">
              <a:latin typeface="Arial MT"/>
              <a:cs typeface="Arial MT"/>
            </a:endParaRPr>
          </a:p>
          <a:p>
            <a:pPr marL="328295" marR="5080" indent="-316230">
              <a:lnSpc>
                <a:spcPct val="100800"/>
              </a:lnSpc>
              <a:buAutoNum type="arabicPlain" startAt="4"/>
              <a:tabLst>
                <a:tab pos="330200" algn="l"/>
              </a:tabLst>
            </a:pP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Sabuj</a:t>
            </a:r>
            <a:r>
              <a:rPr dirty="0" sz="1800" spc="-3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Sarkar,</a:t>
            </a:r>
            <a:r>
              <a:rPr dirty="0" sz="1800" spc="-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Saikat</a:t>
            </a:r>
            <a:r>
              <a:rPr dirty="0" sz="1800" spc="-1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Adhikari,</a:t>
            </a:r>
            <a:r>
              <a:rPr dirty="0" sz="18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Md.</a:t>
            </a:r>
            <a:r>
              <a:rPr dirty="0" sz="1800" spc="-4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Mostfizur</a:t>
            </a:r>
            <a:r>
              <a:rPr dirty="0" sz="1800" spc="-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Rahman</a:t>
            </a:r>
            <a:r>
              <a:rPr dirty="0" sz="1800" spc="-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“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On</a:t>
            </a:r>
            <a:r>
              <a:rPr dirty="0" sz="1800" spc="-6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achieving</a:t>
            </a:r>
            <a:r>
              <a:rPr dirty="0" sz="1800" spc="-3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optimal</a:t>
            </a:r>
            <a:r>
              <a:rPr dirty="0" sz="1800" spc="-4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channel</a:t>
            </a:r>
            <a:r>
              <a:rPr dirty="0" sz="1800" spc="-6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capacity</a:t>
            </a:r>
            <a:r>
              <a:rPr dirty="0" sz="1800" spc="-4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dirty="0" sz="1800" spc="-1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spc="-10" i="1">
                <a:solidFill>
                  <a:srgbClr val="333333"/>
                </a:solidFill>
                <a:latin typeface="Arial"/>
                <a:cs typeface="Arial"/>
              </a:rPr>
              <a:t>MIMO-</a:t>
            </a:r>
            <a:r>
              <a:rPr dirty="0" sz="1800" spc="-10" i="1">
                <a:solidFill>
                  <a:srgbClr val="333333"/>
                </a:solidFill>
                <a:latin typeface="Arial"/>
                <a:cs typeface="Arial"/>
              </a:rPr>
              <a:t>	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PSK</a:t>
            </a:r>
            <a:r>
              <a:rPr dirty="0" sz="1800" spc="-3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systems</a:t>
            </a:r>
            <a:r>
              <a:rPr dirty="0" sz="1800" spc="-2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over</a:t>
            </a:r>
            <a:r>
              <a:rPr dirty="0" sz="1800" spc="-4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Rayleigh</a:t>
            </a:r>
            <a:r>
              <a:rPr dirty="0" sz="1800" spc="-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fading</a:t>
            </a:r>
            <a:r>
              <a:rPr dirty="0" sz="1800" spc="-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spc="-10" i="1">
                <a:solidFill>
                  <a:srgbClr val="333333"/>
                </a:solidFill>
                <a:latin typeface="Arial"/>
                <a:cs typeface="Arial"/>
              </a:rPr>
              <a:t>channel</a:t>
            </a:r>
            <a:r>
              <a:rPr dirty="0" sz="1800" spc="-10">
                <a:solidFill>
                  <a:srgbClr val="333333"/>
                </a:solidFill>
                <a:latin typeface="Arial MT"/>
                <a:cs typeface="Arial MT"/>
              </a:rPr>
              <a:t>”</a:t>
            </a:r>
            <a:endParaRPr sz="1800">
              <a:latin typeface="Arial MT"/>
              <a:cs typeface="Arial MT"/>
            </a:endParaRPr>
          </a:p>
          <a:p>
            <a:pPr marL="330200">
              <a:lnSpc>
                <a:spcPts val="2130"/>
              </a:lnSpc>
              <a:spcBef>
                <a:spcPts val="15"/>
              </a:spcBef>
            </a:pP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DOI:</a:t>
            </a:r>
            <a:r>
              <a:rPr dirty="0" sz="1800" spc="-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u="sng" sz="1800" spc="-10">
                <a:solidFill>
                  <a:srgbClr val="F92B5C"/>
                </a:solidFill>
                <a:uFill>
                  <a:solidFill>
                    <a:srgbClr val="F92B5C"/>
                  </a:solidFill>
                </a:uFill>
                <a:latin typeface="Arial MT"/>
                <a:cs typeface="Arial MT"/>
                <a:hlinkClick r:id="rId4"/>
              </a:rPr>
              <a:t>10.1109/DEVIC.2017.8074028</a:t>
            </a:r>
            <a:endParaRPr sz="1800">
              <a:latin typeface="Arial MT"/>
              <a:cs typeface="Arial MT"/>
            </a:endParaRPr>
          </a:p>
          <a:p>
            <a:pPr marL="328930" indent="-316230">
              <a:lnSpc>
                <a:spcPts val="2130"/>
              </a:lnSpc>
              <a:buAutoNum type="arabicPlain" startAt="5"/>
              <a:tabLst>
                <a:tab pos="328930" algn="l"/>
              </a:tabLst>
            </a:pPr>
            <a:r>
              <a:rPr dirty="0" sz="1800">
                <a:latin typeface="Arial MT"/>
                <a:cs typeface="Arial MT"/>
              </a:rPr>
              <a:t>Feng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Man,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Wu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Lenan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“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Extension</a:t>
            </a:r>
            <a:r>
              <a:rPr dirty="0" sz="1800" spc="-2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dirty="0" sz="1800" spc="-6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Shannon’s</a:t>
            </a:r>
            <a:r>
              <a:rPr dirty="0" sz="1800" spc="-3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channel</a:t>
            </a:r>
            <a:r>
              <a:rPr dirty="0" sz="1800" spc="-4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capacity</a:t>
            </a:r>
            <a:r>
              <a:rPr dirty="0" sz="1800" spc="-2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spc="-10" i="1">
                <a:solidFill>
                  <a:srgbClr val="333333"/>
                </a:solidFill>
                <a:latin typeface="Arial"/>
                <a:cs typeface="Arial"/>
              </a:rPr>
              <a:t>—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dirty="0" sz="1800" spc="-3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theoretical</a:t>
            </a:r>
            <a:r>
              <a:rPr dirty="0" sz="1800" spc="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spc="-10" i="1">
                <a:solidFill>
                  <a:srgbClr val="333333"/>
                </a:solidFill>
                <a:latin typeface="Arial"/>
                <a:cs typeface="Arial"/>
              </a:rPr>
              <a:t>proof</a:t>
            </a:r>
            <a:r>
              <a:rPr dirty="0" sz="1800" spc="-10">
                <a:solidFill>
                  <a:srgbClr val="333333"/>
                </a:solidFill>
                <a:latin typeface="Arial MT"/>
                <a:cs typeface="Arial MT"/>
              </a:rPr>
              <a:t>”</a:t>
            </a:r>
            <a:endParaRPr sz="1800">
              <a:latin typeface="Arial MT"/>
              <a:cs typeface="Arial MT"/>
            </a:endParaRPr>
          </a:p>
          <a:p>
            <a:pPr marL="330200">
              <a:lnSpc>
                <a:spcPct val="100000"/>
              </a:lnSpc>
              <a:spcBef>
                <a:spcPts val="20"/>
              </a:spcBef>
            </a:pP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DOI:</a:t>
            </a:r>
            <a:r>
              <a:rPr dirty="0" sz="1800" spc="-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u="sng" sz="1800" spc="-10">
                <a:solidFill>
                  <a:srgbClr val="F92B5C"/>
                </a:solidFill>
                <a:uFill>
                  <a:solidFill>
                    <a:srgbClr val="F92B5C"/>
                  </a:solidFill>
                </a:uFill>
                <a:latin typeface="Arial MT"/>
                <a:cs typeface="Arial MT"/>
                <a:hlinkClick r:id="rId5"/>
              </a:rPr>
              <a:t>10.1109/ICICS.2007.4449550</a:t>
            </a:r>
            <a:endParaRPr sz="1800">
              <a:latin typeface="Arial MT"/>
              <a:cs typeface="Arial MT"/>
            </a:endParaRPr>
          </a:p>
          <a:p>
            <a:pPr marL="316230" indent="-303530">
              <a:lnSpc>
                <a:spcPct val="100000"/>
              </a:lnSpc>
              <a:spcBef>
                <a:spcPts val="15"/>
              </a:spcBef>
              <a:buAutoNum type="arabicPlain" startAt="6"/>
              <a:tabLst>
                <a:tab pos="316230" algn="l"/>
              </a:tabLst>
            </a:pPr>
            <a:r>
              <a:rPr dirty="0" sz="1800">
                <a:latin typeface="Arial MT"/>
                <a:cs typeface="Arial MT"/>
              </a:rPr>
              <a:t>Andriy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Luntovskyy,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Igor Melnyk,</a:t>
            </a:r>
            <a:r>
              <a:rPr dirty="0" sz="1800" spc="-1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Alina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Pochynok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“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5G</a:t>
            </a:r>
            <a:r>
              <a:rPr dirty="0" sz="1800" spc="-2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dirty="0" sz="1800" spc="-4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Beyond:</a:t>
            </a:r>
            <a:r>
              <a:rPr dirty="0" sz="1800" spc="-3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Shannon's</a:t>
            </a:r>
            <a:r>
              <a:rPr dirty="0" sz="1800" spc="-6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Channel</a:t>
            </a:r>
            <a:r>
              <a:rPr dirty="0" sz="1800" spc="-2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spc="-10" i="1">
                <a:solidFill>
                  <a:srgbClr val="333333"/>
                </a:solidFill>
                <a:latin typeface="Arial"/>
                <a:cs typeface="Arial"/>
              </a:rPr>
              <a:t>Capacity</a:t>
            </a:r>
            <a:r>
              <a:rPr dirty="0" sz="1800" spc="-10">
                <a:solidFill>
                  <a:srgbClr val="333333"/>
                </a:solidFill>
                <a:latin typeface="Arial MT"/>
                <a:cs typeface="Arial MT"/>
              </a:rPr>
              <a:t>”</a:t>
            </a:r>
            <a:endParaRPr sz="1800">
              <a:latin typeface="Arial MT"/>
              <a:cs typeface="Arial MT"/>
            </a:endParaRPr>
          </a:p>
          <a:p>
            <a:pPr marL="330200">
              <a:lnSpc>
                <a:spcPct val="100000"/>
              </a:lnSpc>
              <a:spcBef>
                <a:spcPts val="20"/>
              </a:spcBef>
            </a:pP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DOI:</a:t>
            </a:r>
            <a:r>
              <a:rPr dirty="0" sz="1800" spc="-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u="sng" sz="1800" spc="-10">
                <a:solidFill>
                  <a:srgbClr val="F92B5C"/>
                </a:solidFill>
                <a:uFill>
                  <a:solidFill>
                    <a:srgbClr val="F92B5C"/>
                  </a:solidFill>
                </a:uFill>
                <a:latin typeface="Arial MT"/>
                <a:cs typeface="Arial MT"/>
                <a:hlinkClick r:id="rId6"/>
              </a:rPr>
              <a:t>10.1109/IDT59031.2023.10194455</a:t>
            </a:r>
            <a:endParaRPr sz="1800">
              <a:latin typeface="Arial MT"/>
              <a:cs typeface="Arial MT"/>
            </a:endParaRPr>
          </a:p>
          <a:p>
            <a:pPr marL="328295" marR="793115" indent="-316230">
              <a:lnSpc>
                <a:spcPts val="2110"/>
              </a:lnSpc>
              <a:spcBef>
                <a:spcPts val="130"/>
              </a:spcBef>
              <a:buAutoNum type="arabicPlain" startAt="7"/>
              <a:tabLst>
                <a:tab pos="330200" algn="l"/>
              </a:tabLst>
            </a:pP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Nadezhda</a:t>
            </a:r>
            <a:r>
              <a:rPr dirty="0" sz="1800" spc="-3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Chukhno,</a:t>
            </a:r>
            <a:r>
              <a:rPr dirty="0" sz="1800" spc="-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Olga</a:t>
            </a:r>
            <a:r>
              <a:rPr dirty="0" sz="1800" spc="-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Chukhno,</a:t>
            </a:r>
            <a:r>
              <a:rPr dirty="0" sz="1800" spc="-3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“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Models,</a:t>
            </a:r>
            <a:r>
              <a:rPr dirty="0" sz="1800" spc="-1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Methods,</a:t>
            </a:r>
            <a:r>
              <a:rPr dirty="0" sz="1800" spc="-3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dirty="0" sz="1800" spc="-5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Solutions</a:t>
            </a:r>
            <a:r>
              <a:rPr dirty="0" sz="1800" spc="-4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for</a:t>
            </a:r>
            <a:r>
              <a:rPr dirty="0" sz="1800" spc="-3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Multicasting</a:t>
            </a:r>
            <a:r>
              <a:rPr dirty="0" sz="1800" spc="-1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in </a:t>
            </a:r>
            <a:r>
              <a:rPr dirty="0" sz="1800" spc="-10" i="1">
                <a:solidFill>
                  <a:srgbClr val="333333"/>
                </a:solidFill>
                <a:latin typeface="Arial"/>
                <a:cs typeface="Arial"/>
              </a:rPr>
              <a:t>5G/6G </a:t>
            </a:r>
            <a:r>
              <a:rPr dirty="0" sz="1800" spc="-10" i="1">
                <a:solidFill>
                  <a:srgbClr val="333333"/>
                </a:solidFill>
                <a:latin typeface="Arial"/>
                <a:cs typeface="Arial"/>
              </a:rPr>
              <a:t>	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mmWave</a:t>
            </a:r>
            <a:r>
              <a:rPr dirty="0" sz="1800" spc="-5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dirty="0" sz="1800" spc="-2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spc="-10" i="1">
                <a:solidFill>
                  <a:srgbClr val="333333"/>
                </a:solidFill>
                <a:latin typeface="Arial"/>
                <a:cs typeface="Arial"/>
              </a:rPr>
              <a:t>Sub-</a:t>
            </a:r>
            <a:r>
              <a:rPr dirty="0" sz="1800" i="1">
                <a:solidFill>
                  <a:srgbClr val="333333"/>
                </a:solidFill>
                <a:latin typeface="Arial"/>
                <a:cs typeface="Arial"/>
              </a:rPr>
              <a:t>THz</a:t>
            </a:r>
            <a:r>
              <a:rPr dirty="0" sz="1800" spc="1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spc="-10" i="1">
                <a:solidFill>
                  <a:srgbClr val="333333"/>
                </a:solidFill>
                <a:latin typeface="Arial"/>
                <a:cs typeface="Arial"/>
              </a:rPr>
              <a:t>Systems</a:t>
            </a:r>
            <a:r>
              <a:rPr dirty="0" sz="1800" spc="-10">
                <a:solidFill>
                  <a:srgbClr val="333333"/>
                </a:solidFill>
                <a:latin typeface="Arial MT"/>
                <a:cs typeface="Arial MT"/>
              </a:rPr>
              <a:t>”</a:t>
            </a:r>
            <a:endParaRPr sz="1800">
              <a:latin typeface="Arial MT"/>
              <a:cs typeface="Arial MT"/>
            </a:endParaRPr>
          </a:p>
          <a:p>
            <a:pPr marL="330200">
              <a:lnSpc>
                <a:spcPts val="2110"/>
              </a:lnSpc>
            </a:pPr>
            <a:r>
              <a:rPr dirty="0" sz="1800">
                <a:solidFill>
                  <a:srgbClr val="333333"/>
                </a:solidFill>
                <a:latin typeface="Arial MT"/>
                <a:cs typeface="Arial MT"/>
              </a:rPr>
              <a:t>DOI:</a:t>
            </a:r>
            <a:r>
              <a:rPr dirty="0" sz="1800" spc="-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u="sng" sz="1800" spc="-10">
                <a:solidFill>
                  <a:srgbClr val="F92B5C"/>
                </a:solidFill>
                <a:uFill>
                  <a:solidFill>
                    <a:srgbClr val="F92B5C"/>
                  </a:solidFill>
                </a:uFill>
                <a:latin typeface="Arial MT"/>
                <a:cs typeface="Arial MT"/>
                <a:hlinkClick r:id="rId7"/>
              </a:rPr>
              <a:t>10.1109/COMST.2023.3319354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63" y="6122987"/>
            <a:ext cx="12187555" cy="12700"/>
          </a:xfrm>
          <a:custGeom>
            <a:avLst/>
            <a:gdLst/>
            <a:ahLst/>
            <a:cxnLst/>
            <a:rect l="l" t="t" r="r" b="b"/>
            <a:pathLst>
              <a:path w="12187555" h="12700">
                <a:moveTo>
                  <a:pt x="12187236" y="0"/>
                </a:moveTo>
                <a:lnTo>
                  <a:pt x="0" y="0"/>
                </a:lnTo>
                <a:lnTo>
                  <a:pt x="0" y="12700"/>
                </a:lnTo>
                <a:lnTo>
                  <a:pt x="12187236" y="12700"/>
                </a:lnTo>
                <a:lnTo>
                  <a:pt x="12187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3275" y="1895475"/>
            <a:ext cx="4595876" cy="16239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01025" y="2971800"/>
            <a:ext cx="1057275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92B5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2026-06-11T01:47:46Z</dcterms:created>
  <dcterms:modified xsi:type="dcterms:W3CDTF">2026-06-11T01:47:46Z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2024-12-04T00:00:00Z</vt:filetime>
  </property>
  <property fmtid="{D5CDD505-2E9C-101B-9397-08002B2CF9AE}" pid="4" name="LastSaved">
    <vt:filetime>2026-06-11T00:00:00Z</vt:filetime>
  </property>
</Properties>
</file>